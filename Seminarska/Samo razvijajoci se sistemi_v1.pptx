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1" r:id="rId6"/>
    <p:sldId id="265" r:id="rId7"/>
    <p:sldId id="262" r:id="rId8"/>
    <p:sldId id="263" r:id="rId9"/>
    <p:sldId id="260" r:id="rId10"/>
    <p:sldId id="264" r:id="rId11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470792-E840-4171-BDB0-E3FB66A095FD}" v="29" dt="2022-03-17T16:00:00.8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950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žbot, Miha" userId="5fdfeab2-e3ac-40dc-9f9d-ac602c9b72a8" providerId="ADAL" clId="{F6470792-E840-4171-BDB0-E3FB66A095FD}"/>
    <pc:docChg chg="undo custSel addSld delSld modSld sldOrd">
      <pc:chgData name="Ožbot, Miha" userId="5fdfeab2-e3ac-40dc-9f9d-ac602c9b72a8" providerId="ADAL" clId="{F6470792-E840-4171-BDB0-E3FB66A095FD}" dt="2022-03-17T17:37:06.467" v="776" actId="20577"/>
      <pc:docMkLst>
        <pc:docMk/>
      </pc:docMkLst>
      <pc:sldChg chg="addSp delSp modSp mod">
        <pc:chgData name="Ožbot, Miha" userId="5fdfeab2-e3ac-40dc-9f9d-ac602c9b72a8" providerId="ADAL" clId="{F6470792-E840-4171-BDB0-E3FB66A095FD}" dt="2022-03-17T17:37:06.467" v="776" actId="20577"/>
        <pc:sldMkLst>
          <pc:docMk/>
          <pc:sldMk cId="1257919980" sldId="257"/>
        </pc:sldMkLst>
        <pc:spChg chg="mod">
          <ac:chgData name="Ožbot, Miha" userId="5fdfeab2-e3ac-40dc-9f9d-ac602c9b72a8" providerId="ADAL" clId="{F6470792-E840-4171-BDB0-E3FB66A095FD}" dt="2022-03-17T17:37:06.467" v="776" actId="20577"/>
          <ac:spMkLst>
            <pc:docMk/>
            <pc:sldMk cId="1257919980" sldId="257"/>
            <ac:spMk id="3" creationId="{DE560C8A-EAE8-42FF-9413-DD1909AD806D}"/>
          </ac:spMkLst>
        </pc:spChg>
        <pc:spChg chg="add mod">
          <ac:chgData name="Ožbot, Miha" userId="5fdfeab2-e3ac-40dc-9f9d-ac602c9b72a8" providerId="ADAL" clId="{F6470792-E840-4171-BDB0-E3FB66A095FD}" dt="2022-03-17T16:00:08.252" v="763" actId="20577"/>
          <ac:spMkLst>
            <pc:docMk/>
            <pc:sldMk cId="1257919980" sldId="257"/>
            <ac:spMk id="5" creationId="{40F0543A-7E03-472C-94CE-84E2914E6833}"/>
          </ac:spMkLst>
        </pc:spChg>
        <pc:spChg chg="add del">
          <ac:chgData name="Ožbot, Miha" userId="5fdfeab2-e3ac-40dc-9f9d-ac602c9b72a8" providerId="ADAL" clId="{F6470792-E840-4171-BDB0-E3FB66A095FD}" dt="2022-03-17T15:57:36.269" v="718"/>
          <ac:spMkLst>
            <pc:docMk/>
            <pc:sldMk cId="1257919980" sldId="257"/>
            <ac:spMk id="6" creationId="{143DA608-2DFC-4010-B149-41D982224F12}"/>
          </ac:spMkLst>
        </pc:spChg>
        <pc:spChg chg="add del">
          <ac:chgData name="Ožbot, Miha" userId="5fdfeab2-e3ac-40dc-9f9d-ac602c9b72a8" providerId="ADAL" clId="{F6470792-E840-4171-BDB0-E3FB66A095FD}" dt="2022-03-17T15:57:38.827" v="720"/>
          <ac:spMkLst>
            <pc:docMk/>
            <pc:sldMk cId="1257919980" sldId="257"/>
            <ac:spMk id="7" creationId="{DA4B6960-3729-44DA-B780-4BBF226ACB23}"/>
          </ac:spMkLst>
        </pc:spChg>
        <pc:spChg chg="add del">
          <ac:chgData name="Ožbot, Miha" userId="5fdfeab2-e3ac-40dc-9f9d-ac602c9b72a8" providerId="ADAL" clId="{F6470792-E840-4171-BDB0-E3FB66A095FD}" dt="2022-03-17T15:57:45.163" v="722"/>
          <ac:spMkLst>
            <pc:docMk/>
            <pc:sldMk cId="1257919980" sldId="257"/>
            <ac:spMk id="8" creationId="{568EF58E-FC9D-47B5-B57F-2AF349286E7B}"/>
          </ac:spMkLst>
        </pc:spChg>
        <pc:spChg chg="add del mod">
          <ac:chgData name="Ožbot, Miha" userId="5fdfeab2-e3ac-40dc-9f9d-ac602c9b72a8" providerId="ADAL" clId="{F6470792-E840-4171-BDB0-E3FB66A095FD}" dt="2022-03-17T15:58:12.989" v="729"/>
          <ac:spMkLst>
            <pc:docMk/>
            <pc:sldMk cId="1257919980" sldId="257"/>
            <ac:spMk id="9" creationId="{484E5D5F-B7FD-4B85-B785-FDF657C4540B}"/>
          </ac:spMkLst>
        </pc:spChg>
        <pc:spChg chg="add del mod">
          <ac:chgData name="Ožbot, Miha" userId="5fdfeab2-e3ac-40dc-9f9d-ac602c9b72a8" providerId="ADAL" clId="{F6470792-E840-4171-BDB0-E3FB66A095FD}" dt="2022-03-17T16:00:00.811" v="757" actId="478"/>
          <ac:spMkLst>
            <pc:docMk/>
            <pc:sldMk cId="1257919980" sldId="257"/>
            <ac:spMk id="10" creationId="{CAA17437-DF1E-4EB2-BD2C-A400BCD55ABB}"/>
          </ac:spMkLst>
        </pc:spChg>
        <pc:spChg chg="add del mod">
          <ac:chgData name="Ožbot, Miha" userId="5fdfeab2-e3ac-40dc-9f9d-ac602c9b72a8" providerId="ADAL" clId="{F6470792-E840-4171-BDB0-E3FB66A095FD}" dt="2022-03-17T15:58:21.547" v="732" actId="478"/>
          <ac:spMkLst>
            <pc:docMk/>
            <pc:sldMk cId="1257919980" sldId="257"/>
            <ac:spMk id="11" creationId="{79294D98-302F-4EB5-B67A-68FC392A5177}"/>
          </ac:spMkLst>
        </pc:spChg>
      </pc:sldChg>
      <pc:sldChg chg="modSp mod">
        <pc:chgData name="Ožbot, Miha" userId="5fdfeab2-e3ac-40dc-9f9d-ac602c9b72a8" providerId="ADAL" clId="{F6470792-E840-4171-BDB0-E3FB66A095FD}" dt="2022-03-16T17:01:03.686" v="93" actId="20577"/>
        <pc:sldMkLst>
          <pc:docMk/>
          <pc:sldMk cId="2052123652" sldId="258"/>
        </pc:sldMkLst>
        <pc:spChg chg="mod">
          <ac:chgData name="Ožbot, Miha" userId="5fdfeab2-e3ac-40dc-9f9d-ac602c9b72a8" providerId="ADAL" clId="{F6470792-E840-4171-BDB0-E3FB66A095FD}" dt="2022-03-16T17:01:03.686" v="93" actId="20577"/>
          <ac:spMkLst>
            <pc:docMk/>
            <pc:sldMk cId="2052123652" sldId="258"/>
            <ac:spMk id="2" creationId="{6072737F-1F7B-46A5-9D59-B5CFA5E2F463}"/>
          </ac:spMkLst>
        </pc:spChg>
      </pc:sldChg>
      <pc:sldChg chg="modSp del mod ord">
        <pc:chgData name="Ožbot, Miha" userId="5fdfeab2-e3ac-40dc-9f9d-ac602c9b72a8" providerId="ADAL" clId="{F6470792-E840-4171-BDB0-E3FB66A095FD}" dt="2022-03-17T15:47:32.608" v="525" actId="47"/>
        <pc:sldMkLst>
          <pc:docMk/>
          <pc:sldMk cId="2202418353" sldId="259"/>
        </pc:sldMkLst>
        <pc:spChg chg="mod">
          <ac:chgData name="Ožbot, Miha" userId="5fdfeab2-e3ac-40dc-9f9d-ac602c9b72a8" providerId="ADAL" clId="{F6470792-E840-4171-BDB0-E3FB66A095FD}" dt="2022-03-17T15:47:30.259" v="523" actId="21"/>
          <ac:spMkLst>
            <pc:docMk/>
            <pc:sldMk cId="2202418353" sldId="259"/>
            <ac:spMk id="2" creationId="{DDCC584B-74F3-4267-8238-1948AA16BDD1}"/>
          </ac:spMkLst>
        </pc:spChg>
      </pc:sldChg>
      <pc:sldChg chg="modSp mod">
        <pc:chgData name="Ožbot, Miha" userId="5fdfeab2-e3ac-40dc-9f9d-ac602c9b72a8" providerId="ADAL" clId="{F6470792-E840-4171-BDB0-E3FB66A095FD}" dt="2022-03-17T15:41:04.365" v="248" actId="20577"/>
        <pc:sldMkLst>
          <pc:docMk/>
          <pc:sldMk cId="2128968485" sldId="260"/>
        </pc:sldMkLst>
        <pc:spChg chg="mod">
          <ac:chgData name="Ožbot, Miha" userId="5fdfeab2-e3ac-40dc-9f9d-ac602c9b72a8" providerId="ADAL" clId="{F6470792-E840-4171-BDB0-E3FB66A095FD}" dt="2022-03-17T15:41:04.365" v="248" actId="20577"/>
          <ac:spMkLst>
            <pc:docMk/>
            <pc:sldMk cId="2128968485" sldId="260"/>
            <ac:spMk id="2" creationId="{0A2F52AC-0CEE-4781-9CF7-D06DD8E0C87E}"/>
          </ac:spMkLst>
        </pc:spChg>
      </pc:sldChg>
      <pc:sldChg chg="modSp new mod ord">
        <pc:chgData name="Ožbot, Miha" userId="5fdfeab2-e3ac-40dc-9f9d-ac602c9b72a8" providerId="ADAL" clId="{F6470792-E840-4171-BDB0-E3FB66A095FD}" dt="2022-03-17T15:41:13.932" v="260" actId="20577"/>
        <pc:sldMkLst>
          <pc:docMk/>
          <pc:sldMk cId="1218702890" sldId="261"/>
        </pc:sldMkLst>
        <pc:spChg chg="mod">
          <ac:chgData name="Ožbot, Miha" userId="5fdfeab2-e3ac-40dc-9f9d-ac602c9b72a8" providerId="ADAL" clId="{F6470792-E840-4171-BDB0-E3FB66A095FD}" dt="2022-03-16T17:00:43.223" v="67" actId="20577"/>
          <ac:spMkLst>
            <pc:docMk/>
            <pc:sldMk cId="1218702890" sldId="261"/>
            <ac:spMk id="2" creationId="{E85D5F98-98C0-4A92-9995-B7DF27BACBAA}"/>
          </ac:spMkLst>
        </pc:spChg>
        <pc:spChg chg="mod">
          <ac:chgData name="Ožbot, Miha" userId="5fdfeab2-e3ac-40dc-9f9d-ac602c9b72a8" providerId="ADAL" clId="{F6470792-E840-4171-BDB0-E3FB66A095FD}" dt="2022-03-17T15:41:13.932" v="260" actId="20577"/>
          <ac:spMkLst>
            <pc:docMk/>
            <pc:sldMk cId="1218702890" sldId="261"/>
            <ac:spMk id="3" creationId="{F2E71883-7441-42CB-B8C6-2644AA2C62CA}"/>
          </ac:spMkLst>
        </pc:spChg>
      </pc:sldChg>
      <pc:sldChg chg="addSp delSp modSp new mod ord">
        <pc:chgData name="Ožbot, Miha" userId="5fdfeab2-e3ac-40dc-9f9d-ac602c9b72a8" providerId="ADAL" clId="{F6470792-E840-4171-BDB0-E3FB66A095FD}" dt="2022-03-16T17:00:49.730" v="69"/>
        <pc:sldMkLst>
          <pc:docMk/>
          <pc:sldMk cId="2306990913" sldId="262"/>
        </pc:sldMkLst>
        <pc:spChg chg="mod">
          <ac:chgData name="Ožbot, Miha" userId="5fdfeab2-e3ac-40dc-9f9d-ac602c9b72a8" providerId="ADAL" clId="{F6470792-E840-4171-BDB0-E3FB66A095FD}" dt="2022-03-16T17:00:40.776" v="65" actId="20577"/>
          <ac:spMkLst>
            <pc:docMk/>
            <pc:sldMk cId="2306990913" sldId="262"/>
            <ac:spMk id="2" creationId="{9551B4C0-42E8-42B6-BBFA-1C451410A532}"/>
          </ac:spMkLst>
        </pc:spChg>
        <pc:spChg chg="add del">
          <ac:chgData name="Ožbot, Miha" userId="5fdfeab2-e3ac-40dc-9f9d-ac602c9b72a8" providerId="ADAL" clId="{F6470792-E840-4171-BDB0-E3FB66A095FD}" dt="2022-03-16T17:00:13.814" v="27" actId="478"/>
          <ac:spMkLst>
            <pc:docMk/>
            <pc:sldMk cId="2306990913" sldId="262"/>
            <ac:spMk id="5" creationId="{1EAC76D8-0471-4765-AA83-CBD8429C9A39}"/>
          </ac:spMkLst>
        </pc:spChg>
      </pc:sldChg>
      <pc:sldChg chg="modSp new mod ord">
        <pc:chgData name="Ožbot, Miha" userId="5fdfeab2-e3ac-40dc-9f9d-ac602c9b72a8" providerId="ADAL" clId="{F6470792-E840-4171-BDB0-E3FB66A095FD}" dt="2022-03-16T17:00:49.730" v="69"/>
        <pc:sldMkLst>
          <pc:docMk/>
          <pc:sldMk cId="3658886467" sldId="263"/>
        </pc:sldMkLst>
        <pc:spChg chg="mod">
          <ac:chgData name="Ožbot, Miha" userId="5fdfeab2-e3ac-40dc-9f9d-ac602c9b72a8" providerId="ADAL" clId="{F6470792-E840-4171-BDB0-E3FB66A095FD}" dt="2022-03-16T17:00:36.774" v="63" actId="20577"/>
          <ac:spMkLst>
            <pc:docMk/>
            <pc:sldMk cId="3658886467" sldId="263"/>
            <ac:spMk id="2" creationId="{095CBE67-7736-4DB5-BF4C-A1A7F390F7EA}"/>
          </ac:spMkLst>
        </pc:spChg>
      </pc:sldChg>
      <pc:sldChg chg="addSp modSp new mod">
        <pc:chgData name="Ožbot, Miha" userId="5fdfeab2-e3ac-40dc-9f9d-ac602c9b72a8" providerId="ADAL" clId="{F6470792-E840-4171-BDB0-E3FB66A095FD}" dt="2022-03-17T15:40:45.788" v="235" actId="20577"/>
        <pc:sldMkLst>
          <pc:docMk/>
          <pc:sldMk cId="2194279594" sldId="264"/>
        </pc:sldMkLst>
        <pc:spChg chg="mod">
          <ac:chgData name="Ožbot, Miha" userId="5fdfeab2-e3ac-40dc-9f9d-ac602c9b72a8" providerId="ADAL" clId="{F6470792-E840-4171-BDB0-E3FB66A095FD}" dt="2022-03-17T15:38:46.909" v="118" actId="20577"/>
          <ac:spMkLst>
            <pc:docMk/>
            <pc:sldMk cId="2194279594" sldId="264"/>
            <ac:spMk id="2" creationId="{CD495C8B-1B98-40AE-95C3-AC7DF13E80E8}"/>
          </ac:spMkLst>
        </pc:spChg>
        <pc:spChg chg="mod">
          <ac:chgData name="Ožbot, Miha" userId="5fdfeab2-e3ac-40dc-9f9d-ac602c9b72a8" providerId="ADAL" clId="{F6470792-E840-4171-BDB0-E3FB66A095FD}" dt="2022-03-17T15:40:45.788" v="235" actId="20577"/>
          <ac:spMkLst>
            <pc:docMk/>
            <pc:sldMk cId="2194279594" sldId="264"/>
            <ac:spMk id="3" creationId="{B544D78F-F0DB-4671-902A-29C361618528}"/>
          </ac:spMkLst>
        </pc:spChg>
        <pc:spChg chg="add mod">
          <ac:chgData name="Ožbot, Miha" userId="5fdfeab2-e3ac-40dc-9f9d-ac602c9b72a8" providerId="ADAL" clId="{F6470792-E840-4171-BDB0-E3FB66A095FD}" dt="2022-03-17T15:38:57.508" v="123" actId="1076"/>
          <ac:spMkLst>
            <pc:docMk/>
            <pc:sldMk cId="2194279594" sldId="264"/>
            <ac:spMk id="5" creationId="{D2E5BB66-FD80-4A9C-A021-D2B3419849B2}"/>
          </ac:spMkLst>
        </pc:spChg>
      </pc:sldChg>
      <pc:sldChg chg="addSp modSp new mod ord">
        <pc:chgData name="Ožbot, Miha" userId="5fdfeab2-e3ac-40dc-9f9d-ac602c9b72a8" providerId="ADAL" clId="{F6470792-E840-4171-BDB0-E3FB66A095FD}" dt="2022-03-17T15:47:56.620" v="533" actId="20577"/>
        <pc:sldMkLst>
          <pc:docMk/>
          <pc:sldMk cId="654290338" sldId="265"/>
        </pc:sldMkLst>
        <pc:spChg chg="mod">
          <ac:chgData name="Ožbot, Miha" userId="5fdfeab2-e3ac-40dc-9f9d-ac602c9b72a8" providerId="ADAL" clId="{F6470792-E840-4171-BDB0-E3FB66A095FD}" dt="2022-03-17T15:47:50.171" v="532" actId="20577"/>
          <ac:spMkLst>
            <pc:docMk/>
            <pc:sldMk cId="654290338" sldId="265"/>
            <ac:spMk id="2" creationId="{D21B2665-87B1-4363-AB30-E43F01FCEFAE}"/>
          </ac:spMkLst>
        </pc:spChg>
        <pc:spChg chg="mod">
          <ac:chgData name="Ožbot, Miha" userId="5fdfeab2-e3ac-40dc-9f9d-ac602c9b72a8" providerId="ADAL" clId="{F6470792-E840-4171-BDB0-E3FB66A095FD}" dt="2022-03-17T15:47:56.620" v="533" actId="20577"/>
          <ac:spMkLst>
            <pc:docMk/>
            <pc:sldMk cId="654290338" sldId="265"/>
            <ac:spMk id="3" creationId="{5F8CBE8A-96B8-445E-A08D-9128844A82BA}"/>
          </ac:spMkLst>
        </pc:spChg>
        <pc:spChg chg="add mod">
          <ac:chgData name="Ožbot, Miha" userId="5fdfeab2-e3ac-40dc-9f9d-ac602c9b72a8" providerId="ADAL" clId="{F6470792-E840-4171-BDB0-E3FB66A095FD}" dt="2022-03-17T15:47:12.851" v="514" actId="1076"/>
          <ac:spMkLst>
            <pc:docMk/>
            <pc:sldMk cId="654290338" sldId="265"/>
            <ac:spMk id="5" creationId="{1E880E51-D58B-41B7-B91F-C533C68FDB31}"/>
          </ac:spMkLst>
        </pc:spChg>
      </pc:sldChg>
      <pc:sldChg chg="modSp new mod">
        <pc:chgData name="Ožbot, Miha" userId="5fdfeab2-e3ac-40dc-9f9d-ac602c9b72a8" providerId="ADAL" clId="{F6470792-E840-4171-BDB0-E3FB66A095FD}" dt="2022-03-17T15:57:48.941" v="724" actId="20577"/>
        <pc:sldMkLst>
          <pc:docMk/>
          <pc:sldMk cId="1342890208" sldId="266"/>
        </pc:sldMkLst>
        <pc:spChg chg="mod">
          <ac:chgData name="Ožbot, Miha" userId="5fdfeab2-e3ac-40dc-9f9d-ac602c9b72a8" providerId="ADAL" clId="{F6470792-E840-4171-BDB0-E3FB66A095FD}" dt="2022-03-17T15:57:04.475" v="668" actId="20577"/>
          <ac:spMkLst>
            <pc:docMk/>
            <pc:sldMk cId="1342890208" sldId="266"/>
            <ac:spMk id="2" creationId="{28606DD8-BD75-4B56-BC13-8881EB56DAB4}"/>
          </ac:spMkLst>
        </pc:spChg>
        <pc:spChg chg="mod">
          <ac:chgData name="Ožbot, Miha" userId="5fdfeab2-e3ac-40dc-9f9d-ac602c9b72a8" providerId="ADAL" clId="{F6470792-E840-4171-BDB0-E3FB66A095FD}" dt="2022-03-17T15:57:48.941" v="724" actId="20577"/>
          <ac:spMkLst>
            <pc:docMk/>
            <pc:sldMk cId="1342890208" sldId="266"/>
            <ac:spMk id="3" creationId="{26058A1E-0FB3-4BEF-8F73-CFBC894EF77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032CD49-A233-4197-9AA3-6F2AB6512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6EFFF0B7-57F6-4F12-9710-DE0DCE1DF7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l-SI"/>
              <a:t>Kliknite, če želite urediti slog podnaslova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F1F9E85-9961-4609-9BFB-8E81321A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17. 03. 2022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FFFD832F-05F7-4F5D-8838-FF49008CB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5CF10D5-A40D-40CB-B935-71EB263D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5457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E287F75-838B-4F3A-ABD5-BC12A25C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B890AA8-DD34-4B84-BC74-2EF1BA1CF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94F650C-4371-4B51-BC6E-7E4A20343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17. 03. 2022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52374A62-E0F6-4E52-BA93-66726F3AA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DF5B07B0-9E52-4767-9ED9-BE1955BC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933775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Glava odse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42EAFEA-32E3-4E21-A6BA-94F17404C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E80980C-8223-4387-BC60-5561F9C323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4EB24716-8269-452E-B6CE-4C121479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17. 03. 2022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99B36C37-3780-48D7-AC60-CABD24E0A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753B6270-15A5-435C-BB13-75D3B2C78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41998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01E56ED-D773-4286-BBC8-F2C69EB95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A69B248-9A4B-42B3-B12F-E708D215E5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48D702F-F820-45FA-A321-19061AAAF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E0E081EC-9D76-4904-AE2D-2ADB389ED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17. 03. 2022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174BB75E-5FC8-4FA1-9861-C9DFB75B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CC7E6800-D8E2-46BE-85E6-E73C7549C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6727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0A8C428-A5CE-4DB7-A690-CB1AF51D4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7D4574F-5753-4479-9F72-DC3E5A950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E6ECDF5F-854A-4191-BADA-CFDD05FEC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BA781ADF-0146-4A92-A08D-81F2CA798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vsebine 5">
            <a:extLst>
              <a:ext uri="{FF2B5EF4-FFF2-40B4-BE49-F238E27FC236}">
                <a16:creationId xmlns:a16="http://schemas.microsoft.com/office/drawing/2014/main" id="{DD32BB10-E956-4ABA-AF93-97659B16E8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7" name="Označba mesta datuma 6">
            <a:extLst>
              <a:ext uri="{FF2B5EF4-FFF2-40B4-BE49-F238E27FC236}">
                <a16:creationId xmlns:a16="http://schemas.microsoft.com/office/drawing/2014/main" id="{4F4F1853-F755-49FE-92C7-C05E9466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17. 03. 2022</a:t>
            </a:fld>
            <a:endParaRPr lang="sl-SI"/>
          </a:p>
        </p:txBody>
      </p:sp>
      <p:sp>
        <p:nvSpPr>
          <p:cNvPr id="8" name="Označba mesta noge 7">
            <a:extLst>
              <a:ext uri="{FF2B5EF4-FFF2-40B4-BE49-F238E27FC236}">
                <a16:creationId xmlns:a16="http://schemas.microsoft.com/office/drawing/2014/main" id="{45CA5D85-20D5-4074-A482-37B2F07B8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9" name="Označba mesta številke diapozitiva 8">
            <a:extLst>
              <a:ext uri="{FF2B5EF4-FFF2-40B4-BE49-F238E27FC236}">
                <a16:creationId xmlns:a16="http://schemas.microsoft.com/office/drawing/2014/main" id="{86356C8D-D158-4325-A11A-D6EEC47F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45368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4942510-358D-421D-B330-A4C3D2E8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datuma 2">
            <a:extLst>
              <a:ext uri="{FF2B5EF4-FFF2-40B4-BE49-F238E27FC236}">
                <a16:creationId xmlns:a16="http://schemas.microsoft.com/office/drawing/2014/main" id="{826CCB1F-4755-4B16-9470-ACBAEAEAA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17. 03. 2022</a:t>
            </a:fld>
            <a:endParaRPr lang="sl-SI"/>
          </a:p>
        </p:txBody>
      </p:sp>
      <p:sp>
        <p:nvSpPr>
          <p:cNvPr id="4" name="Označba mesta noge 3">
            <a:extLst>
              <a:ext uri="{FF2B5EF4-FFF2-40B4-BE49-F238E27FC236}">
                <a16:creationId xmlns:a16="http://schemas.microsoft.com/office/drawing/2014/main" id="{C3E58E3C-0FDD-4E57-9654-BA584CD9B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5" name="Označba mesta številke diapozitiva 4">
            <a:extLst>
              <a:ext uri="{FF2B5EF4-FFF2-40B4-BE49-F238E27FC236}">
                <a16:creationId xmlns:a16="http://schemas.microsoft.com/office/drawing/2014/main" id="{537F0580-4F5C-49F4-A7AB-B2F1C77E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7688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datuma 1">
            <a:extLst>
              <a:ext uri="{FF2B5EF4-FFF2-40B4-BE49-F238E27FC236}">
                <a16:creationId xmlns:a16="http://schemas.microsoft.com/office/drawing/2014/main" id="{EC37822A-CF93-4C0A-AFD8-E1F34B86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17. 03. 2022</a:t>
            </a:fld>
            <a:endParaRPr lang="sl-SI"/>
          </a:p>
        </p:txBody>
      </p:sp>
      <p:sp>
        <p:nvSpPr>
          <p:cNvPr id="3" name="Označba mesta noge 2">
            <a:extLst>
              <a:ext uri="{FF2B5EF4-FFF2-40B4-BE49-F238E27FC236}">
                <a16:creationId xmlns:a16="http://schemas.microsoft.com/office/drawing/2014/main" id="{95AB7FED-11B6-4E83-8612-97305C21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4" name="Označba mesta številke diapozitiva 3">
            <a:extLst>
              <a:ext uri="{FF2B5EF4-FFF2-40B4-BE49-F238E27FC236}">
                <a16:creationId xmlns:a16="http://schemas.microsoft.com/office/drawing/2014/main" id="{B632E7EF-5D28-4FAA-B528-4F18FD67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71770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6A6EFB5-D777-400A-BE26-2C9492C79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49AAB80C-68F0-40AE-8673-2368356D3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E14CFEEB-A9F2-45A4-9158-ACEE4B85E5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01F79932-998F-4C26-B4D5-F1420CD5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17. 03. 2022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47FB5AB7-4EC9-4C8D-A4CA-83CBC977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05E9AF04-21F2-418B-8205-B54E251D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3054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Naslov in sl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240E261-29E2-44DE-8A7F-A26D2822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slike 2">
            <a:extLst>
              <a:ext uri="{FF2B5EF4-FFF2-40B4-BE49-F238E27FC236}">
                <a16:creationId xmlns:a16="http://schemas.microsoft.com/office/drawing/2014/main" id="{97383E1B-2DF1-43CE-85FA-60BA34A95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l-SI"/>
          </a:p>
        </p:txBody>
      </p:sp>
      <p:sp>
        <p:nvSpPr>
          <p:cNvPr id="4" name="Označba mesta besedila 3">
            <a:extLst>
              <a:ext uri="{FF2B5EF4-FFF2-40B4-BE49-F238E27FC236}">
                <a16:creationId xmlns:a16="http://schemas.microsoft.com/office/drawing/2014/main" id="{AC8C094A-31C6-4FFC-B2A4-54C57684D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datuma 4">
            <a:extLst>
              <a:ext uri="{FF2B5EF4-FFF2-40B4-BE49-F238E27FC236}">
                <a16:creationId xmlns:a16="http://schemas.microsoft.com/office/drawing/2014/main" id="{9A7224F3-3A89-473C-8728-F03FE6231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17. 03. 2022</a:t>
            </a:fld>
            <a:endParaRPr lang="sl-SI"/>
          </a:p>
        </p:txBody>
      </p:sp>
      <p:sp>
        <p:nvSpPr>
          <p:cNvPr id="6" name="Označba mesta noge 5">
            <a:extLst>
              <a:ext uri="{FF2B5EF4-FFF2-40B4-BE49-F238E27FC236}">
                <a16:creationId xmlns:a16="http://schemas.microsoft.com/office/drawing/2014/main" id="{A4C0DBE8-A3FB-446D-AF4C-43E333D5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7" name="Označba mesta številke diapozitiva 6">
            <a:extLst>
              <a:ext uri="{FF2B5EF4-FFF2-40B4-BE49-F238E27FC236}">
                <a16:creationId xmlns:a16="http://schemas.microsoft.com/office/drawing/2014/main" id="{F6A2C9F2-BE80-4516-B2E8-B9B6E19A7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07749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DB849C1-5B3B-4800-B0C9-E43746B0B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A1835D80-44AD-4672-BA84-4FFFEE6A2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AA05B76-4E57-4AD6-ADD3-07BADEE49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17. 03. 2022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5F1722D-4F59-4990-84FD-062757C1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897042A2-3CAB-44CA-B016-F969EA85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907370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Navpični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vpični naslov 1">
            <a:extLst>
              <a:ext uri="{FF2B5EF4-FFF2-40B4-BE49-F238E27FC236}">
                <a16:creationId xmlns:a16="http://schemas.microsoft.com/office/drawing/2014/main" id="{F80D2B4E-3F88-4F5B-86B4-E1D40B14D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navpičnega besedila 2">
            <a:extLst>
              <a:ext uri="{FF2B5EF4-FFF2-40B4-BE49-F238E27FC236}">
                <a16:creationId xmlns:a16="http://schemas.microsoft.com/office/drawing/2014/main" id="{D82353E9-1BA0-4314-98BE-D9C63D137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2A5E5B7-3633-4892-8DCA-D01BDF0E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2E369-372F-459A-AFC1-A07B1B21B7B4}" type="datetimeFigureOut">
              <a:rPr lang="sl-SI" smtClean="0"/>
              <a:t>17. 03. 2022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8A282688-7701-40C0-9807-627A2503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B1F78D97-010D-420D-B3A9-B035333FD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94478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naslova 1">
            <a:extLst>
              <a:ext uri="{FF2B5EF4-FFF2-40B4-BE49-F238E27FC236}">
                <a16:creationId xmlns:a16="http://schemas.microsoft.com/office/drawing/2014/main" id="{D8F8CC49-1378-4F3F-B59D-1A69A654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l-SI"/>
              <a:t>Kliknite, če želite urediti slog naslova matrice</a:t>
            </a:r>
          </a:p>
        </p:txBody>
      </p:sp>
      <p:sp>
        <p:nvSpPr>
          <p:cNvPr id="3" name="Označba mesta besedila 2">
            <a:extLst>
              <a:ext uri="{FF2B5EF4-FFF2-40B4-BE49-F238E27FC236}">
                <a16:creationId xmlns:a16="http://schemas.microsoft.com/office/drawing/2014/main" id="{A66EA9CE-2B8E-4475-A578-66DC54FE9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1FCBD9E-58FE-4905-AA34-81D3197EB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2E369-372F-459A-AFC1-A07B1B21B7B4}" type="datetimeFigureOut">
              <a:rPr lang="sl-SI" smtClean="0"/>
              <a:t>17. 03. 2022</a:t>
            </a:fld>
            <a:endParaRPr lang="sl-SI"/>
          </a:p>
        </p:txBody>
      </p:sp>
      <p:sp>
        <p:nvSpPr>
          <p:cNvPr id="5" name="Označba mesta noge 4">
            <a:extLst>
              <a:ext uri="{FF2B5EF4-FFF2-40B4-BE49-F238E27FC236}">
                <a16:creationId xmlns:a16="http://schemas.microsoft.com/office/drawing/2014/main" id="{CEF538BB-7C00-44E6-9380-47D84ACD9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l-SI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37BE936-F085-4911-AC60-7BE063243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658395-0858-4046-BAB6-178FB2A7F14B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714141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09/91.995117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007/s12530-020-09334-5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E7779BA-CD56-4AD8-9100-16310936F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9455"/>
            <a:ext cx="9144000" cy="2387600"/>
          </a:xfrm>
        </p:spPr>
        <p:txBody>
          <a:bodyPr/>
          <a:lstStyle/>
          <a:p>
            <a:r>
              <a:rPr lang="sl-SI" dirty="0"/>
              <a:t>Samo razvijajoči se sistemi</a:t>
            </a:r>
            <a:br>
              <a:rPr lang="sl-SI" dirty="0"/>
            </a:br>
            <a:r>
              <a:rPr lang="sl-SI" dirty="0"/>
              <a:t>Seminarska naloga 1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E103524F-4D68-47A3-85DB-B3A6B9EBF6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sl-SI" dirty="0"/>
              <a:t>Miha Ožbot</a:t>
            </a:r>
          </a:p>
        </p:txBody>
      </p:sp>
    </p:spTree>
    <p:extLst>
      <p:ext uri="{BB962C8B-B14F-4D97-AF65-F5344CB8AC3E}">
        <p14:creationId xmlns:p14="http://schemas.microsoft.com/office/powerpoint/2010/main" val="3043493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BD0CEBC-333F-4630-A117-8719C1152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Fuzzy</a:t>
            </a:r>
            <a:r>
              <a:rPr lang="sl-SI" dirty="0"/>
              <a:t> </a:t>
            </a:r>
            <a:r>
              <a:rPr lang="sl-SI" dirty="0" err="1"/>
              <a:t>and</a:t>
            </a:r>
            <a:r>
              <a:rPr lang="sl-SI" dirty="0"/>
              <a:t> </a:t>
            </a:r>
            <a:r>
              <a:rPr lang="sl-SI" dirty="0" err="1"/>
              <a:t>neuro-fuzzy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E560C8A-EAE8-42FF-9413-DD1909AD8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 dirty="0"/>
          </a:p>
          <a:p>
            <a:r>
              <a:rPr lang="sl-SI" dirty="0" err="1"/>
              <a:t>fuzzy</a:t>
            </a:r>
            <a:r>
              <a:rPr lang="sl-SI" dirty="0"/>
              <a:t>: </a:t>
            </a:r>
            <a:r>
              <a:rPr lang="sl-SI" dirty="0" err="1"/>
              <a:t>Evolving</a:t>
            </a:r>
            <a:r>
              <a:rPr lang="sl-SI" dirty="0"/>
              <a:t> </a:t>
            </a:r>
            <a:r>
              <a:rPr lang="sl-SI" dirty="0" err="1"/>
              <a:t>Takagi-Sugeno</a:t>
            </a:r>
            <a:r>
              <a:rPr lang="sl-SI" dirty="0"/>
              <a:t> (</a:t>
            </a:r>
            <a:r>
              <a:rPr lang="sl-SI" dirty="0" err="1"/>
              <a:t>eTS</a:t>
            </a:r>
            <a:r>
              <a:rPr lang="sl-SI" dirty="0"/>
              <a:t>) [1]</a:t>
            </a:r>
          </a:p>
          <a:p>
            <a:r>
              <a:rPr lang="sl-SI" dirty="0" err="1"/>
              <a:t>Neuro-fuzzy</a:t>
            </a:r>
            <a:r>
              <a:rPr lang="sl-SI" dirty="0"/>
              <a:t>: </a:t>
            </a:r>
            <a:r>
              <a:rPr lang="sl-SI" dirty="0" err="1"/>
              <a:t>EFuNN</a:t>
            </a:r>
            <a:r>
              <a:rPr lang="sl-SI"/>
              <a:t>, </a:t>
            </a:r>
            <a:r>
              <a:rPr lang="en-US"/>
              <a:t>dynamic </a:t>
            </a:r>
            <a:r>
              <a:rPr lang="en-US" dirty="0"/>
              <a:t>evolving neural-fuzzy inference system</a:t>
            </a:r>
            <a:r>
              <a:rPr lang="sl-SI" dirty="0"/>
              <a:t> (DENFIS) [2] </a:t>
            </a:r>
          </a:p>
        </p:txBody>
      </p:sp>
      <p:sp>
        <p:nvSpPr>
          <p:cNvPr id="5" name="PoljeZBesedilom 4">
            <a:extLst>
              <a:ext uri="{FF2B5EF4-FFF2-40B4-BE49-F238E27FC236}">
                <a16:creationId xmlns:a16="http://schemas.microsoft.com/office/drawing/2014/main" id="{40F0543A-7E03-472C-94CE-84E2914E6833}"/>
              </a:ext>
            </a:extLst>
          </p:cNvPr>
          <p:cNvSpPr txBox="1"/>
          <p:nvPr/>
        </p:nvSpPr>
        <p:spPr>
          <a:xfrm>
            <a:off x="310347" y="5092929"/>
            <a:ext cx="112990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l-SI" dirty="0">
                <a:effectLst/>
              </a:rPr>
              <a:t>[2] N. K. </a:t>
            </a:r>
            <a:r>
              <a:rPr lang="sl-SI" dirty="0" err="1">
                <a:effectLst/>
              </a:rPr>
              <a:t>Kasabov</a:t>
            </a:r>
            <a:r>
              <a:rPr lang="sl-SI" dirty="0">
                <a:effectLst/>
              </a:rPr>
              <a:t> </a:t>
            </a:r>
            <a:r>
              <a:rPr lang="sl-SI" dirty="0" err="1">
                <a:effectLst/>
              </a:rPr>
              <a:t>and</a:t>
            </a:r>
            <a:r>
              <a:rPr lang="sl-SI" dirty="0">
                <a:effectLst/>
              </a:rPr>
              <a:t> Q. Song, “DENFIS: </a:t>
            </a:r>
            <a:r>
              <a:rPr lang="sl-SI" dirty="0" err="1">
                <a:effectLst/>
              </a:rPr>
              <a:t>dynamic</a:t>
            </a:r>
            <a:r>
              <a:rPr lang="sl-SI" dirty="0">
                <a:effectLst/>
              </a:rPr>
              <a:t> </a:t>
            </a:r>
            <a:r>
              <a:rPr lang="sl-SI" dirty="0" err="1">
                <a:effectLst/>
              </a:rPr>
              <a:t>evolving</a:t>
            </a:r>
            <a:r>
              <a:rPr lang="sl-SI" dirty="0">
                <a:effectLst/>
              </a:rPr>
              <a:t> </a:t>
            </a:r>
            <a:r>
              <a:rPr lang="sl-SI" dirty="0" err="1">
                <a:effectLst/>
              </a:rPr>
              <a:t>neural-fuzzy</a:t>
            </a:r>
            <a:r>
              <a:rPr lang="sl-SI" dirty="0">
                <a:effectLst/>
              </a:rPr>
              <a:t> </a:t>
            </a:r>
            <a:r>
              <a:rPr lang="sl-SI" dirty="0" err="1">
                <a:effectLst/>
              </a:rPr>
              <a:t>inference</a:t>
            </a:r>
            <a:r>
              <a:rPr lang="sl-SI" dirty="0">
                <a:effectLst/>
              </a:rPr>
              <a:t> </a:t>
            </a:r>
            <a:r>
              <a:rPr lang="sl-SI" dirty="0" err="1">
                <a:effectLst/>
              </a:rPr>
              <a:t>system</a:t>
            </a:r>
            <a:r>
              <a:rPr lang="sl-SI" dirty="0">
                <a:effectLst/>
              </a:rPr>
              <a:t> </a:t>
            </a:r>
            <a:r>
              <a:rPr lang="sl-SI" dirty="0" err="1">
                <a:effectLst/>
              </a:rPr>
              <a:t>and</a:t>
            </a:r>
            <a:r>
              <a:rPr lang="sl-SI" dirty="0">
                <a:effectLst/>
              </a:rPr>
              <a:t> </a:t>
            </a:r>
            <a:r>
              <a:rPr lang="sl-SI" dirty="0" err="1">
                <a:effectLst/>
              </a:rPr>
              <a:t>its</a:t>
            </a:r>
            <a:r>
              <a:rPr lang="sl-SI" dirty="0">
                <a:effectLst/>
              </a:rPr>
              <a:t> </a:t>
            </a:r>
            <a:r>
              <a:rPr lang="sl-SI" dirty="0" err="1">
                <a:effectLst/>
              </a:rPr>
              <a:t>application</a:t>
            </a:r>
            <a:r>
              <a:rPr lang="sl-SI" dirty="0">
                <a:effectLst/>
              </a:rPr>
              <a:t> </a:t>
            </a:r>
            <a:r>
              <a:rPr lang="sl-SI" dirty="0" err="1">
                <a:effectLst/>
              </a:rPr>
              <a:t>for</a:t>
            </a:r>
            <a:r>
              <a:rPr lang="sl-SI" dirty="0">
                <a:effectLst/>
              </a:rPr>
              <a:t> time-</a:t>
            </a:r>
            <a:r>
              <a:rPr lang="sl-SI" dirty="0" err="1">
                <a:effectLst/>
              </a:rPr>
              <a:t>series</a:t>
            </a:r>
            <a:r>
              <a:rPr lang="sl-SI" dirty="0">
                <a:effectLst/>
              </a:rPr>
              <a:t> </a:t>
            </a:r>
            <a:r>
              <a:rPr lang="sl-SI" dirty="0" err="1">
                <a:effectLst/>
              </a:rPr>
              <a:t>prediction</a:t>
            </a:r>
            <a:r>
              <a:rPr lang="sl-SI" dirty="0">
                <a:effectLst/>
              </a:rPr>
              <a:t>,” </a:t>
            </a:r>
            <a:r>
              <a:rPr lang="sl-SI" i="1" dirty="0">
                <a:effectLst/>
              </a:rPr>
              <a:t>IEEE </a:t>
            </a:r>
            <a:r>
              <a:rPr lang="sl-SI" i="1" dirty="0" err="1">
                <a:effectLst/>
              </a:rPr>
              <a:t>Transactions</a:t>
            </a:r>
            <a:r>
              <a:rPr lang="sl-SI" i="1" dirty="0">
                <a:effectLst/>
              </a:rPr>
              <a:t> on </a:t>
            </a:r>
            <a:r>
              <a:rPr lang="sl-SI" i="1" dirty="0" err="1">
                <a:effectLst/>
              </a:rPr>
              <a:t>Fuzzy</a:t>
            </a:r>
            <a:r>
              <a:rPr lang="sl-SI" i="1" dirty="0">
                <a:effectLst/>
              </a:rPr>
              <a:t> </a:t>
            </a:r>
            <a:r>
              <a:rPr lang="sl-SI" i="1" dirty="0" err="1">
                <a:effectLst/>
              </a:rPr>
              <a:t>Systems</a:t>
            </a:r>
            <a:r>
              <a:rPr lang="sl-SI" dirty="0">
                <a:effectLst/>
              </a:rPr>
              <a:t>, vol. 10, no. 2, pp. 144–154, Apr. 2002, </a:t>
            </a:r>
            <a:r>
              <a:rPr lang="sl-SI" dirty="0" err="1">
                <a:effectLst/>
              </a:rPr>
              <a:t>doi</a:t>
            </a:r>
            <a:r>
              <a:rPr lang="sl-SI" dirty="0">
                <a:effectLst/>
              </a:rPr>
              <a:t>: </a:t>
            </a:r>
            <a:r>
              <a:rPr lang="sl-SI" dirty="0">
                <a:effectLst/>
                <a:hlinkClick r:id="rId2"/>
              </a:rPr>
              <a:t>10.1109/91.995117</a:t>
            </a:r>
            <a:r>
              <a:rPr lang="sl-SI" dirty="0">
                <a:effectLst/>
              </a:rPr>
              <a:t>.</a:t>
            </a:r>
            <a:endParaRPr lang="sl-SI" dirty="0"/>
          </a:p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sl-SI" altLang="sl-SI" dirty="0"/>
              <a:t>[1] T. </a:t>
            </a:r>
            <a:r>
              <a:rPr lang="sl-SI" altLang="sl-SI" dirty="0" err="1"/>
              <a:t>Takagi</a:t>
            </a:r>
            <a:r>
              <a:rPr lang="sl-SI" altLang="sl-SI" dirty="0"/>
              <a:t>, M. </a:t>
            </a:r>
            <a:r>
              <a:rPr lang="sl-SI" altLang="sl-SI" dirty="0" err="1"/>
              <a:t>Sugeno</a:t>
            </a:r>
            <a:r>
              <a:rPr lang="sl-SI" altLang="sl-SI" dirty="0"/>
              <a:t>, </a:t>
            </a:r>
            <a:r>
              <a:rPr lang="sl-SI" altLang="sl-SI" dirty="0" err="1"/>
              <a:t>Fuzzy</a:t>
            </a:r>
            <a:r>
              <a:rPr lang="sl-SI" altLang="sl-SI" dirty="0"/>
              <a:t> </a:t>
            </a:r>
            <a:r>
              <a:rPr lang="sl-SI" altLang="sl-SI" dirty="0" err="1"/>
              <a:t>identification</a:t>
            </a:r>
            <a:r>
              <a:rPr lang="sl-SI" altLang="sl-SI" dirty="0"/>
              <a:t> </a:t>
            </a:r>
            <a:r>
              <a:rPr lang="sl-SI" altLang="sl-SI" dirty="0" err="1"/>
              <a:t>of</a:t>
            </a:r>
            <a:r>
              <a:rPr lang="sl-SI" altLang="sl-SI" dirty="0"/>
              <a:t> </a:t>
            </a:r>
            <a:r>
              <a:rPr lang="sl-SI" altLang="sl-SI" dirty="0" err="1"/>
              <a:t>systems</a:t>
            </a:r>
            <a:r>
              <a:rPr lang="sl-SI" altLang="sl-SI" dirty="0"/>
              <a:t> </a:t>
            </a:r>
            <a:r>
              <a:rPr lang="sl-SI" altLang="sl-SI" dirty="0" err="1"/>
              <a:t>and</a:t>
            </a:r>
            <a:r>
              <a:rPr lang="sl-SI" altLang="sl-SI" dirty="0"/>
              <a:t> </a:t>
            </a:r>
            <a:r>
              <a:rPr lang="sl-SI" altLang="sl-SI" dirty="0" err="1"/>
              <a:t>its</a:t>
            </a:r>
            <a:r>
              <a:rPr lang="sl-SI" altLang="sl-SI" dirty="0"/>
              <a:t> </a:t>
            </a:r>
            <a:r>
              <a:rPr lang="sl-SI" altLang="sl-SI" dirty="0" err="1"/>
              <a:t>applications</a:t>
            </a:r>
            <a:r>
              <a:rPr lang="sl-SI" altLang="sl-SI" dirty="0"/>
              <a:t> to </a:t>
            </a:r>
            <a:r>
              <a:rPr lang="sl-SI" altLang="sl-SI" dirty="0" err="1"/>
              <a:t>modeling</a:t>
            </a:r>
            <a:r>
              <a:rPr lang="sl-SI" altLang="sl-SI" dirty="0"/>
              <a:t> </a:t>
            </a:r>
            <a:r>
              <a:rPr lang="sl-SI" altLang="sl-SI" dirty="0" err="1"/>
              <a:t>and</a:t>
            </a:r>
            <a:r>
              <a:rPr lang="sl-SI" altLang="sl-SI" dirty="0"/>
              <a:t> </a:t>
            </a:r>
            <a:r>
              <a:rPr lang="sl-SI" altLang="sl-SI" dirty="0" err="1"/>
              <a:t>control</a:t>
            </a:r>
            <a:r>
              <a:rPr lang="sl-SI" altLang="sl-SI" dirty="0"/>
              <a:t>, IEEE Trans. </a:t>
            </a:r>
            <a:r>
              <a:rPr lang="sl-SI" altLang="sl-SI" dirty="0" err="1"/>
              <a:t>Syst</a:t>
            </a:r>
            <a:r>
              <a:rPr lang="sl-SI" altLang="sl-SI" dirty="0"/>
              <a:t>., Man, </a:t>
            </a:r>
            <a:r>
              <a:rPr lang="sl-SI" altLang="sl-SI" dirty="0" err="1"/>
              <a:t>Cybern</a:t>
            </a:r>
            <a:r>
              <a:rPr lang="sl-SI" altLang="sl-SI" dirty="0"/>
              <a:t>. (1) (1985) 116–132. doi:10.1109/TSMC.1985.6313399.</a:t>
            </a:r>
          </a:p>
          <a:p>
            <a:endParaRPr lang="sl-SI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57919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8606DD8-BD75-4B56-BC13-8881EB56D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Takagi-Sugeno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26058A1E-0FB3-4BEF-8F73-CFBC894EF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134289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072737F-1F7B-46A5-9D59-B5CFA5E2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Information</a:t>
            </a:r>
            <a:r>
              <a:rPr lang="sl-SI" dirty="0"/>
              <a:t> </a:t>
            </a:r>
            <a:r>
              <a:rPr lang="sl-SI" dirty="0" err="1"/>
              <a:t>granules</a:t>
            </a:r>
            <a:r>
              <a:rPr lang="sl-SI" dirty="0"/>
              <a:t>, data </a:t>
            </a:r>
            <a:r>
              <a:rPr lang="sl-SI" dirty="0" err="1"/>
              <a:t>clouds</a:t>
            </a:r>
            <a:r>
              <a:rPr lang="sl-SI" dirty="0"/>
              <a:t>, </a:t>
            </a:r>
            <a:r>
              <a:rPr lang="sl-SI" dirty="0" err="1"/>
              <a:t>clusters</a:t>
            </a:r>
            <a:r>
              <a:rPr lang="sl-SI"/>
              <a:t> 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2A1E75D-AB38-4960-B85B-CD154E095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052123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85D5F98-98C0-4A92-9995-B7DF27BAC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Cluster</a:t>
            </a:r>
            <a:r>
              <a:rPr lang="sl-SI" dirty="0"/>
              <a:t> </a:t>
            </a:r>
            <a:r>
              <a:rPr lang="sl-SI" dirty="0" err="1"/>
              <a:t>splitting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2E71883-7441-42CB-B8C6-2644AA2C6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 dirty="0" err="1"/>
              <a:t>Cherkoff</a:t>
            </a:r>
            <a:r>
              <a:rPr lang="sl-SI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18702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21B2665-87B1-4363-AB30-E43F01FCE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F8CBE8A-96B8-445E-A08D-9128844A8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 dirty="0" err="1"/>
              <a:t>modeling</a:t>
            </a:r>
            <a:r>
              <a:rPr lang="sl-SI" dirty="0"/>
              <a:t>, </a:t>
            </a:r>
            <a:r>
              <a:rPr lang="sl-SI" dirty="0" err="1"/>
              <a:t>identification</a:t>
            </a:r>
            <a:r>
              <a:rPr lang="sl-SI" dirty="0"/>
              <a:t>, </a:t>
            </a:r>
            <a:r>
              <a:rPr lang="sl-SI" dirty="0" err="1"/>
              <a:t>inference</a:t>
            </a:r>
            <a:r>
              <a:rPr lang="sl-SI" dirty="0"/>
              <a:t>, </a:t>
            </a:r>
            <a:r>
              <a:rPr lang="sl-SI" dirty="0" err="1"/>
              <a:t>control</a:t>
            </a:r>
            <a:r>
              <a:rPr lang="sl-SI" dirty="0"/>
              <a:t>, </a:t>
            </a:r>
            <a:r>
              <a:rPr lang="sl-SI" dirty="0" err="1"/>
              <a:t>prediction</a:t>
            </a:r>
            <a:r>
              <a:rPr lang="sl-SI" dirty="0"/>
              <a:t>, </a:t>
            </a:r>
            <a:r>
              <a:rPr lang="sl-SI" dirty="0" err="1"/>
              <a:t>clustering</a:t>
            </a:r>
            <a:r>
              <a:rPr lang="sl-SI" dirty="0"/>
              <a:t>, </a:t>
            </a:r>
            <a:r>
              <a:rPr lang="sl-SI" dirty="0" err="1"/>
              <a:t>classification</a:t>
            </a:r>
            <a:r>
              <a:rPr lang="sl-SI" dirty="0"/>
              <a:t>, </a:t>
            </a:r>
            <a:r>
              <a:rPr lang="sl-SI" dirty="0" err="1"/>
              <a:t>fault</a:t>
            </a:r>
            <a:r>
              <a:rPr lang="sl-SI" dirty="0"/>
              <a:t> </a:t>
            </a:r>
            <a:r>
              <a:rPr lang="sl-SI" dirty="0" err="1"/>
              <a:t>detection</a:t>
            </a:r>
            <a:r>
              <a:rPr lang="sl-SI" dirty="0"/>
              <a:t>, </a:t>
            </a:r>
            <a:r>
              <a:rPr lang="sl-SI" dirty="0" err="1"/>
              <a:t>anomaly</a:t>
            </a:r>
            <a:r>
              <a:rPr lang="sl-SI" dirty="0"/>
              <a:t> </a:t>
            </a:r>
            <a:r>
              <a:rPr lang="sl-SI" dirty="0" err="1"/>
              <a:t>detection</a:t>
            </a:r>
            <a:r>
              <a:rPr lang="sl-SI" dirty="0"/>
              <a:t>, </a:t>
            </a:r>
            <a:r>
              <a:rPr lang="sl-SI" dirty="0" err="1"/>
              <a:t>frequent</a:t>
            </a:r>
            <a:r>
              <a:rPr lang="sl-SI" dirty="0"/>
              <a:t> </a:t>
            </a:r>
            <a:r>
              <a:rPr lang="sl-SI" dirty="0" err="1"/>
              <a:t>pattern</a:t>
            </a:r>
            <a:r>
              <a:rPr lang="sl-SI" dirty="0"/>
              <a:t> </a:t>
            </a:r>
            <a:r>
              <a:rPr lang="sl-SI" dirty="0" err="1"/>
              <a:t>mining</a:t>
            </a:r>
            <a:r>
              <a:rPr lang="sl-SI" dirty="0"/>
              <a:t>, </a:t>
            </a:r>
            <a:r>
              <a:rPr lang="sl-SI" dirty="0" err="1"/>
              <a:t>recognition</a:t>
            </a:r>
            <a:r>
              <a:rPr lang="sl-SI" dirty="0"/>
              <a:t> [1]. </a:t>
            </a:r>
          </a:p>
        </p:txBody>
      </p:sp>
      <p:sp>
        <p:nvSpPr>
          <p:cNvPr id="5" name="PoljeZBesedilom 4">
            <a:extLst>
              <a:ext uri="{FF2B5EF4-FFF2-40B4-BE49-F238E27FC236}">
                <a16:creationId xmlns:a16="http://schemas.microsoft.com/office/drawing/2014/main" id="{1E880E51-D58B-41B7-B91F-C533C68FDB31}"/>
              </a:ext>
            </a:extLst>
          </p:cNvPr>
          <p:cNvSpPr txBox="1"/>
          <p:nvPr/>
        </p:nvSpPr>
        <p:spPr>
          <a:xfrm>
            <a:off x="625136" y="5846544"/>
            <a:ext cx="10792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[1]</a:t>
            </a:r>
            <a:r>
              <a:rPr lang="sl-SI" dirty="0"/>
              <a:t> </a:t>
            </a:r>
            <a:r>
              <a:rPr lang="sl-SI" dirty="0">
                <a:effectLst/>
              </a:rPr>
              <a:t>D</a:t>
            </a:r>
            <a:r>
              <a:rPr lang="en-US" dirty="0">
                <a:effectLst/>
              </a:rPr>
              <a:t>. </a:t>
            </a:r>
            <a:r>
              <a:rPr lang="en-US" dirty="0" err="1">
                <a:effectLst/>
              </a:rPr>
              <a:t>Leite</a:t>
            </a:r>
            <a:r>
              <a:rPr lang="en-US" dirty="0">
                <a:effectLst/>
              </a:rPr>
              <a:t>, I. Škrjanc, and F. </a:t>
            </a:r>
            <a:r>
              <a:rPr lang="en-US" dirty="0" err="1">
                <a:effectLst/>
              </a:rPr>
              <a:t>Gomide</a:t>
            </a:r>
            <a:r>
              <a:rPr lang="en-US" dirty="0">
                <a:effectLst/>
              </a:rPr>
              <a:t>, “An overview on evolving systems and learning from stream data,” </a:t>
            </a:r>
            <a:r>
              <a:rPr lang="en-US" i="1" dirty="0">
                <a:effectLst/>
              </a:rPr>
              <a:t>Evolving Systems</a:t>
            </a:r>
            <a:r>
              <a:rPr lang="en-US" dirty="0">
                <a:effectLst/>
              </a:rPr>
              <a:t>, vol. 11, no. 2, pp. 181–198, Jun. 2020, </a:t>
            </a:r>
            <a:r>
              <a:rPr lang="en-US" dirty="0" err="1">
                <a:effectLst/>
              </a:rPr>
              <a:t>doi</a:t>
            </a:r>
            <a:r>
              <a:rPr lang="en-US" dirty="0">
                <a:effectLst/>
              </a:rPr>
              <a:t>: </a:t>
            </a:r>
            <a:r>
              <a:rPr lang="en-US" dirty="0">
                <a:effectLst/>
                <a:hlinkClick r:id="rId2"/>
              </a:rPr>
              <a:t>10.1007/s12530-020-09334-5</a:t>
            </a:r>
            <a:r>
              <a:rPr lang="en-US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4290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551B4C0-42E8-42B6-BBFA-1C451410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Cluster</a:t>
            </a:r>
            <a:r>
              <a:rPr lang="sl-SI" dirty="0"/>
              <a:t> </a:t>
            </a:r>
            <a:r>
              <a:rPr lang="sl-SI" dirty="0" err="1"/>
              <a:t>merging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5F4A6C1-B28F-462A-B845-80987A0CF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30699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95CBE67-7736-4DB5-BF4C-A1A7F390F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Cluster</a:t>
            </a:r>
            <a:r>
              <a:rPr lang="sl-SI" dirty="0"/>
              <a:t> </a:t>
            </a:r>
            <a:r>
              <a:rPr lang="sl-SI" dirty="0" err="1"/>
              <a:t>removal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A3ED9DEB-BD0F-4A80-B60F-8915579329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658886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A2F52AC-0CEE-4781-9CF7-D06DD8E0C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Control</a:t>
            </a:r>
            <a:r>
              <a:rPr lang="sl-SI" dirty="0"/>
              <a:t>, </a:t>
            </a:r>
            <a:r>
              <a:rPr lang="sl-SI" dirty="0" err="1"/>
              <a:t>fault</a:t>
            </a:r>
            <a:r>
              <a:rPr lang="sl-SI" dirty="0"/>
              <a:t> </a:t>
            </a:r>
            <a:r>
              <a:rPr lang="sl-SI" dirty="0" err="1"/>
              <a:t>detection</a:t>
            </a:r>
            <a:r>
              <a:rPr lang="sl-SI" dirty="0"/>
              <a:t> </a:t>
            </a:r>
            <a:r>
              <a:rPr lang="sl-SI" dirty="0" err="1"/>
              <a:t>and</a:t>
            </a:r>
            <a:r>
              <a:rPr lang="sl-SI" dirty="0"/>
              <a:t> </a:t>
            </a:r>
            <a:r>
              <a:rPr lang="sl-SI" dirty="0" err="1"/>
              <a:t>system</a:t>
            </a:r>
            <a:r>
              <a:rPr lang="sl-SI" dirty="0"/>
              <a:t> monitoring,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A28A48D-9169-44F4-9DB1-F086D444D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2128968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D495C8B-1B98-40AE-95C3-AC7DF13E8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Parameter </a:t>
            </a:r>
            <a:r>
              <a:rPr lang="sl-SI" dirty="0" err="1"/>
              <a:t>optimization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544D78F-F0DB-4671-902A-29C361618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l-SI" dirty="0" err="1"/>
              <a:t>Correntropy</a:t>
            </a:r>
            <a:endParaRPr lang="sl-SI" dirty="0"/>
          </a:p>
          <a:p>
            <a:pPr marL="0" indent="0">
              <a:buNone/>
            </a:pPr>
            <a:endParaRPr lang="sl-SI" dirty="0"/>
          </a:p>
          <a:p>
            <a:pPr marL="0" indent="0">
              <a:buNone/>
            </a:pPr>
            <a:r>
              <a:rPr lang="sl-SI" dirty="0" err="1"/>
              <a:t>Multi-innovation</a:t>
            </a:r>
            <a:endParaRPr lang="sl-SI" dirty="0"/>
          </a:p>
          <a:p>
            <a:pPr marL="0" indent="0">
              <a:buNone/>
            </a:pPr>
            <a:r>
              <a:rPr lang="sl-SI" dirty="0" err="1"/>
              <a:t>Augsiliary</a:t>
            </a:r>
            <a:r>
              <a:rPr lang="sl-SI" dirty="0"/>
              <a:t> model </a:t>
            </a:r>
          </a:p>
          <a:p>
            <a:pPr marL="0" indent="0">
              <a:buNone/>
            </a:pPr>
            <a:r>
              <a:rPr lang="sl-SI" dirty="0" err="1"/>
              <a:t>Hierhical</a:t>
            </a:r>
            <a:r>
              <a:rPr lang="sl-SI" dirty="0"/>
              <a:t> </a:t>
            </a:r>
          </a:p>
          <a:p>
            <a:pPr marL="0" indent="0">
              <a:buNone/>
            </a:pPr>
            <a:endParaRPr lang="sl-SI" dirty="0"/>
          </a:p>
        </p:txBody>
      </p:sp>
      <p:sp>
        <p:nvSpPr>
          <p:cNvPr id="5" name="PoljeZBesedilom 4">
            <a:extLst>
              <a:ext uri="{FF2B5EF4-FFF2-40B4-BE49-F238E27FC236}">
                <a16:creationId xmlns:a16="http://schemas.microsoft.com/office/drawing/2014/main" id="{D2E5BB66-FD80-4A9C-A021-D2B3419849B2}"/>
              </a:ext>
            </a:extLst>
          </p:cNvPr>
          <p:cNvSpPr txBox="1"/>
          <p:nvPr/>
        </p:nvSpPr>
        <p:spPr>
          <a:xfrm>
            <a:off x="294443" y="5988734"/>
            <a:ext cx="110593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Lughofer</a:t>
            </a:r>
            <a:r>
              <a:rPr lang="en-US" dirty="0"/>
              <a:t>, E. (2021). Improving the robustness of recursive consequent parameters learning in evolving neuro-fuzzy systems. </a:t>
            </a:r>
            <a:r>
              <a:rPr lang="en-US" i="1" dirty="0"/>
              <a:t>Information Sciences</a:t>
            </a:r>
            <a:r>
              <a:rPr lang="en-US" dirty="0"/>
              <a:t>, </a:t>
            </a:r>
            <a:r>
              <a:rPr lang="en-US" i="1" dirty="0"/>
              <a:t>545</a:t>
            </a:r>
            <a:r>
              <a:rPr lang="en-US" dirty="0"/>
              <a:t>, 555–574. https://doi.org/10.1016/J.INS.2020.09.026</a:t>
            </a:r>
          </a:p>
        </p:txBody>
      </p:sp>
    </p:spTree>
    <p:extLst>
      <p:ext uri="{BB962C8B-B14F-4D97-AF65-F5344CB8AC3E}">
        <p14:creationId xmlns:p14="http://schemas.microsoft.com/office/powerpoint/2010/main" val="2194279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291</Words>
  <Application>Microsoft Office PowerPoint</Application>
  <PresentationFormat>Širokozaslonsko</PresentationFormat>
  <Paragraphs>24</Paragraphs>
  <Slides>10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Officeova tema</vt:lpstr>
      <vt:lpstr>Samo razvijajoči se sistemi Seminarska naloga 1</vt:lpstr>
      <vt:lpstr>Fuzzy and neuro-fuzzy</vt:lpstr>
      <vt:lpstr>Takagi-Sugeno</vt:lpstr>
      <vt:lpstr>Information granules, data clouds, clusters </vt:lpstr>
      <vt:lpstr>Cluster splitting</vt:lpstr>
      <vt:lpstr>PowerPointova predstavitev</vt:lpstr>
      <vt:lpstr>Cluster merging</vt:lpstr>
      <vt:lpstr>Cluster removal</vt:lpstr>
      <vt:lpstr>Control, fault detection and system monitoring,</vt:lpstr>
      <vt:lpstr>Parameter optimization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Samo razvijajoči se sistemi Seminarska naloga 1</dc:title>
  <dc:creator>Ožbot, Miha</dc:creator>
  <cp:lastModifiedBy>Ožbot, Miha</cp:lastModifiedBy>
  <cp:revision>1</cp:revision>
  <dcterms:created xsi:type="dcterms:W3CDTF">2022-03-16T16:17:31Z</dcterms:created>
  <dcterms:modified xsi:type="dcterms:W3CDTF">2022-03-17T17:37:09Z</dcterms:modified>
</cp:coreProperties>
</file>