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67" r:id="rId2"/>
    <p:sldId id="268" r:id="rId3"/>
    <p:sldId id="271" r:id="rId4"/>
    <p:sldId id="269" r:id="rId5"/>
    <p:sldId id="272" r:id="rId6"/>
    <p:sldId id="273" r:id="rId7"/>
    <p:sldId id="276" r:id="rId8"/>
    <p:sldId id="274" r:id="rId9"/>
    <p:sldId id="275" r:id="rId10"/>
    <p:sldId id="277" r:id="rId11"/>
    <p:sldId id="279" r:id="rId12"/>
    <p:sldId id="278" r:id="rId13"/>
    <p:sldId id="280" r:id="rId14"/>
    <p:sldId id="281" r:id="rId15"/>
    <p:sldId id="282" r:id="rId16"/>
    <p:sldId id="283" r:id="rId17"/>
    <p:sldId id="284" r:id="rId18"/>
  </p:sldIdLst>
  <p:sldSz cx="12192000" cy="6858000"/>
  <p:notesSz cx="6858000" cy="9144000"/>
  <p:defaultTextStyle>
    <a:defPPr>
      <a:defRPr lang="sl-S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3297F8E-1693-473A-BAB3-926252088BC1}" v="30" dt="2022-04-11T19:16:14.096"/>
    <p1510:client id="{AE99531F-D73C-4103-9623-9BB2A0EB9D18}" v="113" dt="2022-04-12T14:37:20.43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67626" autoAdjust="0"/>
  </p:normalViewPr>
  <p:slideViewPr>
    <p:cSldViewPr snapToGrid="0">
      <p:cViewPr varScale="1">
        <p:scale>
          <a:sx n="75" d="100"/>
          <a:sy n="75" d="100"/>
        </p:scale>
        <p:origin x="121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žbot, Miha" userId="5fdfeab2-e3ac-40dc-9f9d-ac602c9b72a8" providerId="ADAL" clId="{F6470792-E840-4171-BDB0-E3FB66A095FD}"/>
    <pc:docChg chg="undo custSel addSld delSld modSld sldOrd">
      <pc:chgData name="Ožbot, Miha" userId="5fdfeab2-e3ac-40dc-9f9d-ac602c9b72a8" providerId="ADAL" clId="{F6470792-E840-4171-BDB0-E3FB66A095FD}" dt="2022-03-17T17:37:06.467" v="776" actId="20577"/>
      <pc:docMkLst>
        <pc:docMk/>
      </pc:docMkLst>
      <pc:sldChg chg="addSp delSp modSp mod">
        <pc:chgData name="Ožbot, Miha" userId="5fdfeab2-e3ac-40dc-9f9d-ac602c9b72a8" providerId="ADAL" clId="{F6470792-E840-4171-BDB0-E3FB66A095FD}" dt="2022-03-17T17:37:06.467" v="776" actId="20577"/>
        <pc:sldMkLst>
          <pc:docMk/>
          <pc:sldMk cId="1257919980" sldId="257"/>
        </pc:sldMkLst>
        <pc:spChg chg="mod">
          <ac:chgData name="Ožbot, Miha" userId="5fdfeab2-e3ac-40dc-9f9d-ac602c9b72a8" providerId="ADAL" clId="{F6470792-E840-4171-BDB0-E3FB66A095FD}" dt="2022-03-17T17:37:06.467" v="776" actId="20577"/>
          <ac:spMkLst>
            <pc:docMk/>
            <pc:sldMk cId="1257919980" sldId="257"/>
            <ac:spMk id="3" creationId="{DE560C8A-EAE8-42FF-9413-DD1909AD806D}"/>
          </ac:spMkLst>
        </pc:spChg>
        <pc:spChg chg="add mod">
          <ac:chgData name="Ožbot, Miha" userId="5fdfeab2-e3ac-40dc-9f9d-ac602c9b72a8" providerId="ADAL" clId="{F6470792-E840-4171-BDB0-E3FB66A095FD}" dt="2022-03-17T16:00:08.252" v="763" actId="20577"/>
          <ac:spMkLst>
            <pc:docMk/>
            <pc:sldMk cId="1257919980" sldId="257"/>
            <ac:spMk id="5" creationId="{40F0543A-7E03-472C-94CE-84E2914E6833}"/>
          </ac:spMkLst>
        </pc:spChg>
        <pc:spChg chg="add del">
          <ac:chgData name="Ožbot, Miha" userId="5fdfeab2-e3ac-40dc-9f9d-ac602c9b72a8" providerId="ADAL" clId="{F6470792-E840-4171-BDB0-E3FB66A095FD}" dt="2022-03-17T15:57:36.269" v="718"/>
          <ac:spMkLst>
            <pc:docMk/>
            <pc:sldMk cId="1257919980" sldId="257"/>
            <ac:spMk id="6" creationId="{143DA608-2DFC-4010-B149-41D982224F12}"/>
          </ac:spMkLst>
        </pc:spChg>
        <pc:spChg chg="add del">
          <ac:chgData name="Ožbot, Miha" userId="5fdfeab2-e3ac-40dc-9f9d-ac602c9b72a8" providerId="ADAL" clId="{F6470792-E840-4171-BDB0-E3FB66A095FD}" dt="2022-03-17T15:57:38.827" v="720"/>
          <ac:spMkLst>
            <pc:docMk/>
            <pc:sldMk cId="1257919980" sldId="257"/>
            <ac:spMk id="7" creationId="{DA4B6960-3729-44DA-B780-4BBF226ACB23}"/>
          </ac:spMkLst>
        </pc:spChg>
        <pc:spChg chg="add del">
          <ac:chgData name="Ožbot, Miha" userId="5fdfeab2-e3ac-40dc-9f9d-ac602c9b72a8" providerId="ADAL" clId="{F6470792-E840-4171-BDB0-E3FB66A095FD}" dt="2022-03-17T15:57:45.163" v="722"/>
          <ac:spMkLst>
            <pc:docMk/>
            <pc:sldMk cId="1257919980" sldId="257"/>
            <ac:spMk id="8" creationId="{568EF58E-FC9D-47B5-B57F-2AF349286E7B}"/>
          </ac:spMkLst>
        </pc:spChg>
        <pc:spChg chg="add del mod">
          <ac:chgData name="Ožbot, Miha" userId="5fdfeab2-e3ac-40dc-9f9d-ac602c9b72a8" providerId="ADAL" clId="{F6470792-E840-4171-BDB0-E3FB66A095FD}" dt="2022-03-17T15:58:12.989" v="729"/>
          <ac:spMkLst>
            <pc:docMk/>
            <pc:sldMk cId="1257919980" sldId="257"/>
            <ac:spMk id="9" creationId="{484E5D5F-B7FD-4B85-B785-FDF657C4540B}"/>
          </ac:spMkLst>
        </pc:spChg>
        <pc:spChg chg="add del mod">
          <ac:chgData name="Ožbot, Miha" userId="5fdfeab2-e3ac-40dc-9f9d-ac602c9b72a8" providerId="ADAL" clId="{F6470792-E840-4171-BDB0-E3FB66A095FD}" dt="2022-03-17T16:00:00.811" v="757" actId="478"/>
          <ac:spMkLst>
            <pc:docMk/>
            <pc:sldMk cId="1257919980" sldId="257"/>
            <ac:spMk id="10" creationId="{CAA17437-DF1E-4EB2-BD2C-A400BCD55ABB}"/>
          </ac:spMkLst>
        </pc:spChg>
        <pc:spChg chg="add del mod">
          <ac:chgData name="Ožbot, Miha" userId="5fdfeab2-e3ac-40dc-9f9d-ac602c9b72a8" providerId="ADAL" clId="{F6470792-E840-4171-BDB0-E3FB66A095FD}" dt="2022-03-17T15:58:21.547" v="732" actId="478"/>
          <ac:spMkLst>
            <pc:docMk/>
            <pc:sldMk cId="1257919980" sldId="257"/>
            <ac:spMk id="11" creationId="{79294D98-302F-4EB5-B67A-68FC392A5177}"/>
          </ac:spMkLst>
        </pc:spChg>
      </pc:sldChg>
      <pc:sldChg chg="modSp mod">
        <pc:chgData name="Ožbot, Miha" userId="5fdfeab2-e3ac-40dc-9f9d-ac602c9b72a8" providerId="ADAL" clId="{F6470792-E840-4171-BDB0-E3FB66A095FD}" dt="2022-03-16T17:01:03.686" v="93" actId="20577"/>
        <pc:sldMkLst>
          <pc:docMk/>
          <pc:sldMk cId="2052123652" sldId="258"/>
        </pc:sldMkLst>
        <pc:spChg chg="mod">
          <ac:chgData name="Ožbot, Miha" userId="5fdfeab2-e3ac-40dc-9f9d-ac602c9b72a8" providerId="ADAL" clId="{F6470792-E840-4171-BDB0-E3FB66A095FD}" dt="2022-03-16T17:01:03.686" v="93" actId="20577"/>
          <ac:spMkLst>
            <pc:docMk/>
            <pc:sldMk cId="2052123652" sldId="258"/>
            <ac:spMk id="2" creationId="{6072737F-1F7B-46A5-9D59-B5CFA5E2F463}"/>
          </ac:spMkLst>
        </pc:spChg>
      </pc:sldChg>
      <pc:sldChg chg="modSp del mod ord">
        <pc:chgData name="Ožbot, Miha" userId="5fdfeab2-e3ac-40dc-9f9d-ac602c9b72a8" providerId="ADAL" clId="{F6470792-E840-4171-BDB0-E3FB66A095FD}" dt="2022-03-17T15:47:32.608" v="525" actId="47"/>
        <pc:sldMkLst>
          <pc:docMk/>
          <pc:sldMk cId="2202418353" sldId="259"/>
        </pc:sldMkLst>
        <pc:spChg chg="mod">
          <ac:chgData name="Ožbot, Miha" userId="5fdfeab2-e3ac-40dc-9f9d-ac602c9b72a8" providerId="ADAL" clId="{F6470792-E840-4171-BDB0-E3FB66A095FD}" dt="2022-03-17T15:47:30.259" v="523" actId="21"/>
          <ac:spMkLst>
            <pc:docMk/>
            <pc:sldMk cId="2202418353" sldId="259"/>
            <ac:spMk id="2" creationId="{DDCC584B-74F3-4267-8238-1948AA16BDD1}"/>
          </ac:spMkLst>
        </pc:spChg>
      </pc:sldChg>
      <pc:sldChg chg="modSp mod">
        <pc:chgData name="Ožbot, Miha" userId="5fdfeab2-e3ac-40dc-9f9d-ac602c9b72a8" providerId="ADAL" clId="{F6470792-E840-4171-BDB0-E3FB66A095FD}" dt="2022-03-17T15:41:04.365" v="248" actId="20577"/>
        <pc:sldMkLst>
          <pc:docMk/>
          <pc:sldMk cId="2128968485" sldId="260"/>
        </pc:sldMkLst>
        <pc:spChg chg="mod">
          <ac:chgData name="Ožbot, Miha" userId="5fdfeab2-e3ac-40dc-9f9d-ac602c9b72a8" providerId="ADAL" clId="{F6470792-E840-4171-BDB0-E3FB66A095FD}" dt="2022-03-17T15:41:04.365" v="248" actId="20577"/>
          <ac:spMkLst>
            <pc:docMk/>
            <pc:sldMk cId="2128968485" sldId="260"/>
            <ac:spMk id="2" creationId="{0A2F52AC-0CEE-4781-9CF7-D06DD8E0C87E}"/>
          </ac:spMkLst>
        </pc:spChg>
      </pc:sldChg>
      <pc:sldChg chg="modSp new mod ord">
        <pc:chgData name="Ožbot, Miha" userId="5fdfeab2-e3ac-40dc-9f9d-ac602c9b72a8" providerId="ADAL" clId="{F6470792-E840-4171-BDB0-E3FB66A095FD}" dt="2022-03-17T15:41:13.932" v="260" actId="20577"/>
        <pc:sldMkLst>
          <pc:docMk/>
          <pc:sldMk cId="1218702890" sldId="261"/>
        </pc:sldMkLst>
        <pc:spChg chg="mod">
          <ac:chgData name="Ožbot, Miha" userId="5fdfeab2-e3ac-40dc-9f9d-ac602c9b72a8" providerId="ADAL" clId="{F6470792-E840-4171-BDB0-E3FB66A095FD}" dt="2022-03-16T17:00:43.223" v="67" actId="20577"/>
          <ac:spMkLst>
            <pc:docMk/>
            <pc:sldMk cId="1218702890" sldId="261"/>
            <ac:spMk id="2" creationId="{E85D5F98-98C0-4A92-9995-B7DF27BACBAA}"/>
          </ac:spMkLst>
        </pc:spChg>
        <pc:spChg chg="mod">
          <ac:chgData name="Ožbot, Miha" userId="5fdfeab2-e3ac-40dc-9f9d-ac602c9b72a8" providerId="ADAL" clId="{F6470792-E840-4171-BDB0-E3FB66A095FD}" dt="2022-03-17T15:41:13.932" v="260" actId="20577"/>
          <ac:spMkLst>
            <pc:docMk/>
            <pc:sldMk cId="1218702890" sldId="261"/>
            <ac:spMk id="3" creationId="{F2E71883-7441-42CB-B8C6-2644AA2C62CA}"/>
          </ac:spMkLst>
        </pc:spChg>
      </pc:sldChg>
      <pc:sldChg chg="addSp delSp modSp new mod ord">
        <pc:chgData name="Ožbot, Miha" userId="5fdfeab2-e3ac-40dc-9f9d-ac602c9b72a8" providerId="ADAL" clId="{F6470792-E840-4171-BDB0-E3FB66A095FD}" dt="2022-03-16T17:00:49.730" v="69"/>
        <pc:sldMkLst>
          <pc:docMk/>
          <pc:sldMk cId="2306990913" sldId="262"/>
        </pc:sldMkLst>
        <pc:spChg chg="mod">
          <ac:chgData name="Ožbot, Miha" userId="5fdfeab2-e3ac-40dc-9f9d-ac602c9b72a8" providerId="ADAL" clId="{F6470792-E840-4171-BDB0-E3FB66A095FD}" dt="2022-03-16T17:00:40.776" v="65" actId="20577"/>
          <ac:spMkLst>
            <pc:docMk/>
            <pc:sldMk cId="2306990913" sldId="262"/>
            <ac:spMk id="2" creationId="{9551B4C0-42E8-42B6-BBFA-1C451410A532}"/>
          </ac:spMkLst>
        </pc:spChg>
        <pc:spChg chg="add del">
          <ac:chgData name="Ožbot, Miha" userId="5fdfeab2-e3ac-40dc-9f9d-ac602c9b72a8" providerId="ADAL" clId="{F6470792-E840-4171-BDB0-E3FB66A095FD}" dt="2022-03-16T17:00:13.814" v="27" actId="478"/>
          <ac:spMkLst>
            <pc:docMk/>
            <pc:sldMk cId="2306990913" sldId="262"/>
            <ac:spMk id="5" creationId="{1EAC76D8-0471-4765-AA83-CBD8429C9A39}"/>
          </ac:spMkLst>
        </pc:spChg>
      </pc:sldChg>
      <pc:sldChg chg="modSp new mod ord">
        <pc:chgData name="Ožbot, Miha" userId="5fdfeab2-e3ac-40dc-9f9d-ac602c9b72a8" providerId="ADAL" clId="{F6470792-E840-4171-BDB0-E3FB66A095FD}" dt="2022-03-16T17:00:49.730" v="69"/>
        <pc:sldMkLst>
          <pc:docMk/>
          <pc:sldMk cId="3658886467" sldId="263"/>
        </pc:sldMkLst>
        <pc:spChg chg="mod">
          <ac:chgData name="Ožbot, Miha" userId="5fdfeab2-e3ac-40dc-9f9d-ac602c9b72a8" providerId="ADAL" clId="{F6470792-E840-4171-BDB0-E3FB66A095FD}" dt="2022-03-16T17:00:36.774" v="63" actId="20577"/>
          <ac:spMkLst>
            <pc:docMk/>
            <pc:sldMk cId="3658886467" sldId="263"/>
            <ac:spMk id="2" creationId="{095CBE67-7736-4DB5-BF4C-A1A7F390F7EA}"/>
          </ac:spMkLst>
        </pc:spChg>
      </pc:sldChg>
      <pc:sldChg chg="addSp modSp new mod">
        <pc:chgData name="Ožbot, Miha" userId="5fdfeab2-e3ac-40dc-9f9d-ac602c9b72a8" providerId="ADAL" clId="{F6470792-E840-4171-BDB0-E3FB66A095FD}" dt="2022-03-17T15:40:45.788" v="235" actId="20577"/>
        <pc:sldMkLst>
          <pc:docMk/>
          <pc:sldMk cId="2194279594" sldId="264"/>
        </pc:sldMkLst>
        <pc:spChg chg="mod">
          <ac:chgData name="Ožbot, Miha" userId="5fdfeab2-e3ac-40dc-9f9d-ac602c9b72a8" providerId="ADAL" clId="{F6470792-E840-4171-BDB0-E3FB66A095FD}" dt="2022-03-17T15:38:46.909" v="118" actId="20577"/>
          <ac:spMkLst>
            <pc:docMk/>
            <pc:sldMk cId="2194279594" sldId="264"/>
            <ac:spMk id="2" creationId="{CD495C8B-1B98-40AE-95C3-AC7DF13E80E8}"/>
          </ac:spMkLst>
        </pc:spChg>
        <pc:spChg chg="mod">
          <ac:chgData name="Ožbot, Miha" userId="5fdfeab2-e3ac-40dc-9f9d-ac602c9b72a8" providerId="ADAL" clId="{F6470792-E840-4171-BDB0-E3FB66A095FD}" dt="2022-03-17T15:40:45.788" v="235" actId="20577"/>
          <ac:spMkLst>
            <pc:docMk/>
            <pc:sldMk cId="2194279594" sldId="264"/>
            <ac:spMk id="3" creationId="{B544D78F-F0DB-4671-902A-29C361618528}"/>
          </ac:spMkLst>
        </pc:spChg>
        <pc:spChg chg="add mod">
          <ac:chgData name="Ožbot, Miha" userId="5fdfeab2-e3ac-40dc-9f9d-ac602c9b72a8" providerId="ADAL" clId="{F6470792-E840-4171-BDB0-E3FB66A095FD}" dt="2022-03-17T15:38:57.508" v="123" actId="1076"/>
          <ac:spMkLst>
            <pc:docMk/>
            <pc:sldMk cId="2194279594" sldId="264"/>
            <ac:spMk id="5" creationId="{D2E5BB66-FD80-4A9C-A021-D2B3419849B2}"/>
          </ac:spMkLst>
        </pc:spChg>
      </pc:sldChg>
      <pc:sldChg chg="addSp modSp new mod ord">
        <pc:chgData name="Ožbot, Miha" userId="5fdfeab2-e3ac-40dc-9f9d-ac602c9b72a8" providerId="ADAL" clId="{F6470792-E840-4171-BDB0-E3FB66A095FD}" dt="2022-03-17T15:47:56.620" v="533" actId="20577"/>
        <pc:sldMkLst>
          <pc:docMk/>
          <pc:sldMk cId="654290338" sldId="265"/>
        </pc:sldMkLst>
        <pc:spChg chg="mod">
          <ac:chgData name="Ožbot, Miha" userId="5fdfeab2-e3ac-40dc-9f9d-ac602c9b72a8" providerId="ADAL" clId="{F6470792-E840-4171-BDB0-E3FB66A095FD}" dt="2022-03-17T15:47:50.171" v="532" actId="20577"/>
          <ac:spMkLst>
            <pc:docMk/>
            <pc:sldMk cId="654290338" sldId="265"/>
            <ac:spMk id="2" creationId="{D21B2665-87B1-4363-AB30-E43F01FCEFAE}"/>
          </ac:spMkLst>
        </pc:spChg>
        <pc:spChg chg="mod">
          <ac:chgData name="Ožbot, Miha" userId="5fdfeab2-e3ac-40dc-9f9d-ac602c9b72a8" providerId="ADAL" clId="{F6470792-E840-4171-BDB0-E3FB66A095FD}" dt="2022-03-17T15:47:56.620" v="533" actId="20577"/>
          <ac:spMkLst>
            <pc:docMk/>
            <pc:sldMk cId="654290338" sldId="265"/>
            <ac:spMk id="3" creationId="{5F8CBE8A-96B8-445E-A08D-9128844A82BA}"/>
          </ac:spMkLst>
        </pc:spChg>
        <pc:spChg chg="add mod">
          <ac:chgData name="Ožbot, Miha" userId="5fdfeab2-e3ac-40dc-9f9d-ac602c9b72a8" providerId="ADAL" clId="{F6470792-E840-4171-BDB0-E3FB66A095FD}" dt="2022-03-17T15:47:12.851" v="514" actId="1076"/>
          <ac:spMkLst>
            <pc:docMk/>
            <pc:sldMk cId="654290338" sldId="265"/>
            <ac:spMk id="5" creationId="{1E880E51-D58B-41B7-B91F-C533C68FDB31}"/>
          </ac:spMkLst>
        </pc:spChg>
      </pc:sldChg>
      <pc:sldChg chg="modSp new mod">
        <pc:chgData name="Ožbot, Miha" userId="5fdfeab2-e3ac-40dc-9f9d-ac602c9b72a8" providerId="ADAL" clId="{F6470792-E840-4171-BDB0-E3FB66A095FD}" dt="2022-03-17T15:57:48.941" v="724" actId="20577"/>
        <pc:sldMkLst>
          <pc:docMk/>
          <pc:sldMk cId="1342890208" sldId="266"/>
        </pc:sldMkLst>
        <pc:spChg chg="mod">
          <ac:chgData name="Ožbot, Miha" userId="5fdfeab2-e3ac-40dc-9f9d-ac602c9b72a8" providerId="ADAL" clId="{F6470792-E840-4171-BDB0-E3FB66A095FD}" dt="2022-03-17T15:57:04.475" v="668" actId="20577"/>
          <ac:spMkLst>
            <pc:docMk/>
            <pc:sldMk cId="1342890208" sldId="266"/>
            <ac:spMk id="2" creationId="{28606DD8-BD75-4B56-BC13-8881EB56DAB4}"/>
          </ac:spMkLst>
        </pc:spChg>
        <pc:spChg chg="mod">
          <ac:chgData name="Ožbot, Miha" userId="5fdfeab2-e3ac-40dc-9f9d-ac602c9b72a8" providerId="ADAL" clId="{F6470792-E840-4171-BDB0-E3FB66A095FD}" dt="2022-03-17T15:57:48.941" v="724" actId="20577"/>
          <ac:spMkLst>
            <pc:docMk/>
            <pc:sldMk cId="1342890208" sldId="266"/>
            <ac:spMk id="3" creationId="{26058A1E-0FB3-4BEF-8F73-CFBC894EF77E}"/>
          </ac:spMkLst>
        </pc:spChg>
      </pc:sldChg>
    </pc:docChg>
  </pc:docChgLst>
  <pc:docChgLst>
    <pc:chgData name="OŽBOT, MIHA" userId="36448ee4-d56c-450a-8c5f-e012d647b106" providerId="ADAL" clId="{73297F8E-1693-473A-BAB3-926252088BC1}"/>
    <pc:docChg chg="undo custSel addSld modSld">
      <pc:chgData name="OŽBOT, MIHA" userId="36448ee4-d56c-450a-8c5f-e012d647b106" providerId="ADAL" clId="{73297F8E-1693-473A-BAB3-926252088BC1}" dt="2022-04-11T19:18:41.189" v="1553" actId="20577"/>
      <pc:docMkLst>
        <pc:docMk/>
      </pc:docMkLst>
      <pc:sldChg chg="modSp mod">
        <pc:chgData name="OŽBOT, MIHA" userId="36448ee4-d56c-450a-8c5f-e012d647b106" providerId="ADAL" clId="{73297F8E-1693-473A-BAB3-926252088BC1}" dt="2022-04-11T19:14:05.874" v="1444" actId="20577"/>
        <pc:sldMkLst>
          <pc:docMk/>
          <pc:sldMk cId="3904398675" sldId="268"/>
        </pc:sldMkLst>
        <pc:spChg chg="mod">
          <ac:chgData name="OŽBOT, MIHA" userId="36448ee4-d56c-450a-8c5f-e012d647b106" providerId="ADAL" clId="{73297F8E-1693-473A-BAB3-926252088BC1}" dt="2022-04-11T19:14:05.874" v="1444" actId="20577"/>
          <ac:spMkLst>
            <pc:docMk/>
            <pc:sldMk cId="3904398675" sldId="268"/>
            <ac:spMk id="3" creationId="{E0BEF5DF-8F40-4BAD-97E9-BA7D1BA9D39E}"/>
          </ac:spMkLst>
        </pc:spChg>
      </pc:sldChg>
      <pc:sldChg chg="modSp mod">
        <pc:chgData name="OŽBOT, MIHA" userId="36448ee4-d56c-450a-8c5f-e012d647b106" providerId="ADAL" clId="{73297F8E-1693-473A-BAB3-926252088BC1}" dt="2022-04-11T19:15:55.193" v="1489" actId="114"/>
        <pc:sldMkLst>
          <pc:docMk/>
          <pc:sldMk cId="2374509314" sldId="269"/>
        </pc:sldMkLst>
        <pc:spChg chg="mod">
          <ac:chgData name="OŽBOT, MIHA" userId="36448ee4-d56c-450a-8c5f-e012d647b106" providerId="ADAL" clId="{73297F8E-1693-473A-BAB3-926252088BC1}" dt="2022-04-11T19:15:55.193" v="1489" actId="114"/>
          <ac:spMkLst>
            <pc:docMk/>
            <pc:sldMk cId="2374509314" sldId="269"/>
            <ac:spMk id="3" creationId="{E5C10B8F-0F49-47BB-9E2B-012BBFAC83C1}"/>
          </ac:spMkLst>
        </pc:spChg>
      </pc:sldChg>
      <pc:sldChg chg="modSp mod">
        <pc:chgData name="OŽBOT, MIHA" userId="36448ee4-d56c-450a-8c5f-e012d647b106" providerId="ADAL" clId="{73297F8E-1693-473A-BAB3-926252088BC1}" dt="2022-04-11T19:13:37.948" v="1438" actId="20577"/>
        <pc:sldMkLst>
          <pc:docMk/>
          <pc:sldMk cId="386065714" sldId="270"/>
        </pc:sldMkLst>
        <pc:spChg chg="mod">
          <ac:chgData name="OŽBOT, MIHA" userId="36448ee4-d56c-450a-8c5f-e012d647b106" providerId="ADAL" clId="{73297F8E-1693-473A-BAB3-926252088BC1}" dt="2022-04-11T19:13:37.948" v="1438" actId="20577"/>
          <ac:spMkLst>
            <pc:docMk/>
            <pc:sldMk cId="386065714" sldId="270"/>
            <ac:spMk id="3" creationId="{7389EECA-5815-48D2-921D-56090B8A3BCC}"/>
          </ac:spMkLst>
        </pc:spChg>
      </pc:sldChg>
      <pc:sldChg chg="addSp delSp modSp new mod">
        <pc:chgData name="OŽBOT, MIHA" userId="36448ee4-d56c-450a-8c5f-e012d647b106" providerId="ADAL" clId="{73297F8E-1693-473A-BAB3-926252088BC1}" dt="2022-04-11T19:18:41.189" v="1553" actId="20577"/>
        <pc:sldMkLst>
          <pc:docMk/>
          <pc:sldMk cId="4184736895" sldId="271"/>
        </pc:sldMkLst>
        <pc:spChg chg="mod">
          <ac:chgData name="OŽBOT, MIHA" userId="36448ee4-d56c-450a-8c5f-e012d647b106" providerId="ADAL" clId="{73297F8E-1693-473A-BAB3-926252088BC1}" dt="2022-04-11T19:18:41.189" v="1553" actId="20577"/>
          <ac:spMkLst>
            <pc:docMk/>
            <pc:sldMk cId="4184736895" sldId="271"/>
            <ac:spMk id="2" creationId="{1A949B5B-13E9-4F18-A7CD-424C992242B3}"/>
          </ac:spMkLst>
        </pc:spChg>
        <pc:spChg chg="add del mod">
          <ac:chgData name="OŽBOT, MIHA" userId="36448ee4-d56c-450a-8c5f-e012d647b106" providerId="ADAL" clId="{73297F8E-1693-473A-BAB3-926252088BC1}" dt="2022-04-11T19:17:14.282" v="1501" actId="20577"/>
          <ac:spMkLst>
            <pc:docMk/>
            <pc:sldMk cId="4184736895" sldId="271"/>
            <ac:spMk id="3" creationId="{5C52BD9D-B5F3-48BF-8D2A-ED3911753E0F}"/>
          </ac:spMkLst>
        </pc:spChg>
        <pc:spChg chg="add del mod">
          <ac:chgData name="OŽBOT, MIHA" userId="36448ee4-d56c-450a-8c5f-e012d647b106" providerId="ADAL" clId="{73297F8E-1693-473A-BAB3-926252088BC1}" dt="2022-04-11T18:47:34.232" v="608" actId="478"/>
          <ac:spMkLst>
            <pc:docMk/>
            <pc:sldMk cId="4184736895" sldId="271"/>
            <ac:spMk id="4" creationId="{A8ED60A9-426F-4B56-BF8D-5DA8EAD1AD6F}"/>
          </ac:spMkLst>
        </pc:spChg>
        <pc:spChg chg="add del mod">
          <ac:chgData name="OŽBOT, MIHA" userId="36448ee4-d56c-450a-8c5f-e012d647b106" providerId="ADAL" clId="{73297F8E-1693-473A-BAB3-926252088BC1}" dt="2022-04-11T18:47:37.438" v="611" actId="478"/>
          <ac:spMkLst>
            <pc:docMk/>
            <pc:sldMk cId="4184736895" sldId="271"/>
            <ac:spMk id="5" creationId="{057379C5-B4CE-4C42-A016-CF855794CFF9}"/>
          </ac:spMkLst>
        </pc:spChg>
        <pc:spChg chg="add del mod">
          <ac:chgData name="OŽBOT, MIHA" userId="36448ee4-d56c-450a-8c5f-e012d647b106" providerId="ADAL" clId="{73297F8E-1693-473A-BAB3-926252088BC1}" dt="2022-04-11T18:47:32.759" v="607"/>
          <ac:spMkLst>
            <pc:docMk/>
            <pc:sldMk cId="4184736895" sldId="271"/>
            <ac:spMk id="6" creationId="{DC580615-05FA-480C-A0DE-9771B26943D4}"/>
          </ac:spMkLst>
        </pc:spChg>
        <pc:spChg chg="add del mod">
          <ac:chgData name="OŽBOT, MIHA" userId="36448ee4-d56c-450a-8c5f-e012d647b106" providerId="ADAL" clId="{73297F8E-1693-473A-BAB3-926252088BC1}" dt="2022-04-11T18:47:32.458" v="606" actId="478"/>
          <ac:spMkLst>
            <pc:docMk/>
            <pc:sldMk cId="4184736895" sldId="271"/>
            <ac:spMk id="7" creationId="{A60EE30F-6323-4D33-80C1-11682E4D10F6}"/>
          </ac:spMkLst>
        </pc:spChg>
        <pc:spChg chg="add del">
          <ac:chgData name="OŽBOT, MIHA" userId="36448ee4-d56c-450a-8c5f-e012d647b106" providerId="ADAL" clId="{73297F8E-1693-473A-BAB3-926252088BC1}" dt="2022-04-11T18:47:46.256" v="617" actId="478"/>
          <ac:spMkLst>
            <pc:docMk/>
            <pc:sldMk cId="4184736895" sldId="271"/>
            <ac:spMk id="8" creationId="{9D4B27BB-DBFC-46ED-AAFF-A3D7712DCB03}"/>
          </ac:spMkLst>
        </pc:spChg>
        <pc:spChg chg="add del mod">
          <ac:chgData name="OŽBOT, MIHA" userId="36448ee4-d56c-450a-8c5f-e012d647b106" providerId="ADAL" clId="{73297F8E-1693-473A-BAB3-926252088BC1}" dt="2022-04-11T18:47:41.578" v="614" actId="478"/>
          <ac:spMkLst>
            <pc:docMk/>
            <pc:sldMk cId="4184736895" sldId="271"/>
            <ac:spMk id="9" creationId="{7D7084A0-9BBF-4C1A-BD98-C329868D58D2}"/>
          </ac:spMkLst>
        </pc:spChg>
        <pc:spChg chg="add del mod">
          <ac:chgData name="OŽBOT, MIHA" userId="36448ee4-d56c-450a-8c5f-e012d647b106" providerId="ADAL" clId="{73297F8E-1693-473A-BAB3-926252088BC1}" dt="2022-04-11T18:47:44.083" v="616" actId="478"/>
          <ac:spMkLst>
            <pc:docMk/>
            <pc:sldMk cId="4184736895" sldId="271"/>
            <ac:spMk id="10" creationId="{91C635DA-1380-45E1-946E-500D367085F3}"/>
          </ac:spMkLst>
        </pc:spChg>
        <pc:spChg chg="add del">
          <ac:chgData name="OŽBOT, MIHA" userId="36448ee4-d56c-450a-8c5f-e012d647b106" providerId="ADAL" clId="{73297F8E-1693-473A-BAB3-926252088BC1}" dt="2022-04-11T18:48:09.733" v="638" actId="478"/>
          <ac:spMkLst>
            <pc:docMk/>
            <pc:sldMk cId="4184736895" sldId="271"/>
            <ac:spMk id="11" creationId="{8B66256B-990A-43AF-BC43-8FC9FC850EA6}"/>
          </ac:spMkLst>
        </pc:spChg>
        <pc:spChg chg="add del mod">
          <ac:chgData name="OŽBOT, MIHA" userId="36448ee4-d56c-450a-8c5f-e012d647b106" providerId="ADAL" clId="{73297F8E-1693-473A-BAB3-926252088BC1}" dt="2022-04-11T18:48:07.459" v="637" actId="478"/>
          <ac:spMkLst>
            <pc:docMk/>
            <pc:sldMk cId="4184736895" sldId="271"/>
            <ac:spMk id="12" creationId="{1E8168BD-035A-4A4C-99DE-286C8AA33F14}"/>
          </ac:spMkLst>
        </pc:spChg>
        <pc:spChg chg="add del">
          <ac:chgData name="OŽBOT, MIHA" userId="36448ee4-d56c-450a-8c5f-e012d647b106" providerId="ADAL" clId="{73297F8E-1693-473A-BAB3-926252088BC1}" dt="2022-04-11T18:51:13.409" v="795" actId="478"/>
          <ac:spMkLst>
            <pc:docMk/>
            <pc:sldMk cId="4184736895" sldId="271"/>
            <ac:spMk id="13" creationId="{3ACC13FC-8824-4F86-8155-094A288908A3}"/>
          </ac:spMkLst>
        </pc:spChg>
        <pc:picChg chg="add mod">
          <ac:chgData name="OŽBOT, MIHA" userId="36448ee4-d56c-450a-8c5f-e012d647b106" providerId="ADAL" clId="{73297F8E-1693-473A-BAB3-926252088BC1}" dt="2022-04-11T19:16:14.096" v="1490"/>
          <ac:picMkLst>
            <pc:docMk/>
            <pc:sldMk cId="4184736895" sldId="271"/>
            <ac:picMk id="14" creationId="{3758C98A-4AE5-4C63-A403-C11C9C8A56CB}"/>
          </ac:picMkLst>
        </pc:picChg>
      </pc:sldChg>
      <pc:sldChg chg="modSp new mod">
        <pc:chgData name="OŽBOT, MIHA" userId="36448ee4-d56c-450a-8c5f-e012d647b106" providerId="ADAL" clId="{73297F8E-1693-473A-BAB3-926252088BC1}" dt="2022-04-11T19:18:06.476" v="1528" actId="20577"/>
        <pc:sldMkLst>
          <pc:docMk/>
          <pc:sldMk cId="4208559629" sldId="272"/>
        </pc:sldMkLst>
        <pc:spChg chg="mod">
          <ac:chgData name="OŽBOT, MIHA" userId="36448ee4-d56c-450a-8c5f-e012d647b106" providerId="ADAL" clId="{73297F8E-1693-473A-BAB3-926252088BC1}" dt="2022-04-11T19:18:06.476" v="1528" actId="20577"/>
          <ac:spMkLst>
            <pc:docMk/>
            <pc:sldMk cId="4208559629" sldId="272"/>
            <ac:spMk id="2" creationId="{765925DB-5F5D-4769-B365-53CAD80D0FDB}"/>
          </ac:spMkLst>
        </pc:spChg>
      </pc:sldChg>
    </pc:docChg>
  </pc:docChgLst>
  <pc:docChgLst>
    <pc:chgData name="Ožbot, Miha" userId="5fdfeab2-e3ac-40dc-9f9d-ac602c9b72a8" providerId="ADAL" clId="{AE99531F-D73C-4103-9623-9BB2A0EB9D18}"/>
    <pc:docChg chg="undo custSel addSld delSld modSld sldOrd">
      <pc:chgData name="Ožbot, Miha" userId="5fdfeab2-e3ac-40dc-9f9d-ac602c9b72a8" providerId="ADAL" clId="{AE99531F-D73C-4103-9623-9BB2A0EB9D18}" dt="2022-04-12T14:38:17.330" v="15679" actId="478"/>
      <pc:docMkLst>
        <pc:docMk/>
      </pc:docMkLst>
      <pc:sldChg chg="del">
        <pc:chgData name="Ožbot, Miha" userId="5fdfeab2-e3ac-40dc-9f9d-ac602c9b72a8" providerId="ADAL" clId="{AE99531F-D73C-4103-9623-9BB2A0EB9D18}" dt="2022-04-11T12:18:47.391" v="126" actId="47"/>
        <pc:sldMkLst>
          <pc:docMk/>
          <pc:sldMk cId="3043493099" sldId="256"/>
        </pc:sldMkLst>
      </pc:sldChg>
      <pc:sldChg chg="del">
        <pc:chgData name="Ožbot, Miha" userId="5fdfeab2-e3ac-40dc-9f9d-ac602c9b72a8" providerId="ADAL" clId="{AE99531F-D73C-4103-9623-9BB2A0EB9D18}" dt="2022-04-11T12:18:10.034" v="96" actId="47"/>
        <pc:sldMkLst>
          <pc:docMk/>
          <pc:sldMk cId="1257919980" sldId="257"/>
        </pc:sldMkLst>
      </pc:sldChg>
      <pc:sldChg chg="del">
        <pc:chgData name="Ožbot, Miha" userId="5fdfeab2-e3ac-40dc-9f9d-ac602c9b72a8" providerId="ADAL" clId="{AE99531F-D73C-4103-9623-9BB2A0EB9D18}" dt="2022-04-11T12:18:43.201" v="124" actId="47"/>
        <pc:sldMkLst>
          <pc:docMk/>
          <pc:sldMk cId="2052123652" sldId="258"/>
        </pc:sldMkLst>
      </pc:sldChg>
      <pc:sldChg chg="del">
        <pc:chgData name="Ožbot, Miha" userId="5fdfeab2-e3ac-40dc-9f9d-ac602c9b72a8" providerId="ADAL" clId="{AE99531F-D73C-4103-9623-9BB2A0EB9D18}" dt="2022-04-11T12:18:41.681" v="119" actId="47"/>
        <pc:sldMkLst>
          <pc:docMk/>
          <pc:sldMk cId="2128968485" sldId="260"/>
        </pc:sldMkLst>
      </pc:sldChg>
      <pc:sldChg chg="del">
        <pc:chgData name="Ožbot, Miha" userId="5fdfeab2-e3ac-40dc-9f9d-ac602c9b72a8" providerId="ADAL" clId="{AE99531F-D73C-4103-9623-9BB2A0EB9D18}" dt="2022-04-11T12:18:42.881" v="123" actId="47"/>
        <pc:sldMkLst>
          <pc:docMk/>
          <pc:sldMk cId="1218702890" sldId="261"/>
        </pc:sldMkLst>
      </pc:sldChg>
      <pc:sldChg chg="del">
        <pc:chgData name="Ožbot, Miha" userId="5fdfeab2-e3ac-40dc-9f9d-ac602c9b72a8" providerId="ADAL" clId="{AE99531F-D73C-4103-9623-9BB2A0EB9D18}" dt="2022-04-11T12:18:42.275" v="121" actId="47"/>
        <pc:sldMkLst>
          <pc:docMk/>
          <pc:sldMk cId="2306990913" sldId="262"/>
        </pc:sldMkLst>
      </pc:sldChg>
      <pc:sldChg chg="del">
        <pc:chgData name="Ožbot, Miha" userId="5fdfeab2-e3ac-40dc-9f9d-ac602c9b72a8" providerId="ADAL" clId="{AE99531F-D73C-4103-9623-9BB2A0EB9D18}" dt="2022-04-11T12:18:41.968" v="120" actId="47"/>
        <pc:sldMkLst>
          <pc:docMk/>
          <pc:sldMk cId="3658886467" sldId="263"/>
        </pc:sldMkLst>
      </pc:sldChg>
      <pc:sldChg chg="del">
        <pc:chgData name="Ožbot, Miha" userId="5fdfeab2-e3ac-40dc-9f9d-ac602c9b72a8" providerId="ADAL" clId="{AE99531F-D73C-4103-9623-9BB2A0EB9D18}" dt="2022-04-11T12:18:41.395" v="118" actId="47"/>
        <pc:sldMkLst>
          <pc:docMk/>
          <pc:sldMk cId="2194279594" sldId="264"/>
        </pc:sldMkLst>
      </pc:sldChg>
      <pc:sldChg chg="del">
        <pc:chgData name="Ožbot, Miha" userId="5fdfeab2-e3ac-40dc-9f9d-ac602c9b72a8" providerId="ADAL" clId="{AE99531F-D73C-4103-9623-9BB2A0EB9D18}" dt="2022-04-11T12:18:42.497" v="122" actId="47"/>
        <pc:sldMkLst>
          <pc:docMk/>
          <pc:sldMk cId="654290338" sldId="265"/>
        </pc:sldMkLst>
      </pc:sldChg>
      <pc:sldChg chg="del">
        <pc:chgData name="Ožbot, Miha" userId="5fdfeab2-e3ac-40dc-9f9d-ac602c9b72a8" providerId="ADAL" clId="{AE99531F-D73C-4103-9623-9BB2A0EB9D18}" dt="2022-04-11T12:12:50.287" v="10" actId="47"/>
        <pc:sldMkLst>
          <pc:docMk/>
          <pc:sldMk cId="1342890208" sldId="266"/>
        </pc:sldMkLst>
      </pc:sldChg>
      <pc:sldChg chg="addSp delSp modSp new mod">
        <pc:chgData name="Ožbot, Miha" userId="5fdfeab2-e3ac-40dc-9f9d-ac602c9b72a8" providerId="ADAL" clId="{AE99531F-D73C-4103-9623-9BB2A0EB9D18}" dt="2022-04-11T12:21:15.434" v="145" actId="1076"/>
        <pc:sldMkLst>
          <pc:docMk/>
          <pc:sldMk cId="64491679" sldId="267"/>
        </pc:sldMkLst>
        <pc:spChg chg="del">
          <ac:chgData name="Ožbot, Miha" userId="5fdfeab2-e3ac-40dc-9f9d-ac602c9b72a8" providerId="ADAL" clId="{AE99531F-D73C-4103-9623-9BB2A0EB9D18}" dt="2022-04-11T12:12:41.515" v="2" actId="478"/>
          <ac:spMkLst>
            <pc:docMk/>
            <pc:sldMk cId="64491679" sldId="267"/>
            <ac:spMk id="2" creationId="{5DB060A0-EA4A-46F6-9F59-D6CE6E51B172}"/>
          </ac:spMkLst>
        </pc:spChg>
        <pc:spChg chg="del">
          <ac:chgData name="Ožbot, Miha" userId="5fdfeab2-e3ac-40dc-9f9d-ac602c9b72a8" providerId="ADAL" clId="{AE99531F-D73C-4103-9623-9BB2A0EB9D18}" dt="2022-04-11T12:12:42.698" v="3" actId="478"/>
          <ac:spMkLst>
            <pc:docMk/>
            <pc:sldMk cId="64491679" sldId="267"/>
            <ac:spMk id="3" creationId="{86A925F4-ADC4-45D0-AA82-00D62B23D711}"/>
          </ac:spMkLst>
        </pc:spChg>
        <pc:spChg chg="add del mod">
          <ac:chgData name="Ožbot, Miha" userId="5fdfeab2-e3ac-40dc-9f9d-ac602c9b72a8" providerId="ADAL" clId="{AE99531F-D73C-4103-9623-9BB2A0EB9D18}" dt="2022-04-11T12:12:45.913" v="5" actId="478"/>
          <ac:spMkLst>
            <pc:docMk/>
            <pc:sldMk cId="64491679" sldId="267"/>
            <ac:spMk id="4" creationId="{04E6C53B-41BE-4C48-9BC5-53AC5066BB8E}"/>
          </ac:spMkLst>
        </pc:spChg>
        <pc:spChg chg="add mod">
          <ac:chgData name="Ožbot, Miha" userId="5fdfeab2-e3ac-40dc-9f9d-ac602c9b72a8" providerId="ADAL" clId="{AE99531F-D73C-4103-9623-9BB2A0EB9D18}" dt="2022-04-11T12:12:53.855" v="11" actId="20577"/>
          <ac:spMkLst>
            <pc:docMk/>
            <pc:sldMk cId="64491679" sldId="267"/>
            <ac:spMk id="5" creationId="{454E3BB4-99D4-4D73-914D-9E311F546EFE}"/>
          </ac:spMkLst>
        </pc:spChg>
        <pc:spChg chg="add mod">
          <ac:chgData name="Ožbot, Miha" userId="5fdfeab2-e3ac-40dc-9f9d-ac602c9b72a8" providerId="ADAL" clId="{AE99531F-D73C-4103-9623-9BB2A0EB9D18}" dt="2022-04-11T12:15:47.537" v="37" actId="1076"/>
          <ac:spMkLst>
            <pc:docMk/>
            <pc:sldMk cId="64491679" sldId="267"/>
            <ac:spMk id="6" creationId="{E82744B7-692C-4BF4-9CDE-E39040EB63DB}"/>
          </ac:spMkLst>
        </pc:spChg>
        <pc:spChg chg="add mod">
          <ac:chgData name="Ožbot, Miha" userId="5fdfeab2-e3ac-40dc-9f9d-ac602c9b72a8" providerId="ADAL" clId="{AE99531F-D73C-4103-9623-9BB2A0EB9D18}" dt="2022-04-11T12:15:48.874" v="38" actId="1076"/>
          <ac:spMkLst>
            <pc:docMk/>
            <pc:sldMk cId="64491679" sldId="267"/>
            <ac:spMk id="7" creationId="{C6D9A6BD-2F85-4AC9-8AA3-AFA6C58DCEBF}"/>
          </ac:spMkLst>
        </pc:spChg>
        <pc:spChg chg="add mod">
          <ac:chgData name="Ožbot, Miha" userId="5fdfeab2-e3ac-40dc-9f9d-ac602c9b72a8" providerId="ADAL" clId="{AE99531F-D73C-4103-9623-9BB2A0EB9D18}" dt="2022-04-11T12:15:50.754" v="39" actId="1076"/>
          <ac:spMkLst>
            <pc:docMk/>
            <pc:sldMk cId="64491679" sldId="267"/>
            <ac:spMk id="9" creationId="{6DA218C9-C330-4154-AE98-7F01B3DE7357}"/>
          </ac:spMkLst>
        </pc:spChg>
        <pc:spChg chg="add mod">
          <ac:chgData name="Ožbot, Miha" userId="5fdfeab2-e3ac-40dc-9f9d-ac602c9b72a8" providerId="ADAL" clId="{AE99531F-D73C-4103-9623-9BB2A0EB9D18}" dt="2022-04-11T12:17:54.458" v="94" actId="20577"/>
          <ac:spMkLst>
            <pc:docMk/>
            <pc:sldMk cId="64491679" sldId="267"/>
            <ac:spMk id="13" creationId="{D1708218-1CC5-4DF6-926B-EA887227088E}"/>
          </ac:spMkLst>
        </pc:spChg>
        <pc:picChg chg="add mod">
          <ac:chgData name="Ožbot, Miha" userId="5fdfeab2-e3ac-40dc-9f9d-ac602c9b72a8" providerId="ADAL" clId="{AE99531F-D73C-4103-9623-9BB2A0EB9D18}" dt="2022-04-11T12:20:42.466" v="136" actId="1076"/>
          <ac:picMkLst>
            <pc:docMk/>
            <pc:sldMk cId="64491679" sldId="267"/>
            <ac:picMk id="8" creationId="{A74E07DE-D6ED-4615-9AC8-958D66DC1066}"/>
          </ac:picMkLst>
        </pc:picChg>
        <pc:picChg chg="add del mod">
          <ac:chgData name="Ožbot, Miha" userId="5fdfeab2-e3ac-40dc-9f9d-ac602c9b72a8" providerId="ADAL" clId="{AE99531F-D73C-4103-9623-9BB2A0EB9D18}" dt="2022-04-11T12:20:35.167" v="134" actId="21"/>
          <ac:picMkLst>
            <pc:docMk/>
            <pc:sldMk cId="64491679" sldId="267"/>
            <ac:picMk id="11" creationId="{81252083-FE6D-43B6-BE37-A51DE426954B}"/>
          </ac:picMkLst>
        </pc:picChg>
        <pc:picChg chg="add mod">
          <ac:chgData name="Ožbot, Miha" userId="5fdfeab2-e3ac-40dc-9f9d-ac602c9b72a8" providerId="ADAL" clId="{AE99531F-D73C-4103-9623-9BB2A0EB9D18}" dt="2022-04-11T12:21:15.434" v="145" actId="1076"/>
          <ac:picMkLst>
            <pc:docMk/>
            <pc:sldMk cId="64491679" sldId="267"/>
            <ac:picMk id="15" creationId="{AC4A757F-79FE-4EAF-B0B9-7FF99122315D}"/>
          </ac:picMkLst>
        </pc:picChg>
      </pc:sldChg>
      <pc:sldChg chg="addSp delSp modSp new mod">
        <pc:chgData name="Ožbot, Miha" userId="5fdfeab2-e3ac-40dc-9f9d-ac602c9b72a8" providerId="ADAL" clId="{AE99531F-D73C-4103-9623-9BB2A0EB9D18}" dt="2022-04-11T15:02:44.935" v="3739" actId="27636"/>
        <pc:sldMkLst>
          <pc:docMk/>
          <pc:sldMk cId="3904398675" sldId="268"/>
        </pc:sldMkLst>
        <pc:spChg chg="mod">
          <ac:chgData name="Ožbot, Miha" userId="5fdfeab2-e3ac-40dc-9f9d-ac602c9b72a8" providerId="ADAL" clId="{AE99531F-D73C-4103-9623-9BB2A0EB9D18}" dt="2022-04-11T12:18:21.258" v="115" actId="20577"/>
          <ac:spMkLst>
            <pc:docMk/>
            <pc:sldMk cId="3904398675" sldId="268"/>
            <ac:spMk id="2" creationId="{8136DCA3-1C99-4E16-B8D6-3B1003181FA6}"/>
          </ac:spMkLst>
        </pc:spChg>
        <pc:spChg chg="mod">
          <ac:chgData name="Ožbot, Miha" userId="5fdfeab2-e3ac-40dc-9f9d-ac602c9b72a8" providerId="ADAL" clId="{AE99531F-D73C-4103-9623-9BB2A0EB9D18}" dt="2022-04-11T15:02:44.935" v="3739" actId="27636"/>
          <ac:spMkLst>
            <pc:docMk/>
            <pc:sldMk cId="3904398675" sldId="268"/>
            <ac:spMk id="3" creationId="{E0BEF5DF-8F40-4BAD-97E9-BA7D1BA9D39E}"/>
          </ac:spMkLst>
        </pc:spChg>
        <pc:picChg chg="add del mod">
          <ac:chgData name="Ožbot, Miha" userId="5fdfeab2-e3ac-40dc-9f9d-ac602c9b72a8" providerId="ADAL" clId="{AE99531F-D73C-4103-9623-9BB2A0EB9D18}" dt="2022-04-11T12:21:23.659" v="147" actId="478"/>
          <ac:picMkLst>
            <pc:docMk/>
            <pc:sldMk cId="3904398675" sldId="268"/>
            <ac:picMk id="4" creationId="{06340C11-340A-4A90-B514-1B2F5CEEE48B}"/>
          </ac:picMkLst>
        </pc:picChg>
        <pc:picChg chg="add mod">
          <ac:chgData name="Ožbot, Miha" userId="5fdfeab2-e3ac-40dc-9f9d-ac602c9b72a8" providerId="ADAL" clId="{AE99531F-D73C-4103-9623-9BB2A0EB9D18}" dt="2022-04-11T12:21:22.787" v="146"/>
          <ac:picMkLst>
            <pc:docMk/>
            <pc:sldMk cId="3904398675" sldId="268"/>
            <ac:picMk id="5" creationId="{38EB6AD1-FCB2-43A6-AD58-F89A152F9079}"/>
          </ac:picMkLst>
        </pc:picChg>
      </pc:sldChg>
      <pc:sldChg chg="addSp delSp modSp new mod modNotesTx">
        <pc:chgData name="Ožbot, Miha" userId="5fdfeab2-e3ac-40dc-9f9d-ac602c9b72a8" providerId="ADAL" clId="{AE99531F-D73C-4103-9623-9BB2A0EB9D18}" dt="2022-04-12T14:07:27.335" v="14003" actId="27636"/>
        <pc:sldMkLst>
          <pc:docMk/>
          <pc:sldMk cId="2374509314" sldId="269"/>
        </pc:sldMkLst>
        <pc:spChg chg="mod">
          <ac:chgData name="Ožbot, Miha" userId="5fdfeab2-e3ac-40dc-9f9d-ac602c9b72a8" providerId="ADAL" clId="{AE99531F-D73C-4103-9623-9BB2A0EB9D18}" dt="2022-04-11T12:37:56.418" v="1196" actId="21"/>
          <ac:spMkLst>
            <pc:docMk/>
            <pc:sldMk cId="2374509314" sldId="269"/>
            <ac:spMk id="2" creationId="{9217D8F9-7FCF-404B-BCF5-61A08D8AAA49}"/>
          </ac:spMkLst>
        </pc:spChg>
        <pc:spChg chg="add del mod">
          <ac:chgData name="Ožbot, Miha" userId="5fdfeab2-e3ac-40dc-9f9d-ac602c9b72a8" providerId="ADAL" clId="{AE99531F-D73C-4103-9623-9BB2A0EB9D18}" dt="2022-04-12T14:07:27.335" v="14003" actId="27636"/>
          <ac:spMkLst>
            <pc:docMk/>
            <pc:sldMk cId="2374509314" sldId="269"/>
            <ac:spMk id="3" creationId="{E5C10B8F-0F49-47BB-9E2B-012BBFAC83C1}"/>
          </ac:spMkLst>
        </pc:spChg>
        <pc:picChg chg="add del mod">
          <ac:chgData name="Ožbot, Miha" userId="5fdfeab2-e3ac-40dc-9f9d-ac602c9b72a8" providerId="ADAL" clId="{AE99531F-D73C-4103-9623-9BB2A0EB9D18}" dt="2022-04-11T12:21:04.189" v="143"/>
          <ac:picMkLst>
            <pc:docMk/>
            <pc:sldMk cId="2374509314" sldId="269"/>
            <ac:picMk id="4" creationId="{8B4C682C-B54C-49C9-B840-37A2EF1E9A94}"/>
          </ac:picMkLst>
        </pc:picChg>
        <pc:picChg chg="add mod">
          <ac:chgData name="Ožbot, Miha" userId="5fdfeab2-e3ac-40dc-9f9d-ac602c9b72a8" providerId="ADAL" clId="{AE99531F-D73C-4103-9623-9BB2A0EB9D18}" dt="2022-04-11T12:21:27.421" v="148"/>
          <ac:picMkLst>
            <pc:docMk/>
            <pc:sldMk cId="2374509314" sldId="269"/>
            <ac:picMk id="5" creationId="{08FDF37F-0021-4CC2-AEFF-B61E5E42F869}"/>
          </ac:picMkLst>
        </pc:picChg>
      </pc:sldChg>
      <pc:sldChg chg="new del">
        <pc:chgData name="Ožbot, Miha" userId="5fdfeab2-e3ac-40dc-9f9d-ac602c9b72a8" providerId="ADAL" clId="{AE99531F-D73C-4103-9623-9BB2A0EB9D18}" dt="2022-04-11T12:18:40.931" v="117" actId="47"/>
        <pc:sldMkLst>
          <pc:docMk/>
          <pc:sldMk cId="4097501460" sldId="269"/>
        </pc:sldMkLst>
      </pc:sldChg>
      <pc:sldChg chg="addSp delSp modSp new del mod">
        <pc:chgData name="Ožbot, Miha" userId="5fdfeab2-e3ac-40dc-9f9d-ac602c9b72a8" providerId="ADAL" clId="{AE99531F-D73C-4103-9623-9BB2A0EB9D18}" dt="2022-04-12T13:53:58.853" v="13817" actId="47"/>
        <pc:sldMkLst>
          <pc:docMk/>
          <pc:sldMk cId="386065714" sldId="270"/>
        </pc:sldMkLst>
        <pc:spChg chg="mod">
          <ac:chgData name="Ožbot, Miha" userId="5fdfeab2-e3ac-40dc-9f9d-ac602c9b72a8" providerId="ADAL" clId="{AE99531F-D73C-4103-9623-9BB2A0EB9D18}" dt="2022-04-12T13:53:11.562" v="13783" actId="21"/>
          <ac:spMkLst>
            <pc:docMk/>
            <pc:sldMk cId="386065714" sldId="270"/>
            <ac:spMk id="3" creationId="{7389EECA-5815-48D2-921D-56090B8A3BCC}"/>
          </ac:spMkLst>
        </pc:spChg>
        <pc:spChg chg="add del">
          <ac:chgData name="Ožbot, Miha" userId="5fdfeab2-e3ac-40dc-9f9d-ac602c9b72a8" providerId="ADAL" clId="{AE99531F-D73C-4103-9623-9BB2A0EB9D18}" dt="2022-04-12T06:30:28.666" v="4278" actId="478"/>
          <ac:spMkLst>
            <pc:docMk/>
            <pc:sldMk cId="386065714" sldId="270"/>
            <ac:spMk id="4" creationId="{D41D86BC-E8FE-452E-8F5E-BEB0F17BAB97}"/>
          </ac:spMkLst>
        </pc:spChg>
        <pc:picChg chg="add mod">
          <ac:chgData name="Ožbot, Miha" userId="5fdfeab2-e3ac-40dc-9f9d-ac602c9b72a8" providerId="ADAL" clId="{AE99531F-D73C-4103-9623-9BB2A0EB9D18}" dt="2022-04-12T08:23:29.794" v="4508"/>
          <ac:picMkLst>
            <pc:docMk/>
            <pc:sldMk cId="386065714" sldId="270"/>
            <ac:picMk id="5" creationId="{D42873DE-740E-4EC2-B105-303491C6DD7D}"/>
          </ac:picMkLst>
        </pc:picChg>
      </pc:sldChg>
      <pc:sldChg chg="addSp delSp modSp mod">
        <pc:chgData name="Ožbot, Miha" userId="5fdfeab2-e3ac-40dc-9f9d-ac602c9b72a8" providerId="ADAL" clId="{AE99531F-D73C-4103-9623-9BB2A0EB9D18}" dt="2022-04-12T14:38:17.330" v="15679" actId="478"/>
        <pc:sldMkLst>
          <pc:docMk/>
          <pc:sldMk cId="4184736895" sldId="271"/>
        </pc:sldMkLst>
        <pc:spChg chg="mod">
          <ac:chgData name="Ožbot, Miha" userId="5fdfeab2-e3ac-40dc-9f9d-ac602c9b72a8" providerId="ADAL" clId="{AE99531F-D73C-4103-9623-9BB2A0EB9D18}" dt="2022-04-12T13:53:54.999" v="13816" actId="20577"/>
          <ac:spMkLst>
            <pc:docMk/>
            <pc:sldMk cId="4184736895" sldId="271"/>
            <ac:spMk id="3" creationId="{5C52BD9D-B5F3-48BF-8D2A-ED3911753E0F}"/>
          </ac:spMkLst>
        </pc:spChg>
        <pc:spChg chg="add del">
          <ac:chgData name="Ožbot, Miha" userId="5fdfeab2-e3ac-40dc-9f9d-ac602c9b72a8" providerId="ADAL" clId="{AE99531F-D73C-4103-9623-9BB2A0EB9D18}" dt="2022-04-12T09:55:57" v="5906" actId="478"/>
          <ac:spMkLst>
            <pc:docMk/>
            <pc:sldMk cId="4184736895" sldId="271"/>
            <ac:spMk id="4" creationId="{6D0A2A85-DDA9-4C70-AF8B-CEE69AA64A1D}"/>
          </ac:spMkLst>
        </pc:spChg>
        <pc:picChg chg="add del">
          <ac:chgData name="Ožbot, Miha" userId="5fdfeab2-e3ac-40dc-9f9d-ac602c9b72a8" providerId="ADAL" clId="{AE99531F-D73C-4103-9623-9BB2A0EB9D18}" dt="2022-04-12T14:38:17.330" v="15679" actId="478"/>
          <ac:picMkLst>
            <pc:docMk/>
            <pc:sldMk cId="4184736895" sldId="271"/>
            <ac:picMk id="6" creationId="{044E37DC-952F-47C6-9513-12B4C27CCDDE}"/>
          </ac:picMkLst>
        </pc:picChg>
      </pc:sldChg>
      <pc:sldChg chg="addSp delSp modSp mod">
        <pc:chgData name="Ožbot, Miha" userId="5fdfeab2-e3ac-40dc-9f9d-ac602c9b72a8" providerId="ADAL" clId="{AE99531F-D73C-4103-9623-9BB2A0EB9D18}" dt="2022-04-12T10:58:35.672" v="8592"/>
        <pc:sldMkLst>
          <pc:docMk/>
          <pc:sldMk cId="4208559629" sldId="272"/>
        </pc:sldMkLst>
        <pc:spChg chg="add del mod">
          <ac:chgData name="Ožbot, Miha" userId="5fdfeab2-e3ac-40dc-9f9d-ac602c9b72a8" providerId="ADAL" clId="{AE99531F-D73C-4103-9623-9BB2A0EB9D18}" dt="2022-04-12T10:35:33.397" v="7077" actId="20577"/>
          <ac:spMkLst>
            <pc:docMk/>
            <pc:sldMk cId="4208559629" sldId="272"/>
            <ac:spMk id="3" creationId="{1531599C-9051-4E2D-A5D8-F217221C0753}"/>
          </ac:spMkLst>
        </pc:spChg>
        <pc:spChg chg="add del mod">
          <ac:chgData name="Ožbot, Miha" userId="5fdfeab2-e3ac-40dc-9f9d-ac602c9b72a8" providerId="ADAL" clId="{AE99531F-D73C-4103-9623-9BB2A0EB9D18}" dt="2022-04-12T10:27:41.640" v="6493" actId="478"/>
          <ac:spMkLst>
            <pc:docMk/>
            <pc:sldMk cId="4208559629" sldId="272"/>
            <ac:spMk id="5" creationId="{BC0CED76-0B3B-46F2-A279-A19CBC692497}"/>
          </ac:spMkLst>
        </pc:spChg>
        <pc:picChg chg="add mod">
          <ac:chgData name="Ožbot, Miha" userId="5fdfeab2-e3ac-40dc-9f9d-ac602c9b72a8" providerId="ADAL" clId="{AE99531F-D73C-4103-9623-9BB2A0EB9D18}" dt="2022-04-12T10:58:35.672" v="8592"/>
          <ac:picMkLst>
            <pc:docMk/>
            <pc:sldMk cId="4208559629" sldId="272"/>
            <ac:picMk id="6" creationId="{3DED62EC-E77A-468D-B37A-2F368BA5C786}"/>
          </ac:picMkLst>
        </pc:picChg>
      </pc:sldChg>
      <pc:sldChg chg="addSp modSp new mod modNotesTx">
        <pc:chgData name="Ožbot, Miha" userId="5fdfeab2-e3ac-40dc-9f9d-ac602c9b72a8" providerId="ADAL" clId="{AE99531F-D73C-4103-9623-9BB2A0EB9D18}" dt="2022-04-12T13:52:54.968" v="13780" actId="20577"/>
        <pc:sldMkLst>
          <pc:docMk/>
          <pc:sldMk cId="3240517478" sldId="273"/>
        </pc:sldMkLst>
        <pc:spChg chg="mod">
          <ac:chgData name="Ožbot, Miha" userId="5fdfeab2-e3ac-40dc-9f9d-ac602c9b72a8" providerId="ADAL" clId="{AE99531F-D73C-4103-9623-9BB2A0EB9D18}" dt="2022-04-12T10:25:55.773" v="6471" actId="20577"/>
          <ac:spMkLst>
            <pc:docMk/>
            <pc:sldMk cId="3240517478" sldId="273"/>
            <ac:spMk id="2" creationId="{57EC456E-D405-4E59-BBB5-E6494BC69DF5}"/>
          </ac:spMkLst>
        </pc:spChg>
        <pc:spChg chg="mod">
          <ac:chgData name="Ožbot, Miha" userId="5fdfeab2-e3ac-40dc-9f9d-ac602c9b72a8" providerId="ADAL" clId="{AE99531F-D73C-4103-9623-9BB2A0EB9D18}" dt="2022-04-12T13:52:54.968" v="13780" actId="20577"/>
          <ac:spMkLst>
            <pc:docMk/>
            <pc:sldMk cId="3240517478" sldId="273"/>
            <ac:spMk id="3" creationId="{0C8395A6-C043-47BC-A1BA-EF142E98D3BB}"/>
          </ac:spMkLst>
        </pc:spChg>
        <pc:picChg chg="add mod">
          <ac:chgData name="Ožbot, Miha" userId="5fdfeab2-e3ac-40dc-9f9d-ac602c9b72a8" providerId="ADAL" clId="{AE99531F-D73C-4103-9623-9BB2A0EB9D18}" dt="2022-04-12T10:27:13.278" v="6486" actId="1076"/>
          <ac:picMkLst>
            <pc:docMk/>
            <pc:sldMk cId="3240517478" sldId="273"/>
            <ac:picMk id="4" creationId="{3F3AFED0-7D85-4DB1-B837-435F27380387}"/>
          </ac:picMkLst>
        </pc:picChg>
        <pc:picChg chg="add mod">
          <ac:chgData name="Ožbot, Miha" userId="5fdfeab2-e3ac-40dc-9f9d-ac602c9b72a8" providerId="ADAL" clId="{AE99531F-D73C-4103-9623-9BB2A0EB9D18}" dt="2022-04-12T10:36:12.357" v="7079" actId="1076"/>
          <ac:picMkLst>
            <pc:docMk/>
            <pc:sldMk cId="3240517478" sldId="273"/>
            <ac:picMk id="5" creationId="{1D4D3090-ED42-4EC5-AC6F-CCF606B54EEB}"/>
          </ac:picMkLst>
        </pc:picChg>
        <pc:picChg chg="add mod">
          <ac:chgData name="Ožbot, Miha" userId="5fdfeab2-e3ac-40dc-9f9d-ac602c9b72a8" providerId="ADAL" clId="{AE99531F-D73C-4103-9623-9BB2A0EB9D18}" dt="2022-04-12T10:36:09.597" v="7078" actId="1076"/>
          <ac:picMkLst>
            <pc:docMk/>
            <pc:sldMk cId="3240517478" sldId="273"/>
            <ac:picMk id="6" creationId="{4F997FC4-9C57-4852-A953-44E701F3313F}"/>
          </ac:picMkLst>
        </pc:picChg>
        <pc:picChg chg="add mod">
          <ac:chgData name="Ožbot, Miha" userId="5fdfeab2-e3ac-40dc-9f9d-ac602c9b72a8" providerId="ADAL" clId="{AE99531F-D73C-4103-9623-9BB2A0EB9D18}" dt="2022-04-12T10:58:37.767" v="8593"/>
          <ac:picMkLst>
            <pc:docMk/>
            <pc:sldMk cId="3240517478" sldId="273"/>
            <ac:picMk id="7" creationId="{49B23FB3-161C-4BD6-AD9B-09220DB3C249}"/>
          </ac:picMkLst>
        </pc:picChg>
      </pc:sldChg>
      <pc:sldChg chg="addSp delSp modSp new mod ord">
        <pc:chgData name="Ožbot, Miha" userId="5fdfeab2-e3ac-40dc-9f9d-ac602c9b72a8" providerId="ADAL" clId="{AE99531F-D73C-4103-9623-9BB2A0EB9D18}" dt="2022-04-12T13:52:37.387" v="13776" actId="21"/>
        <pc:sldMkLst>
          <pc:docMk/>
          <pc:sldMk cId="888014937" sldId="274"/>
        </pc:sldMkLst>
        <pc:spChg chg="mod">
          <ac:chgData name="Ožbot, Miha" userId="5fdfeab2-e3ac-40dc-9f9d-ac602c9b72a8" providerId="ADAL" clId="{AE99531F-D73C-4103-9623-9BB2A0EB9D18}" dt="2022-04-12T10:36:25.749" v="7098" actId="20577"/>
          <ac:spMkLst>
            <pc:docMk/>
            <pc:sldMk cId="888014937" sldId="274"/>
            <ac:spMk id="2" creationId="{FB044FD0-1EE5-42EF-861C-E6A70CA8DEBE}"/>
          </ac:spMkLst>
        </pc:spChg>
        <pc:spChg chg="mod">
          <ac:chgData name="Ožbot, Miha" userId="5fdfeab2-e3ac-40dc-9f9d-ac602c9b72a8" providerId="ADAL" clId="{AE99531F-D73C-4103-9623-9BB2A0EB9D18}" dt="2022-04-12T13:52:37.387" v="13776" actId="21"/>
          <ac:spMkLst>
            <pc:docMk/>
            <pc:sldMk cId="888014937" sldId="274"/>
            <ac:spMk id="3" creationId="{FDC65FC8-07E2-4ADE-BD82-136E54F8BF01}"/>
          </ac:spMkLst>
        </pc:spChg>
        <pc:spChg chg="add del">
          <ac:chgData name="Ožbot, Miha" userId="5fdfeab2-e3ac-40dc-9f9d-ac602c9b72a8" providerId="ADAL" clId="{AE99531F-D73C-4103-9623-9BB2A0EB9D18}" dt="2022-04-12T10:46:18.232" v="7744"/>
          <ac:spMkLst>
            <pc:docMk/>
            <pc:sldMk cId="888014937" sldId="274"/>
            <ac:spMk id="4" creationId="{02AE4DCD-EA0F-4C13-AF1F-DB0B7FEF7F6C}"/>
          </ac:spMkLst>
        </pc:spChg>
        <pc:picChg chg="add mod">
          <ac:chgData name="Ožbot, Miha" userId="5fdfeab2-e3ac-40dc-9f9d-ac602c9b72a8" providerId="ADAL" clId="{AE99531F-D73C-4103-9623-9BB2A0EB9D18}" dt="2022-04-12T10:58:56.792" v="8595"/>
          <ac:picMkLst>
            <pc:docMk/>
            <pc:sldMk cId="888014937" sldId="274"/>
            <ac:picMk id="5" creationId="{065E7503-2AA0-4D7F-93AE-7C63C0457B05}"/>
          </ac:picMkLst>
        </pc:picChg>
      </pc:sldChg>
      <pc:sldChg chg="addSp modSp new mod modNotesTx">
        <pc:chgData name="Ožbot, Miha" userId="5fdfeab2-e3ac-40dc-9f9d-ac602c9b72a8" providerId="ADAL" clId="{AE99531F-D73C-4103-9623-9BB2A0EB9D18}" dt="2022-04-12T13:52:42.939" v="13778"/>
        <pc:sldMkLst>
          <pc:docMk/>
          <pc:sldMk cId="605482339" sldId="275"/>
        </pc:sldMkLst>
        <pc:spChg chg="mod">
          <ac:chgData name="Ožbot, Miha" userId="5fdfeab2-e3ac-40dc-9f9d-ac602c9b72a8" providerId="ADAL" clId="{AE99531F-D73C-4103-9623-9BB2A0EB9D18}" dt="2022-04-12T12:55:19.035" v="11918" actId="20577"/>
          <ac:spMkLst>
            <pc:docMk/>
            <pc:sldMk cId="605482339" sldId="275"/>
            <ac:spMk id="2" creationId="{4CF62523-0C75-4FB1-8825-13E7EE36684A}"/>
          </ac:spMkLst>
        </pc:spChg>
        <pc:spChg chg="mod">
          <ac:chgData name="Ožbot, Miha" userId="5fdfeab2-e3ac-40dc-9f9d-ac602c9b72a8" providerId="ADAL" clId="{AE99531F-D73C-4103-9623-9BB2A0EB9D18}" dt="2022-04-12T13:52:42.939" v="13778"/>
          <ac:spMkLst>
            <pc:docMk/>
            <pc:sldMk cId="605482339" sldId="275"/>
            <ac:spMk id="3" creationId="{2EBF0C0C-9362-444A-A2F4-408EE67818B7}"/>
          </ac:spMkLst>
        </pc:spChg>
        <pc:picChg chg="add mod">
          <ac:chgData name="Ožbot, Miha" userId="5fdfeab2-e3ac-40dc-9f9d-ac602c9b72a8" providerId="ADAL" clId="{AE99531F-D73C-4103-9623-9BB2A0EB9D18}" dt="2022-04-12T10:58:59.065" v="8596"/>
          <ac:picMkLst>
            <pc:docMk/>
            <pc:sldMk cId="605482339" sldId="275"/>
            <ac:picMk id="4" creationId="{A036C96C-10F7-41BB-B7D6-F69A405F64CB}"/>
          </ac:picMkLst>
        </pc:picChg>
      </pc:sldChg>
      <pc:sldChg chg="addSp delSp modSp new mod modNotesTx">
        <pc:chgData name="Ožbot, Miha" userId="5fdfeab2-e3ac-40dc-9f9d-ac602c9b72a8" providerId="ADAL" clId="{AE99531F-D73C-4103-9623-9BB2A0EB9D18}" dt="2022-04-12T14:04:01.734" v="13987" actId="20577"/>
        <pc:sldMkLst>
          <pc:docMk/>
          <pc:sldMk cId="1974032223" sldId="276"/>
        </pc:sldMkLst>
        <pc:spChg chg="mod">
          <ac:chgData name="Ožbot, Miha" userId="5fdfeab2-e3ac-40dc-9f9d-ac602c9b72a8" providerId="ADAL" clId="{AE99531F-D73C-4103-9623-9BB2A0EB9D18}" dt="2022-04-12T10:47:39.892" v="7905" actId="20577"/>
          <ac:spMkLst>
            <pc:docMk/>
            <pc:sldMk cId="1974032223" sldId="276"/>
            <ac:spMk id="2" creationId="{DDEFDC10-7C15-4C14-A50B-D3AC13E6CE14}"/>
          </ac:spMkLst>
        </pc:spChg>
        <pc:spChg chg="add del mod">
          <ac:chgData name="Ožbot, Miha" userId="5fdfeab2-e3ac-40dc-9f9d-ac602c9b72a8" providerId="ADAL" clId="{AE99531F-D73C-4103-9623-9BB2A0EB9D18}" dt="2022-04-12T14:04:01.734" v="13987" actId="20577"/>
          <ac:spMkLst>
            <pc:docMk/>
            <pc:sldMk cId="1974032223" sldId="276"/>
            <ac:spMk id="3" creationId="{03DBCEB0-1B80-4DF7-B8D5-E463545749EC}"/>
          </ac:spMkLst>
        </pc:spChg>
        <pc:spChg chg="add del mod">
          <ac:chgData name="Ožbot, Miha" userId="5fdfeab2-e3ac-40dc-9f9d-ac602c9b72a8" providerId="ADAL" clId="{AE99531F-D73C-4103-9623-9BB2A0EB9D18}" dt="2022-04-12T10:48:08.295" v="7909"/>
          <ac:spMkLst>
            <pc:docMk/>
            <pc:sldMk cId="1974032223" sldId="276"/>
            <ac:spMk id="4" creationId="{2EA42C01-9498-4104-9072-3BED6526C38A}"/>
          </ac:spMkLst>
        </pc:spChg>
        <pc:spChg chg="add del mod">
          <ac:chgData name="Ožbot, Miha" userId="5fdfeab2-e3ac-40dc-9f9d-ac602c9b72a8" providerId="ADAL" clId="{AE99531F-D73C-4103-9623-9BB2A0EB9D18}" dt="2022-04-12T10:48:13.671" v="7911"/>
          <ac:spMkLst>
            <pc:docMk/>
            <pc:sldMk cId="1974032223" sldId="276"/>
            <ac:spMk id="5" creationId="{C965F877-2311-430B-AD19-1AC22BB66F1C}"/>
          </ac:spMkLst>
        </pc:spChg>
        <pc:spChg chg="add del">
          <ac:chgData name="Ožbot, Miha" userId="5fdfeab2-e3ac-40dc-9f9d-ac602c9b72a8" providerId="ADAL" clId="{AE99531F-D73C-4103-9623-9BB2A0EB9D18}" dt="2022-04-12T10:52:38.052" v="8298" actId="478"/>
          <ac:spMkLst>
            <pc:docMk/>
            <pc:sldMk cId="1974032223" sldId="276"/>
            <ac:spMk id="6" creationId="{03B77AB1-8F5C-4139-AF82-DE5D5716FCFD}"/>
          </ac:spMkLst>
        </pc:spChg>
        <pc:spChg chg="add del">
          <ac:chgData name="Ožbot, Miha" userId="5fdfeab2-e3ac-40dc-9f9d-ac602c9b72a8" providerId="ADAL" clId="{AE99531F-D73C-4103-9623-9BB2A0EB9D18}" dt="2022-04-12T10:52:51.060" v="8303" actId="478"/>
          <ac:spMkLst>
            <pc:docMk/>
            <pc:sldMk cId="1974032223" sldId="276"/>
            <ac:spMk id="7" creationId="{E9FC9278-F880-4CF0-9291-D6E7C3A10313}"/>
          </ac:spMkLst>
        </pc:spChg>
        <pc:picChg chg="add mod">
          <ac:chgData name="Ožbot, Miha" userId="5fdfeab2-e3ac-40dc-9f9d-ac602c9b72a8" providerId="ADAL" clId="{AE99531F-D73C-4103-9623-9BB2A0EB9D18}" dt="2022-04-12T10:58:40.952" v="8594"/>
          <ac:picMkLst>
            <pc:docMk/>
            <pc:sldMk cId="1974032223" sldId="276"/>
            <ac:picMk id="8" creationId="{3087ADEC-0877-4E2C-892B-C7B672B98F29}"/>
          </ac:picMkLst>
        </pc:picChg>
      </pc:sldChg>
      <pc:sldChg chg="addSp delSp modSp new mod">
        <pc:chgData name="Ožbot, Miha" userId="5fdfeab2-e3ac-40dc-9f9d-ac602c9b72a8" providerId="ADAL" clId="{AE99531F-D73C-4103-9623-9BB2A0EB9D18}" dt="2022-04-12T12:08:44.097" v="10186"/>
        <pc:sldMkLst>
          <pc:docMk/>
          <pc:sldMk cId="1777168465" sldId="277"/>
        </pc:sldMkLst>
        <pc:spChg chg="mod">
          <ac:chgData name="Ožbot, Miha" userId="5fdfeab2-e3ac-40dc-9f9d-ac602c9b72a8" providerId="ADAL" clId="{AE99531F-D73C-4103-9623-9BB2A0EB9D18}" dt="2022-04-12T11:10:08.899" v="9215" actId="20577"/>
          <ac:spMkLst>
            <pc:docMk/>
            <pc:sldMk cId="1777168465" sldId="277"/>
            <ac:spMk id="2" creationId="{29C4D673-7BFA-4229-B881-FE238058D6F7}"/>
          </ac:spMkLst>
        </pc:spChg>
        <pc:spChg chg="add del mod">
          <ac:chgData name="Ožbot, Miha" userId="5fdfeab2-e3ac-40dc-9f9d-ac602c9b72a8" providerId="ADAL" clId="{AE99531F-D73C-4103-9623-9BB2A0EB9D18}" dt="2022-04-12T12:08:16.222" v="10184" actId="20577"/>
          <ac:spMkLst>
            <pc:docMk/>
            <pc:sldMk cId="1777168465" sldId="277"/>
            <ac:spMk id="3" creationId="{354E9BDB-FFAF-4691-A07B-B175C22DE297}"/>
          </ac:spMkLst>
        </pc:spChg>
        <pc:spChg chg="add del">
          <ac:chgData name="Ožbot, Miha" userId="5fdfeab2-e3ac-40dc-9f9d-ac602c9b72a8" providerId="ADAL" clId="{AE99531F-D73C-4103-9623-9BB2A0EB9D18}" dt="2022-04-12T11:11:50.530" v="9267" actId="478"/>
          <ac:spMkLst>
            <pc:docMk/>
            <pc:sldMk cId="1777168465" sldId="277"/>
            <ac:spMk id="4" creationId="{21034DEB-C3FD-48AA-9496-5907DBEA53CB}"/>
          </ac:spMkLst>
        </pc:spChg>
        <pc:spChg chg="add del mod">
          <ac:chgData name="Ožbot, Miha" userId="5fdfeab2-e3ac-40dc-9f9d-ac602c9b72a8" providerId="ADAL" clId="{AE99531F-D73C-4103-9623-9BB2A0EB9D18}" dt="2022-04-12T11:11:48.533" v="9266" actId="478"/>
          <ac:spMkLst>
            <pc:docMk/>
            <pc:sldMk cId="1777168465" sldId="277"/>
            <ac:spMk id="5" creationId="{9BC61C9D-0844-4A6F-9C51-537727FC5667}"/>
          </ac:spMkLst>
        </pc:spChg>
        <pc:picChg chg="add mod">
          <ac:chgData name="Ožbot, Miha" userId="5fdfeab2-e3ac-40dc-9f9d-ac602c9b72a8" providerId="ADAL" clId="{AE99531F-D73C-4103-9623-9BB2A0EB9D18}" dt="2022-04-12T11:23:03.354" v="9591" actId="1076"/>
          <ac:picMkLst>
            <pc:docMk/>
            <pc:sldMk cId="1777168465" sldId="277"/>
            <ac:picMk id="6" creationId="{E9FA8733-898D-4316-BA85-8FDE057BA093}"/>
          </ac:picMkLst>
        </pc:picChg>
        <pc:picChg chg="add del mod">
          <ac:chgData name="Ožbot, Miha" userId="5fdfeab2-e3ac-40dc-9f9d-ac602c9b72a8" providerId="ADAL" clId="{AE99531F-D73C-4103-9623-9BB2A0EB9D18}" dt="2022-04-12T11:22:02.097" v="9585" actId="478"/>
          <ac:picMkLst>
            <pc:docMk/>
            <pc:sldMk cId="1777168465" sldId="277"/>
            <ac:picMk id="7" creationId="{3030CBE3-C0D0-4A02-9277-D11465858C7A}"/>
          </ac:picMkLst>
        </pc:picChg>
        <pc:picChg chg="add mod">
          <ac:chgData name="Ožbot, Miha" userId="5fdfeab2-e3ac-40dc-9f9d-ac602c9b72a8" providerId="ADAL" clId="{AE99531F-D73C-4103-9623-9BB2A0EB9D18}" dt="2022-04-12T11:15:24.401" v="9490" actId="1076"/>
          <ac:picMkLst>
            <pc:docMk/>
            <pc:sldMk cId="1777168465" sldId="277"/>
            <ac:picMk id="8" creationId="{A291E1AF-4115-4282-B2FE-8F606C019ADE}"/>
          </ac:picMkLst>
        </pc:picChg>
        <pc:picChg chg="add mod">
          <ac:chgData name="Ožbot, Miha" userId="5fdfeab2-e3ac-40dc-9f9d-ac602c9b72a8" providerId="ADAL" clId="{AE99531F-D73C-4103-9623-9BB2A0EB9D18}" dt="2022-04-12T11:20:55.738" v="9581" actId="1076"/>
          <ac:picMkLst>
            <pc:docMk/>
            <pc:sldMk cId="1777168465" sldId="277"/>
            <ac:picMk id="9" creationId="{08397847-3EC8-41A8-845B-2FBD81FACC24}"/>
          </ac:picMkLst>
        </pc:picChg>
        <pc:picChg chg="add del mod">
          <ac:chgData name="Ožbot, Miha" userId="5fdfeab2-e3ac-40dc-9f9d-ac602c9b72a8" providerId="ADAL" clId="{AE99531F-D73C-4103-9623-9BB2A0EB9D18}" dt="2022-04-12T11:15:33.106" v="9493" actId="478"/>
          <ac:picMkLst>
            <pc:docMk/>
            <pc:sldMk cId="1777168465" sldId="277"/>
            <ac:picMk id="10" creationId="{56421948-B7A2-4BB1-A930-13ADEEFE3E08}"/>
          </ac:picMkLst>
        </pc:picChg>
        <pc:picChg chg="add mod">
          <ac:chgData name="Ožbot, Miha" userId="5fdfeab2-e3ac-40dc-9f9d-ac602c9b72a8" providerId="ADAL" clId="{AE99531F-D73C-4103-9623-9BB2A0EB9D18}" dt="2022-04-12T11:20:56.866" v="9582" actId="1076"/>
          <ac:picMkLst>
            <pc:docMk/>
            <pc:sldMk cId="1777168465" sldId="277"/>
            <ac:picMk id="11" creationId="{034D35BE-C44A-447B-BBD7-5C6D40613EAE}"/>
          </ac:picMkLst>
        </pc:picChg>
        <pc:picChg chg="add mod">
          <ac:chgData name="Ožbot, Miha" userId="5fdfeab2-e3ac-40dc-9f9d-ac602c9b72a8" providerId="ADAL" clId="{AE99531F-D73C-4103-9623-9BB2A0EB9D18}" dt="2022-04-12T11:20:51.913" v="9579" actId="1076"/>
          <ac:picMkLst>
            <pc:docMk/>
            <pc:sldMk cId="1777168465" sldId="277"/>
            <ac:picMk id="12" creationId="{9E3844B7-9FB4-4EC3-B021-7666C8705B2C}"/>
          </ac:picMkLst>
        </pc:picChg>
        <pc:picChg chg="add mod">
          <ac:chgData name="Ožbot, Miha" userId="5fdfeab2-e3ac-40dc-9f9d-ac602c9b72a8" providerId="ADAL" clId="{AE99531F-D73C-4103-9623-9BB2A0EB9D18}" dt="2022-04-12T11:20:53.961" v="9580" actId="1076"/>
          <ac:picMkLst>
            <pc:docMk/>
            <pc:sldMk cId="1777168465" sldId="277"/>
            <ac:picMk id="13" creationId="{7E163A39-C47C-4ABB-8365-825A3596D2EF}"/>
          </ac:picMkLst>
        </pc:picChg>
        <pc:picChg chg="add del mod">
          <ac:chgData name="Ožbot, Miha" userId="5fdfeab2-e3ac-40dc-9f9d-ac602c9b72a8" providerId="ADAL" clId="{AE99531F-D73C-4103-9623-9BB2A0EB9D18}" dt="2022-04-12T11:22:44.129" v="9588" actId="478"/>
          <ac:picMkLst>
            <pc:docMk/>
            <pc:sldMk cId="1777168465" sldId="277"/>
            <ac:picMk id="14" creationId="{A6D3086A-9EAF-4DCE-AD62-A47A4077196E}"/>
          </ac:picMkLst>
        </pc:picChg>
        <pc:picChg chg="add mod">
          <ac:chgData name="Ožbot, Miha" userId="5fdfeab2-e3ac-40dc-9f9d-ac602c9b72a8" providerId="ADAL" clId="{AE99531F-D73C-4103-9623-9BB2A0EB9D18}" dt="2022-04-12T11:22:04.561" v="9587" actId="1076"/>
          <ac:picMkLst>
            <pc:docMk/>
            <pc:sldMk cId="1777168465" sldId="277"/>
            <ac:picMk id="16" creationId="{C0305A5C-8631-4428-868E-2FC70A2C8434}"/>
          </ac:picMkLst>
        </pc:picChg>
        <pc:picChg chg="add mod">
          <ac:chgData name="Ožbot, Miha" userId="5fdfeab2-e3ac-40dc-9f9d-ac602c9b72a8" providerId="ADAL" clId="{AE99531F-D73C-4103-9623-9BB2A0EB9D18}" dt="2022-04-12T11:22:59.369" v="9590" actId="1076"/>
          <ac:picMkLst>
            <pc:docMk/>
            <pc:sldMk cId="1777168465" sldId="277"/>
            <ac:picMk id="18" creationId="{9DFB01B6-DD71-4F77-AD95-DD3784B05FF2}"/>
          </ac:picMkLst>
        </pc:picChg>
        <pc:picChg chg="add mod">
          <ac:chgData name="Ožbot, Miha" userId="5fdfeab2-e3ac-40dc-9f9d-ac602c9b72a8" providerId="ADAL" clId="{AE99531F-D73C-4103-9623-9BB2A0EB9D18}" dt="2022-04-12T12:08:44.097" v="10186"/>
          <ac:picMkLst>
            <pc:docMk/>
            <pc:sldMk cId="1777168465" sldId="277"/>
            <ac:picMk id="19" creationId="{EF5E848B-295A-44F2-9B66-D5AFFC6585D7}"/>
          </ac:picMkLst>
        </pc:picChg>
      </pc:sldChg>
      <pc:sldChg chg="addSp modSp new mod">
        <pc:chgData name="Ožbot, Miha" userId="5fdfeab2-e3ac-40dc-9f9d-ac602c9b72a8" providerId="ADAL" clId="{AE99531F-D73C-4103-9623-9BB2A0EB9D18}" dt="2022-04-12T13:55:19.319" v="13852" actId="20577"/>
        <pc:sldMkLst>
          <pc:docMk/>
          <pc:sldMk cId="3461412227" sldId="278"/>
        </pc:sldMkLst>
        <pc:spChg chg="mod">
          <ac:chgData name="Ožbot, Miha" userId="5fdfeab2-e3ac-40dc-9f9d-ac602c9b72a8" providerId="ADAL" clId="{AE99531F-D73C-4103-9623-9BB2A0EB9D18}" dt="2022-04-12T12:04:38.339" v="10110" actId="21"/>
          <ac:spMkLst>
            <pc:docMk/>
            <pc:sldMk cId="3461412227" sldId="278"/>
            <ac:spMk id="2" creationId="{40538893-6351-49B8-BAF9-656D373F7196}"/>
          </ac:spMkLst>
        </pc:spChg>
        <pc:spChg chg="mod">
          <ac:chgData name="Ožbot, Miha" userId="5fdfeab2-e3ac-40dc-9f9d-ac602c9b72a8" providerId="ADAL" clId="{AE99531F-D73C-4103-9623-9BB2A0EB9D18}" dt="2022-04-12T13:55:19.319" v="13852" actId="20577"/>
          <ac:spMkLst>
            <pc:docMk/>
            <pc:sldMk cId="3461412227" sldId="278"/>
            <ac:spMk id="3" creationId="{5F43D92A-C5DA-4436-A6F4-4FE1EACAF22B}"/>
          </ac:spMkLst>
        </pc:spChg>
        <pc:picChg chg="add mod">
          <ac:chgData name="Ožbot, Miha" userId="5fdfeab2-e3ac-40dc-9f9d-ac602c9b72a8" providerId="ADAL" clId="{AE99531F-D73C-4103-9623-9BB2A0EB9D18}" dt="2022-04-12T13:28:08.864" v="13151" actId="1076"/>
          <ac:picMkLst>
            <pc:docMk/>
            <pc:sldMk cId="3461412227" sldId="278"/>
            <ac:picMk id="4" creationId="{36793C1F-057D-4B6B-9D4A-9F59918B829B}"/>
          </ac:picMkLst>
        </pc:picChg>
        <pc:picChg chg="add mod">
          <ac:chgData name="Ožbot, Miha" userId="5fdfeab2-e3ac-40dc-9f9d-ac602c9b72a8" providerId="ADAL" clId="{AE99531F-D73C-4103-9623-9BB2A0EB9D18}" dt="2022-04-12T13:28:08.224" v="13150" actId="1076"/>
          <ac:picMkLst>
            <pc:docMk/>
            <pc:sldMk cId="3461412227" sldId="278"/>
            <ac:picMk id="5" creationId="{D2C874A5-9A3A-423F-80E9-B6066E1F20A5}"/>
          </ac:picMkLst>
        </pc:picChg>
        <pc:picChg chg="add mod">
          <ac:chgData name="Ožbot, Miha" userId="5fdfeab2-e3ac-40dc-9f9d-ac602c9b72a8" providerId="ADAL" clId="{AE99531F-D73C-4103-9623-9BB2A0EB9D18}" dt="2022-04-12T12:08:47.891" v="10188"/>
          <ac:picMkLst>
            <pc:docMk/>
            <pc:sldMk cId="3461412227" sldId="278"/>
            <ac:picMk id="6" creationId="{D55EECF9-C2AE-49D0-9E53-EC859609BA5F}"/>
          </ac:picMkLst>
        </pc:picChg>
      </pc:sldChg>
      <pc:sldChg chg="addSp delSp modSp new mod">
        <pc:chgData name="Ožbot, Miha" userId="5fdfeab2-e3ac-40dc-9f9d-ac602c9b72a8" providerId="ADAL" clId="{AE99531F-D73C-4103-9623-9BB2A0EB9D18}" dt="2022-04-12T12:08:45.746" v="10187"/>
        <pc:sldMkLst>
          <pc:docMk/>
          <pc:sldMk cId="2849575153" sldId="279"/>
        </pc:sldMkLst>
        <pc:spChg chg="mod">
          <ac:chgData name="Ožbot, Miha" userId="5fdfeab2-e3ac-40dc-9f9d-ac602c9b72a8" providerId="ADAL" clId="{AE99531F-D73C-4103-9623-9BB2A0EB9D18}" dt="2022-04-12T11:24:14.625" v="9614" actId="20577"/>
          <ac:spMkLst>
            <pc:docMk/>
            <pc:sldMk cId="2849575153" sldId="279"/>
            <ac:spMk id="2" creationId="{5DD53BE2-3A1A-408D-AF5E-B16509C26E3D}"/>
          </ac:spMkLst>
        </pc:spChg>
        <pc:spChg chg="mod">
          <ac:chgData name="Ožbot, Miha" userId="5fdfeab2-e3ac-40dc-9f9d-ac602c9b72a8" providerId="ADAL" clId="{AE99531F-D73C-4103-9623-9BB2A0EB9D18}" dt="2022-04-12T11:39:47.249" v="9675" actId="20577"/>
          <ac:spMkLst>
            <pc:docMk/>
            <pc:sldMk cId="2849575153" sldId="279"/>
            <ac:spMk id="3" creationId="{9B7BDED3-60BE-4F4C-8872-B171FE820D8D}"/>
          </ac:spMkLst>
        </pc:spChg>
        <pc:picChg chg="add mod">
          <ac:chgData name="Ožbot, Miha" userId="5fdfeab2-e3ac-40dc-9f9d-ac602c9b72a8" providerId="ADAL" clId="{AE99531F-D73C-4103-9623-9BB2A0EB9D18}" dt="2022-04-12T12:08:22.950" v="10185" actId="1076"/>
          <ac:picMkLst>
            <pc:docMk/>
            <pc:sldMk cId="2849575153" sldId="279"/>
            <ac:picMk id="4" creationId="{05AE727E-5F2F-448B-B67B-8E426C9AD95E}"/>
          </ac:picMkLst>
        </pc:picChg>
        <pc:picChg chg="add mod">
          <ac:chgData name="Ožbot, Miha" userId="5fdfeab2-e3ac-40dc-9f9d-ac602c9b72a8" providerId="ADAL" clId="{AE99531F-D73C-4103-9623-9BB2A0EB9D18}" dt="2022-04-12T12:08:22.950" v="10185" actId="1076"/>
          <ac:picMkLst>
            <pc:docMk/>
            <pc:sldMk cId="2849575153" sldId="279"/>
            <ac:picMk id="5" creationId="{4C194844-4B49-488E-95FC-55F500B7250E}"/>
          </ac:picMkLst>
        </pc:picChg>
        <pc:picChg chg="add mod">
          <ac:chgData name="Ožbot, Miha" userId="5fdfeab2-e3ac-40dc-9f9d-ac602c9b72a8" providerId="ADAL" clId="{AE99531F-D73C-4103-9623-9BB2A0EB9D18}" dt="2022-04-12T12:08:22.950" v="10185" actId="1076"/>
          <ac:picMkLst>
            <pc:docMk/>
            <pc:sldMk cId="2849575153" sldId="279"/>
            <ac:picMk id="6" creationId="{D299FABD-8B15-4E2C-B0B2-06D58E33344B}"/>
          </ac:picMkLst>
        </pc:picChg>
        <pc:picChg chg="add mod">
          <ac:chgData name="Ožbot, Miha" userId="5fdfeab2-e3ac-40dc-9f9d-ac602c9b72a8" providerId="ADAL" clId="{AE99531F-D73C-4103-9623-9BB2A0EB9D18}" dt="2022-04-12T11:56:14.055" v="9692" actId="1076"/>
          <ac:picMkLst>
            <pc:docMk/>
            <pc:sldMk cId="2849575153" sldId="279"/>
            <ac:picMk id="7" creationId="{B8D96EC5-A7EA-4DD7-9156-AA907DF54DEE}"/>
          </ac:picMkLst>
        </pc:picChg>
        <pc:picChg chg="add del mod">
          <ac:chgData name="Ožbot, Miha" userId="5fdfeab2-e3ac-40dc-9f9d-ac602c9b72a8" providerId="ADAL" clId="{AE99531F-D73C-4103-9623-9BB2A0EB9D18}" dt="2022-04-12T11:55:06.479" v="9689" actId="478"/>
          <ac:picMkLst>
            <pc:docMk/>
            <pc:sldMk cId="2849575153" sldId="279"/>
            <ac:picMk id="8" creationId="{97FDED00-151B-402A-BD32-AF2152CF3820}"/>
          </ac:picMkLst>
        </pc:picChg>
        <pc:picChg chg="add mod">
          <ac:chgData name="Ožbot, Miha" userId="5fdfeab2-e3ac-40dc-9f9d-ac602c9b72a8" providerId="ADAL" clId="{AE99531F-D73C-4103-9623-9BB2A0EB9D18}" dt="2022-04-12T12:08:45.746" v="10187"/>
          <ac:picMkLst>
            <pc:docMk/>
            <pc:sldMk cId="2849575153" sldId="279"/>
            <ac:picMk id="9" creationId="{61AB9704-DDE9-431A-8EAA-398DAB228CCF}"/>
          </ac:picMkLst>
        </pc:picChg>
      </pc:sldChg>
      <pc:sldChg chg="addSp delSp modSp new mod modNotesTx">
        <pc:chgData name="Ožbot, Miha" userId="5fdfeab2-e3ac-40dc-9f9d-ac602c9b72a8" providerId="ADAL" clId="{AE99531F-D73C-4103-9623-9BB2A0EB9D18}" dt="2022-04-12T13:27:55.803" v="13149" actId="404"/>
        <pc:sldMkLst>
          <pc:docMk/>
          <pc:sldMk cId="2584916931" sldId="280"/>
        </pc:sldMkLst>
        <pc:spChg chg="mod">
          <ac:chgData name="Ožbot, Miha" userId="5fdfeab2-e3ac-40dc-9f9d-ac602c9b72a8" providerId="ADAL" clId="{AE99531F-D73C-4103-9623-9BB2A0EB9D18}" dt="2022-04-12T12:04:44.863" v="10117" actId="20577"/>
          <ac:spMkLst>
            <pc:docMk/>
            <pc:sldMk cId="2584916931" sldId="280"/>
            <ac:spMk id="2" creationId="{1D5CB862-DD5F-49D0-8566-F38BA2AA6CE5}"/>
          </ac:spMkLst>
        </pc:spChg>
        <pc:spChg chg="mod">
          <ac:chgData name="Ožbot, Miha" userId="5fdfeab2-e3ac-40dc-9f9d-ac602c9b72a8" providerId="ADAL" clId="{AE99531F-D73C-4103-9623-9BB2A0EB9D18}" dt="2022-04-12T13:27:55.803" v="13149" actId="404"/>
          <ac:spMkLst>
            <pc:docMk/>
            <pc:sldMk cId="2584916931" sldId="280"/>
            <ac:spMk id="3" creationId="{12886D7A-D4E7-495E-908F-E15497B16D57}"/>
          </ac:spMkLst>
        </pc:spChg>
        <pc:spChg chg="add del">
          <ac:chgData name="Ožbot, Miha" userId="5fdfeab2-e3ac-40dc-9f9d-ac602c9b72a8" providerId="ADAL" clId="{AE99531F-D73C-4103-9623-9BB2A0EB9D18}" dt="2022-04-12T12:19:06.830" v="11081" actId="478"/>
          <ac:spMkLst>
            <pc:docMk/>
            <pc:sldMk cId="2584916931" sldId="280"/>
            <ac:spMk id="5" creationId="{025E45C4-5116-49DB-AFD5-EC8D98ADFF65}"/>
          </ac:spMkLst>
        </pc:spChg>
        <pc:spChg chg="add del">
          <ac:chgData name="Ožbot, Miha" userId="5fdfeab2-e3ac-40dc-9f9d-ac602c9b72a8" providerId="ADAL" clId="{AE99531F-D73C-4103-9623-9BB2A0EB9D18}" dt="2022-04-12T12:20:05.964" v="11228" actId="478"/>
          <ac:spMkLst>
            <pc:docMk/>
            <pc:sldMk cId="2584916931" sldId="280"/>
            <ac:spMk id="6" creationId="{F762F0AE-73F1-416A-94BF-20FF8C77B321}"/>
          </ac:spMkLst>
        </pc:spChg>
        <pc:picChg chg="add mod">
          <ac:chgData name="Ožbot, Miha" userId="5fdfeab2-e3ac-40dc-9f9d-ac602c9b72a8" providerId="ADAL" clId="{AE99531F-D73C-4103-9623-9BB2A0EB9D18}" dt="2022-04-12T12:08:49.393" v="10189"/>
          <ac:picMkLst>
            <pc:docMk/>
            <pc:sldMk cId="2584916931" sldId="280"/>
            <ac:picMk id="4" creationId="{6372B4F0-06F5-438E-A44C-05CBF48F2354}"/>
          </ac:picMkLst>
        </pc:picChg>
        <pc:picChg chg="add mod">
          <ac:chgData name="Ožbot, Miha" userId="5fdfeab2-e3ac-40dc-9f9d-ac602c9b72a8" providerId="ADAL" clId="{AE99531F-D73C-4103-9623-9BB2A0EB9D18}" dt="2022-04-12T12:21:49.212" v="11350" actId="1076"/>
          <ac:picMkLst>
            <pc:docMk/>
            <pc:sldMk cId="2584916931" sldId="280"/>
            <ac:picMk id="7" creationId="{3EFBE3DE-D154-408C-90ED-EB5CCA9656FB}"/>
          </ac:picMkLst>
        </pc:picChg>
        <pc:picChg chg="add mod">
          <ac:chgData name="Ožbot, Miha" userId="5fdfeab2-e3ac-40dc-9f9d-ac602c9b72a8" providerId="ADAL" clId="{AE99531F-D73C-4103-9623-9BB2A0EB9D18}" dt="2022-04-12T12:21:54.285" v="11352" actId="1076"/>
          <ac:picMkLst>
            <pc:docMk/>
            <pc:sldMk cId="2584916931" sldId="280"/>
            <ac:picMk id="8" creationId="{7DA9D3D4-84B5-4902-B19B-1A093CCC949F}"/>
          </ac:picMkLst>
        </pc:picChg>
      </pc:sldChg>
      <pc:sldChg chg="addSp delSp modSp new mod modNotesTx">
        <pc:chgData name="Ožbot, Miha" userId="5fdfeab2-e3ac-40dc-9f9d-ac602c9b72a8" providerId="ADAL" clId="{AE99531F-D73C-4103-9623-9BB2A0EB9D18}" dt="2022-04-12T14:34:13.747" v="15665" actId="20577"/>
        <pc:sldMkLst>
          <pc:docMk/>
          <pc:sldMk cId="3904152926" sldId="281"/>
        </pc:sldMkLst>
        <pc:spChg chg="mod">
          <ac:chgData name="Ožbot, Miha" userId="5fdfeab2-e3ac-40dc-9f9d-ac602c9b72a8" providerId="ADAL" clId="{AE99531F-D73C-4103-9623-9BB2A0EB9D18}" dt="2022-04-12T12:22:38.189" v="11397" actId="20577"/>
          <ac:spMkLst>
            <pc:docMk/>
            <pc:sldMk cId="3904152926" sldId="281"/>
            <ac:spMk id="2" creationId="{EBCEABC0-1914-41D7-80CD-2099FA5A140A}"/>
          </ac:spMkLst>
        </pc:spChg>
        <pc:spChg chg="add del mod">
          <ac:chgData name="Ožbot, Miha" userId="5fdfeab2-e3ac-40dc-9f9d-ac602c9b72a8" providerId="ADAL" clId="{AE99531F-D73C-4103-9623-9BB2A0EB9D18}" dt="2022-04-12T14:34:13.747" v="15665" actId="20577"/>
          <ac:spMkLst>
            <pc:docMk/>
            <pc:sldMk cId="3904152926" sldId="281"/>
            <ac:spMk id="3" creationId="{FF9CEB20-11ED-49A7-A1FC-827249F25E3F}"/>
          </ac:spMkLst>
        </pc:spChg>
        <pc:spChg chg="add del">
          <ac:chgData name="Ožbot, Miha" userId="5fdfeab2-e3ac-40dc-9f9d-ac602c9b72a8" providerId="ADAL" clId="{AE99531F-D73C-4103-9623-9BB2A0EB9D18}" dt="2022-04-12T12:25:19.372" v="11695" actId="478"/>
          <ac:spMkLst>
            <pc:docMk/>
            <pc:sldMk cId="3904152926" sldId="281"/>
            <ac:spMk id="4" creationId="{4F2A0CB8-07DB-4867-AD3C-7A83E213974B}"/>
          </ac:spMkLst>
        </pc:spChg>
        <pc:spChg chg="add del">
          <ac:chgData name="Ožbot, Miha" userId="5fdfeab2-e3ac-40dc-9f9d-ac602c9b72a8" providerId="ADAL" clId="{AE99531F-D73C-4103-9623-9BB2A0EB9D18}" dt="2022-04-12T13:08:19.322" v="12301" actId="478"/>
          <ac:spMkLst>
            <pc:docMk/>
            <pc:sldMk cId="3904152926" sldId="281"/>
            <ac:spMk id="6" creationId="{367E6364-44EB-4AD6-B05B-36DD1A0EBF6C}"/>
          </ac:spMkLst>
        </pc:spChg>
        <pc:spChg chg="add del mod">
          <ac:chgData name="Ožbot, Miha" userId="5fdfeab2-e3ac-40dc-9f9d-ac602c9b72a8" providerId="ADAL" clId="{AE99531F-D73C-4103-9623-9BB2A0EB9D18}" dt="2022-04-12T13:08:18.553" v="12300" actId="478"/>
          <ac:spMkLst>
            <pc:docMk/>
            <pc:sldMk cId="3904152926" sldId="281"/>
            <ac:spMk id="7" creationId="{AC1D56FC-F508-4178-A044-A4140ADCD738}"/>
          </ac:spMkLst>
        </pc:spChg>
        <pc:spChg chg="add del mod">
          <ac:chgData name="Ožbot, Miha" userId="5fdfeab2-e3ac-40dc-9f9d-ac602c9b72a8" providerId="ADAL" clId="{AE99531F-D73C-4103-9623-9BB2A0EB9D18}" dt="2022-04-12T13:08:11.277" v="12296" actId="478"/>
          <ac:spMkLst>
            <pc:docMk/>
            <pc:sldMk cId="3904152926" sldId="281"/>
            <ac:spMk id="8" creationId="{B5157D7F-0F0D-42D9-A7AF-5FE61A06B514}"/>
          </ac:spMkLst>
        </pc:spChg>
        <pc:spChg chg="add del mod">
          <ac:chgData name="Ožbot, Miha" userId="5fdfeab2-e3ac-40dc-9f9d-ac602c9b72a8" providerId="ADAL" clId="{AE99531F-D73C-4103-9623-9BB2A0EB9D18}" dt="2022-04-12T13:08:23.929" v="12304" actId="478"/>
          <ac:spMkLst>
            <pc:docMk/>
            <pc:sldMk cId="3904152926" sldId="281"/>
            <ac:spMk id="9" creationId="{650619ED-05E8-43F8-92D9-44B9B7EA31B7}"/>
          </ac:spMkLst>
        </pc:spChg>
        <pc:picChg chg="add mod">
          <ac:chgData name="Ožbot, Miha" userId="5fdfeab2-e3ac-40dc-9f9d-ac602c9b72a8" providerId="ADAL" clId="{AE99531F-D73C-4103-9623-9BB2A0EB9D18}" dt="2022-04-12T14:33:38.866" v="15655" actId="1076"/>
          <ac:picMkLst>
            <pc:docMk/>
            <pc:sldMk cId="3904152926" sldId="281"/>
            <ac:picMk id="5" creationId="{85FA5BB3-5F27-498A-A5B1-638AB5C57B3F}"/>
          </ac:picMkLst>
        </pc:picChg>
        <pc:picChg chg="add mod">
          <ac:chgData name="Ožbot, Miha" userId="5fdfeab2-e3ac-40dc-9f9d-ac602c9b72a8" providerId="ADAL" clId="{AE99531F-D73C-4103-9623-9BB2A0EB9D18}" dt="2022-04-12T13:11:09.647" v="12338"/>
          <ac:picMkLst>
            <pc:docMk/>
            <pc:sldMk cId="3904152926" sldId="281"/>
            <ac:picMk id="10" creationId="{0B61EA95-4EAE-46A4-BC11-7E20A4889CD2}"/>
          </ac:picMkLst>
        </pc:picChg>
      </pc:sldChg>
      <pc:sldChg chg="addSp delSp modSp new mod">
        <pc:chgData name="Ožbot, Miha" userId="5fdfeab2-e3ac-40dc-9f9d-ac602c9b72a8" providerId="ADAL" clId="{AE99531F-D73C-4103-9623-9BB2A0EB9D18}" dt="2022-04-12T14:18:25.060" v="14991" actId="1076"/>
        <pc:sldMkLst>
          <pc:docMk/>
          <pc:sldMk cId="877783051" sldId="282"/>
        </pc:sldMkLst>
        <pc:spChg chg="mod">
          <ac:chgData name="Ožbot, Miha" userId="5fdfeab2-e3ac-40dc-9f9d-ac602c9b72a8" providerId="ADAL" clId="{AE99531F-D73C-4103-9623-9BB2A0EB9D18}" dt="2022-04-12T13:19:20.873" v="12538" actId="20577"/>
          <ac:spMkLst>
            <pc:docMk/>
            <pc:sldMk cId="877783051" sldId="282"/>
            <ac:spMk id="2" creationId="{08293A48-0358-45D5-99AB-1890A56BBB06}"/>
          </ac:spMkLst>
        </pc:spChg>
        <pc:spChg chg="add del mod">
          <ac:chgData name="Ožbot, Miha" userId="5fdfeab2-e3ac-40dc-9f9d-ac602c9b72a8" providerId="ADAL" clId="{AE99531F-D73C-4103-9623-9BB2A0EB9D18}" dt="2022-04-12T14:18:22.965" v="14990" actId="5793"/>
          <ac:spMkLst>
            <pc:docMk/>
            <pc:sldMk cId="877783051" sldId="282"/>
            <ac:spMk id="3" creationId="{09770A0F-0E9E-4F08-871D-40BE89BE243D}"/>
          </ac:spMkLst>
        </pc:spChg>
        <pc:picChg chg="add del mod">
          <ac:chgData name="Ožbot, Miha" userId="5fdfeab2-e3ac-40dc-9f9d-ac602c9b72a8" providerId="ADAL" clId="{AE99531F-D73C-4103-9623-9BB2A0EB9D18}" dt="2022-04-12T13:11:12.541" v="12340"/>
          <ac:picMkLst>
            <pc:docMk/>
            <pc:sldMk cId="877783051" sldId="282"/>
            <ac:picMk id="4" creationId="{46876A8D-6827-43C1-BB80-E8BDBCDCBC0C}"/>
          </ac:picMkLst>
        </pc:picChg>
        <pc:picChg chg="add mod">
          <ac:chgData name="Ožbot, Miha" userId="5fdfeab2-e3ac-40dc-9f9d-ac602c9b72a8" providerId="ADAL" clId="{AE99531F-D73C-4103-9623-9BB2A0EB9D18}" dt="2022-04-12T13:11:13.388" v="12341"/>
          <ac:picMkLst>
            <pc:docMk/>
            <pc:sldMk cId="877783051" sldId="282"/>
            <ac:picMk id="5" creationId="{F6BFB80F-971E-4EED-AC4F-C5779921748D}"/>
          </ac:picMkLst>
        </pc:picChg>
        <pc:picChg chg="add mod">
          <ac:chgData name="Ožbot, Miha" userId="5fdfeab2-e3ac-40dc-9f9d-ac602c9b72a8" providerId="ADAL" clId="{AE99531F-D73C-4103-9623-9BB2A0EB9D18}" dt="2022-04-12T14:18:25.060" v="14991" actId="1076"/>
          <ac:picMkLst>
            <pc:docMk/>
            <pc:sldMk cId="877783051" sldId="282"/>
            <ac:picMk id="6" creationId="{22993324-5225-4517-8700-DCDAE7E8F727}"/>
          </ac:picMkLst>
        </pc:picChg>
      </pc:sldChg>
      <pc:sldChg chg="addSp delSp modSp new mod">
        <pc:chgData name="Ožbot, Miha" userId="5fdfeab2-e3ac-40dc-9f9d-ac602c9b72a8" providerId="ADAL" clId="{AE99531F-D73C-4103-9623-9BB2A0EB9D18}" dt="2022-04-12T14:33:24.692" v="15654" actId="20577"/>
        <pc:sldMkLst>
          <pc:docMk/>
          <pc:sldMk cId="996068835" sldId="283"/>
        </pc:sldMkLst>
        <pc:spChg chg="mod">
          <ac:chgData name="Ožbot, Miha" userId="5fdfeab2-e3ac-40dc-9f9d-ac602c9b72a8" providerId="ADAL" clId="{AE99531F-D73C-4103-9623-9BB2A0EB9D18}" dt="2022-04-12T13:57:08.599" v="13983" actId="20577"/>
          <ac:spMkLst>
            <pc:docMk/>
            <pc:sldMk cId="996068835" sldId="283"/>
            <ac:spMk id="2" creationId="{48A86C58-8A74-461B-B93C-6CB631DC2D59}"/>
          </ac:spMkLst>
        </pc:spChg>
        <pc:spChg chg="add del mod">
          <ac:chgData name="Ožbot, Miha" userId="5fdfeab2-e3ac-40dc-9f9d-ac602c9b72a8" providerId="ADAL" clId="{AE99531F-D73C-4103-9623-9BB2A0EB9D18}" dt="2022-04-12T14:33:24.692" v="15654" actId="20577"/>
          <ac:spMkLst>
            <pc:docMk/>
            <pc:sldMk cId="996068835" sldId="283"/>
            <ac:spMk id="3" creationId="{937870A5-48CA-42D8-91E1-59D70059D2FD}"/>
          </ac:spMkLst>
        </pc:spChg>
        <pc:spChg chg="add del mod">
          <ac:chgData name="Ožbot, Miha" userId="5fdfeab2-e3ac-40dc-9f9d-ac602c9b72a8" providerId="ADAL" clId="{AE99531F-D73C-4103-9623-9BB2A0EB9D18}" dt="2022-04-12T14:20:45.204" v="15143" actId="478"/>
          <ac:spMkLst>
            <pc:docMk/>
            <pc:sldMk cId="996068835" sldId="283"/>
            <ac:spMk id="4" creationId="{68F47EE7-2478-4717-842A-E149A8C59B2A}"/>
          </ac:spMkLst>
        </pc:spChg>
        <pc:spChg chg="add del mod">
          <ac:chgData name="Ožbot, Miha" userId="5fdfeab2-e3ac-40dc-9f9d-ac602c9b72a8" providerId="ADAL" clId="{AE99531F-D73C-4103-9623-9BB2A0EB9D18}" dt="2022-04-12T14:20:41.334" v="15141" actId="478"/>
          <ac:spMkLst>
            <pc:docMk/>
            <pc:sldMk cId="996068835" sldId="283"/>
            <ac:spMk id="5" creationId="{F7847674-97D1-47C5-BE22-0C01F1851DCC}"/>
          </ac:spMkLst>
        </pc:spChg>
        <pc:spChg chg="add del">
          <ac:chgData name="Ožbot, Miha" userId="5fdfeab2-e3ac-40dc-9f9d-ac602c9b72a8" providerId="ADAL" clId="{AE99531F-D73C-4103-9623-9BB2A0EB9D18}" dt="2022-04-12T14:23:39.284" v="15274" actId="478"/>
          <ac:spMkLst>
            <pc:docMk/>
            <pc:sldMk cId="996068835" sldId="283"/>
            <ac:spMk id="6" creationId="{39CFD043-B3D5-4B3C-87E7-1C4CA40CC0A1}"/>
          </ac:spMkLst>
        </pc:spChg>
      </pc:sldChg>
      <pc:sldChg chg="addSp delSp modSp new mod">
        <pc:chgData name="Ožbot, Miha" userId="5fdfeab2-e3ac-40dc-9f9d-ac602c9b72a8" providerId="ADAL" clId="{AE99531F-D73C-4103-9623-9BB2A0EB9D18}" dt="2022-04-12T14:37:22.131" v="15677" actId="1076"/>
        <pc:sldMkLst>
          <pc:docMk/>
          <pc:sldMk cId="862989043" sldId="284"/>
        </pc:sldMkLst>
        <pc:graphicFrameChg chg="add mod">
          <ac:chgData name="Ožbot, Miha" userId="5fdfeab2-e3ac-40dc-9f9d-ac602c9b72a8" providerId="ADAL" clId="{AE99531F-D73C-4103-9623-9BB2A0EB9D18}" dt="2022-04-12T14:37:22.131" v="15677" actId="1076"/>
          <ac:graphicFrameMkLst>
            <pc:docMk/>
            <pc:sldMk cId="862989043" sldId="284"/>
            <ac:graphicFrameMk id="7" creationId="{C90C24EF-A9AF-4456-89A1-749796B2A5DF}"/>
          </ac:graphicFrameMkLst>
        </pc:graphicFrameChg>
        <pc:picChg chg="add mod">
          <ac:chgData name="Ožbot, Miha" userId="5fdfeab2-e3ac-40dc-9f9d-ac602c9b72a8" providerId="ADAL" clId="{AE99531F-D73C-4103-9623-9BB2A0EB9D18}" dt="2022-04-12T14:36:02.555" v="15668" actId="1076"/>
          <ac:picMkLst>
            <pc:docMk/>
            <pc:sldMk cId="862989043" sldId="284"/>
            <ac:picMk id="4" creationId="{C088F720-0C4B-497B-AD63-5833701D8B02}"/>
          </ac:picMkLst>
        </pc:picChg>
        <pc:picChg chg="add del mod">
          <ac:chgData name="Ožbot, Miha" userId="5fdfeab2-e3ac-40dc-9f9d-ac602c9b72a8" providerId="ADAL" clId="{AE99531F-D73C-4103-9623-9BB2A0EB9D18}" dt="2022-04-12T14:36:11.075" v="15672" actId="478"/>
          <ac:picMkLst>
            <pc:docMk/>
            <pc:sldMk cId="862989043" sldId="284"/>
            <ac:picMk id="5" creationId="{7733F6F5-200F-4AA8-A2B6-03AA5E788B14}"/>
          </ac:picMkLst>
        </pc:picChg>
        <pc:picChg chg="add del mod">
          <ac:chgData name="Ožbot, Miha" userId="5fdfeab2-e3ac-40dc-9f9d-ac602c9b72a8" providerId="ADAL" clId="{AE99531F-D73C-4103-9623-9BB2A0EB9D18}" dt="2022-04-12T14:36:51.506" v="15675" actId="478"/>
          <ac:picMkLst>
            <pc:docMk/>
            <pc:sldMk cId="862989043" sldId="284"/>
            <ac:picMk id="6" creationId="{D65F68C2-13EB-4709-BBE5-335D7C438BA3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značba mesta glav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l-SI"/>
          </a:p>
        </p:txBody>
      </p:sp>
      <p:sp>
        <p:nvSpPr>
          <p:cNvPr id="3" name="Označba mesta datum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7146C8-862D-42FE-A0BD-CFE330564DFF}" type="datetimeFigureOut">
              <a:rPr lang="sl-SI" smtClean="0"/>
              <a:t>12. 04. 2022</a:t>
            </a:fld>
            <a:endParaRPr lang="sl-SI"/>
          </a:p>
        </p:txBody>
      </p:sp>
      <p:sp>
        <p:nvSpPr>
          <p:cNvPr id="4" name="Označba mesta stranske slik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l-SI"/>
          </a:p>
        </p:txBody>
      </p:sp>
      <p:sp>
        <p:nvSpPr>
          <p:cNvPr id="5" name="Označba mesta opomb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</a:p>
        </p:txBody>
      </p:sp>
      <p:sp>
        <p:nvSpPr>
          <p:cNvPr id="6" name="Označba mesta no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l-SI"/>
          </a:p>
        </p:txBody>
      </p:sp>
      <p:sp>
        <p:nvSpPr>
          <p:cNvPr id="7" name="Označba mesta številke diapoz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05F0E0-E88B-4C5C-8D43-68FAFD3B86B6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31125527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značba mesta stranske slik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Označba mesta opomb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l-SI" dirty="0"/>
          </a:p>
        </p:txBody>
      </p:sp>
      <p:sp>
        <p:nvSpPr>
          <p:cNvPr id="4" name="Označba mesta številke diapoz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05F0E0-E88B-4C5C-8D43-68FAFD3B86B6}" type="slidenum">
              <a:rPr lang="sl-SI" smtClean="0"/>
              <a:t>2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27291168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značba mesta stranske slik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Označba mesta opomb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lnSpc>
                <a:spcPct val="107000"/>
              </a:lnSpc>
              <a:spcAft>
                <a:spcPts val="800"/>
              </a:spcAft>
              <a:buNone/>
            </a:pPr>
            <a:endParaRPr lang="sl-SI" sz="12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sl-SI" sz="12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Množični podatki Velike baze podatkov </a:t>
            </a:r>
            <a:r>
              <a:rPr lang="sl-SI" sz="1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sl-SI" sz="1200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Big Data</a:t>
            </a:r>
            <a:r>
              <a:rPr lang="sl-SI" sz="1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potrebujemo metode učenja z enkratnim upoštevanjem podatkov (</a:t>
            </a:r>
            <a:r>
              <a:rPr lang="sl-SI" sz="1200" i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single-pass</a:t>
            </a:r>
            <a:r>
              <a:rPr lang="sl-SI" sz="1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).</a:t>
            </a:r>
          </a:p>
          <a:p>
            <a:endParaRPr lang="sl-SI" dirty="0"/>
          </a:p>
        </p:txBody>
      </p:sp>
      <p:sp>
        <p:nvSpPr>
          <p:cNvPr id="4" name="Označba mesta številke diapoz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05F0E0-E88B-4C5C-8D43-68FAFD3B86B6}" type="slidenum">
              <a:rPr lang="sl-SI" smtClean="0"/>
              <a:t>4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34085958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značba mesta stranske slik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Označba mesta opomb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l-SI" sz="1800" dirty="0" err="1"/>
              <a:t>incremental</a:t>
            </a:r>
            <a:r>
              <a:rPr lang="sl-SI" sz="1800" dirty="0"/>
              <a:t> </a:t>
            </a:r>
            <a:r>
              <a:rPr lang="sl-SI" sz="1800" dirty="0" err="1"/>
              <a:t>fuzzy</a:t>
            </a:r>
            <a:r>
              <a:rPr lang="sl-SI" sz="1800" dirty="0"/>
              <a:t> C-</a:t>
            </a:r>
            <a:r>
              <a:rPr lang="sl-SI" sz="1800" dirty="0" err="1"/>
              <a:t>regression</a:t>
            </a:r>
            <a:r>
              <a:rPr lang="sl-SI" sz="1800" dirty="0"/>
              <a:t> </a:t>
            </a:r>
            <a:r>
              <a:rPr lang="sl-SI" sz="1800" dirty="0" err="1"/>
              <a:t>clustering</a:t>
            </a:r>
            <a:r>
              <a:rPr lang="sl-SI" sz="1800" dirty="0"/>
              <a:t> -&gt;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parameters of the consequent part are the prototypes used in clustering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Hyperplane parameters can be shared between in the premise and consequent part of the locally linear models. 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sl-SI" dirty="0"/>
          </a:p>
          <a:p>
            <a:r>
              <a:rPr lang="sl-SI" sz="1200" dirty="0" err="1"/>
              <a:t>Subtractive</a:t>
            </a:r>
            <a:r>
              <a:rPr lang="sl-SI" sz="1200" dirty="0"/>
              <a:t> </a:t>
            </a:r>
            <a:r>
              <a:rPr lang="sl-SI" sz="1200" dirty="0" err="1"/>
              <a:t>Clustering</a:t>
            </a:r>
            <a:r>
              <a:rPr lang="sl-SI" sz="1200" dirty="0"/>
              <a:t>  a </a:t>
            </a:r>
            <a:r>
              <a:rPr lang="sl-SI" sz="1200" dirty="0" err="1"/>
              <a:t>version</a:t>
            </a:r>
            <a:r>
              <a:rPr lang="sl-SI" sz="1200" dirty="0"/>
              <a:t> </a:t>
            </a:r>
            <a:r>
              <a:rPr lang="sl-SI" sz="1200" dirty="0" err="1"/>
              <a:t>of</a:t>
            </a:r>
            <a:r>
              <a:rPr lang="sl-SI" sz="1200" dirty="0"/>
              <a:t> </a:t>
            </a:r>
            <a:r>
              <a:rPr lang="sl-SI" sz="1200" dirty="0" err="1"/>
              <a:t>mountain</a:t>
            </a:r>
            <a:r>
              <a:rPr lang="sl-SI" sz="1200" dirty="0"/>
              <a:t> </a:t>
            </a:r>
            <a:r>
              <a:rPr lang="sl-SI" sz="1200" dirty="0" err="1"/>
              <a:t>clustering</a:t>
            </a:r>
            <a:endParaRPr lang="sl-SI" sz="1200" dirty="0"/>
          </a:p>
          <a:p>
            <a:endParaRPr lang="sl-SI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Stability refers to the long-term solution convergence and Plasticity to the dynamic concept change handling [12, 49]</a:t>
            </a:r>
            <a:endParaRPr lang="sl-SI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sl-SI" dirty="0"/>
          </a:p>
        </p:txBody>
      </p:sp>
      <p:sp>
        <p:nvSpPr>
          <p:cNvPr id="4" name="Označba mesta številke diapoz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05F0E0-E88B-4C5C-8D43-68FAFD3B86B6}" type="slidenum">
              <a:rPr lang="sl-SI" smtClean="0"/>
              <a:t>6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29518625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značba mesta stranske slik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Označba mesta opomb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l-SI" sz="1200" dirty="0"/>
              <a:t>Razločljivost (</a:t>
            </a:r>
            <a:r>
              <a:rPr lang="en-US" sz="1200" dirty="0"/>
              <a:t>Distinguishability </a:t>
            </a:r>
            <a:r>
              <a:rPr lang="sl-SI" sz="1200" dirty="0"/>
              <a:t>) – brez prekrivanja (</a:t>
            </a:r>
            <a:r>
              <a:rPr lang="sl-SI" sz="1200" dirty="0" err="1"/>
              <a:t>overlapping</a:t>
            </a:r>
            <a:r>
              <a:rPr lang="sl-SI" sz="1200" dirty="0"/>
              <a:t>), brez odvečnih struktur</a:t>
            </a:r>
            <a:r>
              <a:rPr lang="en-US" sz="1200" dirty="0"/>
              <a:t> [12]</a:t>
            </a:r>
            <a:endParaRPr lang="sl-SI" sz="1200" dirty="0"/>
          </a:p>
          <a:p>
            <a:r>
              <a:rPr lang="sl-SI" sz="1200" dirty="0"/>
              <a:t>Preprostost (</a:t>
            </a:r>
            <a:r>
              <a:rPr lang="en-US" sz="1200" dirty="0"/>
              <a:t>simplicity </a:t>
            </a:r>
            <a:r>
              <a:rPr lang="sl-SI" sz="1200" dirty="0"/>
              <a:t>) – čim manj rojev, kompromis med natančnostjo in </a:t>
            </a:r>
            <a:r>
              <a:rPr lang="sl-SI" sz="1200" dirty="0" err="1"/>
              <a:t>kompleksnotjo</a:t>
            </a:r>
            <a:endParaRPr lang="sl-SI" sz="1200" dirty="0"/>
          </a:p>
          <a:p>
            <a:r>
              <a:rPr lang="sl-SI" sz="1200" dirty="0"/>
              <a:t>Konsistentnost (</a:t>
            </a:r>
            <a:r>
              <a:rPr lang="en-US" sz="1200" dirty="0"/>
              <a:t>consistency</a:t>
            </a:r>
            <a:r>
              <a:rPr lang="sl-SI" sz="1200" dirty="0"/>
              <a:t>) – roji z različnimi posledičnimi deli morajo biti ločeni</a:t>
            </a:r>
          </a:p>
          <a:p>
            <a:r>
              <a:rPr lang="sl-SI" sz="1200" dirty="0"/>
              <a:t>Pokritost (c</a:t>
            </a:r>
            <a:r>
              <a:rPr lang="en-US" sz="1200" dirty="0"/>
              <a:t>overage</a:t>
            </a:r>
            <a:r>
              <a:rPr lang="sl-SI" sz="1200" dirty="0"/>
              <a:t>)</a:t>
            </a:r>
            <a:r>
              <a:rPr lang="en-US" sz="1200" dirty="0"/>
              <a:t> </a:t>
            </a:r>
            <a:r>
              <a:rPr lang="sl-SI" sz="1200" dirty="0"/>
              <a:t>in popolnost modela (</a:t>
            </a:r>
            <a:r>
              <a:rPr lang="en-US" sz="1200" dirty="0"/>
              <a:t>completeness</a:t>
            </a:r>
            <a:r>
              <a:rPr lang="sl-SI" sz="1200" dirty="0"/>
              <a:t>) - celoten prostor naj bi bil pokrit z roji </a:t>
            </a:r>
          </a:p>
          <a:p>
            <a:r>
              <a:rPr lang="sl-SI" sz="1200" dirty="0" err="1"/>
              <a:t>Interpretabilnost</a:t>
            </a:r>
            <a:r>
              <a:rPr lang="sl-SI" sz="1200" dirty="0"/>
              <a:t> posledičnega dela</a:t>
            </a:r>
          </a:p>
          <a:p>
            <a:r>
              <a:rPr lang="sl-SI" sz="1200" dirty="0"/>
              <a:t>Pomembnost </a:t>
            </a:r>
            <a:r>
              <a:rPr lang="sl-SI" sz="1200" dirty="0" err="1"/>
              <a:t>značilk</a:t>
            </a:r>
            <a:endParaRPr lang="sl-SI" sz="1200" dirty="0"/>
          </a:p>
          <a:p>
            <a:r>
              <a:rPr lang="sl-SI" sz="1200" dirty="0"/>
              <a:t>Pomembnost pravil </a:t>
            </a:r>
          </a:p>
          <a:p>
            <a:endParaRPr lang="sl-SI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sl-SI" dirty="0"/>
          </a:p>
        </p:txBody>
      </p:sp>
      <p:sp>
        <p:nvSpPr>
          <p:cNvPr id="4" name="Označba mesta številke diapoz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05F0E0-E88B-4C5C-8D43-68FAFD3B86B6}" type="slidenum">
              <a:rPr lang="sl-SI" smtClean="0"/>
              <a:t>7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15205287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značba mesta stranske slik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Označba mesta opomb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l-SI" dirty="0"/>
          </a:p>
        </p:txBody>
      </p:sp>
      <p:sp>
        <p:nvSpPr>
          <p:cNvPr id="4" name="Označba mesta številke diapoz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05F0E0-E88B-4C5C-8D43-68FAFD3B86B6}" type="slidenum">
              <a:rPr lang="sl-SI" smtClean="0"/>
              <a:t>8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10065110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značba mesta stranske slik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Označba mesta opomb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Rule merging is not the same as fuzzy set merging [12] as multiple fuzzy sets can be associated with a rule depending on the formulation</a:t>
            </a:r>
            <a:endParaRPr lang="sl-SI" dirty="0"/>
          </a:p>
        </p:txBody>
      </p:sp>
      <p:sp>
        <p:nvSpPr>
          <p:cNvPr id="4" name="Označba mesta številke diapoz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05F0E0-E88B-4C5C-8D43-68FAFD3B86B6}" type="slidenum">
              <a:rPr lang="sl-SI" smtClean="0"/>
              <a:t>9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39771137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značba mesta stranske slik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Označba mesta opomb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Although the adding mechanism should not add clusters based on outlier data, this can still happen. </a:t>
            </a:r>
            <a:endParaRPr lang="sl-SI" dirty="0"/>
          </a:p>
        </p:txBody>
      </p:sp>
      <p:sp>
        <p:nvSpPr>
          <p:cNvPr id="4" name="Označba mesta številke diapoz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05F0E0-E88B-4C5C-8D43-68FAFD3B86B6}" type="slidenum">
              <a:rPr lang="sl-SI" smtClean="0"/>
              <a:t>13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22283664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značba mesta stranske slik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Označba mesta opomb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auxiliary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model – Replacing an unmeasurable variable (like the noise) in the regressor/information matrix by using an estimation of the variable instead of the real value. 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Hierhical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principle – decomposes the system into multiple where multiple regressors are used in every optimization. ( used to identify multivariable systems or noise transfer functions). 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Combining both approaches an unknown variable can be optimized in one optimization, used to estimate another regression variable and finally used in another optimization. 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instrumental variables – the output of the system is replaced by the model prediction (both are present)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Correntropy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-  a Mercer's kernel (usually Gaussian) of the error values in the optimization criteria function used to lower the effect of outlier samples </a:t>
            </a:r>
            <a:r>
              <a:rPr lang="sl-SI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[47]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sl-SI" dirty="0"/>
          </a:p>
        </p:txBody>
      </p:sp>
      <p:sp>
        <p:nvSpPr>
          <p:cNvPr id="4" name="Označba mesta številke diapoz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05F0E0-E88B-4C5C-8D43-68FAFD3B86B6}" type="slidenum">
              <a:rPr lang="sl-SI" smtClean="0"/>
              <a:t>14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2131266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značba mesta stranske slik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Označba mesta opomb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l-SI" dirty="0"/>
          </a:p>
        </p:txBody>
      </p:sp>
      <p:sp>
        <p:nvSpPr>
          <p:cNvPr id="4" name="Označba mesta številke diapoz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05F0E0-E88B-4C5C-8D43-68FAFD3B86B6}" type="slidenum">
              <a:rPr lang="sl-SI" smtClean="0"/>
              <a:t>15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10869750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Naslovni diapoziti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1032CD49-A233-4197-9AA3-6F2AB65120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sl-SI"/>
              <a:t>Kliknite, če želite urediti slog naslova matrice</a:t>
            </a:r>
          </a:p>
        </p:txBody>
      </p:sp>
      <p:sp>
        <p:nvSpPr>
          <p:cNvPr id="3" name="Podnaslov 2">
            <a:extLst>
              <a:ext uri="{FF2B5EF4-FFF2-40B4-BE49-F238E27FC236}">
                <a16:creationId xmlns:a16="http://schemas.microsoft.com/office/drawing/2014/main" id="{6EFFF0B7-57F6-4F12-9710-DE0DCE1DF7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l-SI"/>
              <a:t>Kliknite, če želite urediti slog podnaslova matrice</a:t>
            </a:r>
          </a:p>
        </p:txBody>
      </p:sp>
      <p:sp>
        <p:nvSpPr>
          <p:cNvPr id="4" name="Označba mesta datuma 3">
            <a:extLst>
              <a:ext uri="{FF2B5EF4-FFF2-40B4-BE49-F238E27FC236}">
                <a16:creationId xmlns:a16="http://schemas.microsoft.com/office/drawing/2014/main" id="{EF1F9E85-9961-4609-9BFB-8E81321A9C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2E369-372F-459A-AFC1-A07B1B21B7B4}" type="datetimeFigureOut">
              <a:rPr lang="sl-SI" smtClean="0"/>
              <a:t>12. 04. 2022</a:t>
            </a:fld>
            <a:endParaRPr lang="sl-SI"/>
          </a:p>
        </p:txBody>
      </p:sp>
      <p:sp>
        <p:nvSpPr>
          <p:cNvPr id="5" name="Označba mesta noge 4">
            <a:extLst>
              <a:ext uri="{FF2B5EF4-FFF2-40B4-BE49-F238E27FC236}">
                <a16:creationId xmlns:a16="http://schemas.microsoft.com/office/drawing/2014/main" id="{FFFD832F-05F7-4F5D-8838-FF49008CB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6" name="Označba mesta številke diapozitiva 5">
            <a:extLst>
              <a:ext uri="{FF2B5EF4-FFF2-40B4-BE49-F238E27FC236}">
                <a16:creationId xmlns:a16="http://schemas.microsoft.com/office/drawing/2014/main" id="{55CF10D5-A40D-40CB-B935-71EB263D0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58395-0858-4046-BAB6-178FB2A7F14B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25457331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slov in vsebi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4E287F75-838B-4F3A-ABD5-BC12A25C31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/>
              <a:t>Kliknite, če želite urediti slog naslova matrice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9B890AA8-DD34-4B84-BC74-2EF1BA1CF9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</a:p>
        </p:txBody>
      </p:sp>
      <p:sp>
        <p:nvSpPr>
          <p:cNvPr id="4" name="Označba mesta datuma 3">
            <a:extLst>
              <a:ext uri="{FF2B5EF4-FFF2-40B4-BE49-F238E27FC236}">
                <a16:creationId xmlns:a16="http://schemas.microsoft.com/office/drawing/2014/main" id="{094F650C-4371-4B51-BC6E-7E4A203437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2E369-372F-459A-AFC1-A07B1B21B7B4}" type="datetimeFigureOut">
              <a:rPr lang="sl-SI" smtClean="0"/>
              <a:t>12. 04. 2022</a:t>
            </a:fld>
            <a:endParaRPr lang="sl-SI"/>
          </a:p>
        </p:txBody>
      </p:sp>
      <p:sp>
        <p:nvSpPr>
          <p:cNvPr id="5" name="Označba mesta noge 4">
            <a:extLst>
              <a:ext uri="{FF2B5EF4-FFF2-40B4-BE49-F238E27FC236}">
                <a16:creationId xmlns:a16="http://schemas.microsoft.com/office/drawing/2014/main" id="{52374A62-E0F6-4E52-BA93-66726F3AA0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6" name="Označba mesta številke diapozitiva 5">
            <a:extLst>
              <a:ext uri="{FF2B5EF4-FFF2-40B4-BE49-F238E27FC236}">
                <a16:creationId xmlns:a16="http://schemas.microsoft.com/office/drawing/2014/main" id="{DF5B07B0-9E52-4767-9ED9-BE1955BCA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58395-0858-4046-BAB6-178FB2A7F14B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9337757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Glava odse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B42EAFEA-32E3-4E21-A6BA-94F17404C1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sl-SI"/>
              <a:t>Kliknite, če želite urediti slog naslova matrice</a:t>
            </a:r>
          </a:p>
        </p:txBody>
      </p:sp>
      <p:sp>
        <p:nvSpPr>
          <p:cNvPr id="3" name="Označba mesta besedila 2">
            <a:extLst>
              <a:ext uri="{FF2B5EF4-FFF2-40B4-BE49-F238E27FC236}">
                <a16:creationId xmlns:a16="http://schemas.microsoft.com/office/drawing/2014/main" id="{AE80980C-8223-4387-BC60-5561F9C323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l-SI"/>
              <a:t>Kliknite za urejanje slogov besedila matrice</a:t>
            </a:r>
          </a:p>
        </p:txBody>
      </p:sp>
      <p:sp>
        <p:nvSpPr>
          <p:cNvPr id="4" name="Označba mesta datuma 3">
            <a:extLst>
              <a:ext uri="{FF2B5EF4-FFF2-40B4-BE49-F238E27FC236}">
                <a16:creationId xmlns:a16="http://schemas.microsoft.com/office/drawing/2014/main" id="{4EB24716-8269-452E-B6CE-4C121479AA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2E369-372F-459A-AFC1-A07B1B21B7B4}" type="datetimeFigureOut">
              <a:rPr lang="sl-SI" smtClean="0"/>
              <a:t>12. 04. 2022</a:t>
            </a:fld>
            <a:endParaRPr lang="sl-SI"/>
          </a:p>
        </p:txBody>
      </p:sp>
      <p:sp>
        <p:nvSpPr>
          <p:cNvPr id="5" name="Označba mesta noge 4">
            <a:extLst>
              <a:ext uri="{FF2B5EF4-FFF2-40B4-BE49-F238E27FC236}">
                <a16:creationId xmlns:a16="http://schemas.microsoft.com/office/drawing/2014/main" id="{99B36C37-3780-48D7-AC60-CABD24E0A0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6" name="Označba mesta številke diapozitiva 5">
            <a:extLst>
              <a:ext uri="{FF2B5EF4-FFF2-40B4-BE49-F238E27FC236}">
                <a16:creationId xmlns:a16="http://schemas.microsoft.com/office/drawing/2014/main" id="{753B6270-15A5-435C-BB13-75D3B2C78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58395-0858-4046-BAB6-178FB2A7F14B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41998775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e vsebin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501E56ED-D773-4286-BBC8-F2C69EB95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/>
              <a:t>Kliknite, če želite urediti slog naslova matrice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DA69B248-9A4B-42B3-B12F-E708D215E5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</a:p>
        </p:txBody>
      </p:sp>
      <p:sp>
        <p:nvSpPr>
          <p:cNvPr id="4" name="Označba mesta vsebine 3">
            <a:extLst>
              <a:ext uri="{FF2B5EF4-FFF2-40B4-BE49-F238E27FC236}">
                <a16:creationId xmlns:a16="http://schemas.microsoft.com/office/drawing/2014/main" id="{848D702F-F820-45FA-A321-19061AAAF9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</a:p>
        </p:txBody>
      </p:sp>
      <p:sp>
        <p:nvSpPr>
          <p:cNvPr id="5" name="Označba mesta datuma 4">
            <a:extLst>
              <a:ext uri="{FF2B5EF4-FFF2-40B4-BE49-F238E27FC236}">
                <a16:creationId xmlns:a16="http://schemas.microsoft.com/office/drawing/2014/main" id="{E0E081EC-9D76-4904-AE2D-2ADB389ED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2E369-372F-459A-AFC1-A07B1B21B7B4}" type="datetimeFigureOut">
              <a:rPr lang="sl-SI" smtClean="0"/>
              <a:t>12. 04. 2022</a:t>
            </a:fld>
            <a:endParaRPr lang="sl-SI"/>
          </a:p>
        </p:txBody>
      </p:sp>
      <p:sp>
        <p:nvSpPr>
          <p:cNvPr id="6" name="Označba mesta noge 5">
            <a:extLst>
              <a:ext uri="{FF2B5EF4-FFF2-40B4-BE49-F238E27FC236}">
                <a16:creationId xmlns:a16="http://schemas.microsoft.com/office/drawing/2014/main" id="{174BB75E-5FC8-4FA1-9861-C9DFB75BD9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7" name="Označba mesta številke diapozitiva 6">
            <a:extLst>
              <a:ext uri="{FF2B5EF4-FFF2-40B4-BE49-F238E27FC236}">
                <a16:creationId xmlns:a16="http://schemas.microsoft.com/office/drawing/2014/main" id="{CC7E6800-D8E2-46BE-85E6-E73C7549C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58395-0858-4046-BAB6-178FB2A7F14B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1067271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rimerjav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80A8C428-A5CE-4DB7-A690-CB1AF51D43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sl-SI"/>
              <a:t>Kliknite, če želite urediti slog naslova matrice</a:t>
            </a:r>
          </a:p>
        </p:txBody>
      </p:sp>
      <p:sp>
        <p:nvSpPr>
          <p:cNvPr id="3" name="Označba mesta besedila 2">
            <a:extLst>
              <a:ext uri="{FF2B5EF4-FFF2-40B4-BE49-F238E27FC236}">
                <a16:creationId xmlns:a16="http://schemas.microsoft.com/office/drawing/2014/main" id="{A7D4574F-5753-4479-9F72-DC3E5A9504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l-SI"/>
              <a:t>Kliknite za urejanje slogov besedila matrice</a:t>
            </a:r>
          </a:p>
        </p:txBody>
      </p:sp>
      <p:sp>
        <p:nvSpPr>
          <p:cNvPr id="4" name="Označba mesta vsebine 3">
            <a:extLst>
              <a:ext uri="{FF2B5EF4-FFF2-40B4-BE49-F238E27FC236}">
                <a16:creationId xmlns:a16="http://schemas.microsoft.com/office/drawing/2014/main" id="{E6ECDF5F-854A-4191-BADA-CFDD05FEC7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</a:p>
        </p:txBody>
      </p:sp>
      <p:sp>
        <p:nvSpPr>
          <p:cNvPr id="5" name="Označba mesta besedila 4">
            <a:extLst>
              <a:ext uri="{FF2B5EF4-FFF2-40B4-BE49-F238E27FC236}">
                <a16:creationId xmlns:a16="http://schemas.microsoft.com/office/drawing/2014/main" id="{BA781ADF-0146-4A92-A08D-81F2CA798A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l-SI"/>
              <a:t>Kliknite za urejanje slogov besedila matrice</a:t>
            </a:r>
          </a:p>
        </p:txBody>
      </p:sp>
      <p:sp>
        <p:nvSpPr>
          <p:cNvPr id="6" name="Označba mesta vsebine 5">
            <a:extLst>
              <a:ext uri="{FF2B5EF4-FFF2-40B4-BE49-F238E27FC236}">
                <a16:creationId xmlns:a16="http://schemas.microsoft.com/office/drawing/2014/main" id="{DD32BB10-E956-4ABA-AF93-97659B16E8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</a:p>
        </p:txBody>
      </p:sp>
      <p:sp>
        <p:nvSpPr>
          <p:cNvPr id="7" name="Označba mesta datuma 6">
            <a:extLst>
              <a:ext uri="{FF2B5EF4-FFF2-40B4-BE49-F238E27FC236}">
                <a16:creationId xmlns:a16="http://schemas.microsoft.com/office/drawing/2014/main" id="{4F4F1853-F755-49FE-92C7-C05E946668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2E369-372F-459A-AFC1-A07B1B21B7B4}" type="datetimeFigureOut">
              <a:rPr lang="sl-SI" smtClean="0"/>
              <a:t>12. 04. 2022</a:t>
            </a:fld>
            <a:endParaRPr lang="sl-SI"/>
          </a:p>
        </p:txBody>
      </p:sp>
      <p:sp>
        <p:nvSpPr>
          <p:cNvPr id="8" name="Označba mesta noge 7">
            <a:extLst>
              <a:ext uri="{FF2B5EF4-FFF2-40B4-BE49-F238E27FC236}">
                <a16:creationId xmlns:a16="http://schemas.microsoft.com/office/drawing/2014/main" id="{45CA5D85-20D5-4074-A482-37B2F07B8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9" name="Označba mesta številke diapozitiva 8">
            <a:extLst>
              <a:ext uri="{FF2B5EF4-FFF2-40B4-BE49-F238E27FC236}">
                <a16:creationId xmlns:a16="http://schemas.microsoft.com/office/drawing/2014/main" id="{86356C8D-D158-4325-A11A-D6EEC47FF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58395-0858-4046-BAB6-178FB2A7F14B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27453687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amo naslo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54942510-358D-421D-B330-A4C3D2E89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/>
              <a:t>Kliknite, če želite urediti slog naslova matrice</a:t>
            </a:r>
          </a:p>
        </p:txBody>
      </p:sp>
      <p:sp>
        <p:nvSpPr>
          <p:cNvPr id="3" name="Označba mesta datuma 2">
            <a:extLst>
              <a:ext uri="{FF2B5EF4-FFF2-40B4-BE49-F238E27FC236}">
                <a16:creationId xmlns:a16="http://schemas.microsoft.com/office/drawing/2014/main" id="{826CCB1F-4755-4B16-9470-ACBAEAEAA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2E369-372F-459A-AFC1-A07B1B21B7B4}" type="datetimeFigureOut">
              <a:rPr lang="sl-SI" smtClean="0"/>
              <a:t>12. 04. 2022</a:t>
            </a:fld>
            <a:endParaRPr lang="sl-SI"/>
          </a:p>
        </p:txBody>
      </p:sp>
      <p:sp>
        <p:nvSpPr>
          <p:cNvPr id="4" name="Označba mesta noge 3">
            <a:extLst>
              <a:ext uri="{FF2B5EF4-FFF2-40B4-BE49-F238E27FC236}">
                <a16:creationId xmlns:a16="http://schemas.microsoft.com/office/drawing/2014/main" id="{C3E58E3C-0FDD-4E57-9654-BA584CD9B3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5" name="Označba mesta številke diapozitiva 4">
            <a:extLst>
              <a:ext uri="{FF2B5EF4-FFF2-40B4-BE49-F238E27FC236}">
                <a16:creationId xmlns:a16="http://schemas.microsoft.com/office/drawing/2014/main" id="{537F0580-4F5C-49F4-A7AB-B2F1C77EB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58395-0858-4046-BAB6-178FB2A7F14B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1768805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az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značba mesta datuma 1">
            <a:extLst>
              <a:ext uri="{FF2B5EF4-FFF2-40B4-BE49-F238E27FC236}">
                <a16:creationId xmlns:a16="http://schemas.microsoft.com/office/drawing/2014/main" id="{EC37822A-CF93-4C0A-AFD8-E1F34B86C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2E369-372F-459A-AFC1-A07B1B21B7B4}" type="datetimeFigureOut">
              <a:rPr lang="sl-SI" smtClean="0"/>
              <a:t>12. 04. 2022</a:t>
            </a:fld>
            <a:endParaRPr lang="sl-SI"/>
          </a:p>
        </p:txBody>
      </p:sp>
      <p:sp>
        <p:nvSpPr>
          <p:cNvPr id="3" name="Označba mesta noge 2">
            <a:extLst>
              <a:ext uri="{FF2B5EF4-FFF2-40B4-BE49-F238E27FC236}">
                <a16:creationId xmlns:a16="http://schemas.microsoft.com/office/drawing/2014/main" id="{95AB7FED-11B6-4E83-8612-97305C21C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4" name="Označba mesta številke diapozitiva 3">
            <a:extLst>
              <a:ext uri="{FF2B5EF4-FFF2-40B4-BE49-F238E27FC236}">
                <a16:creationId xmlns:a16="http://schemas.microsoft.com/office/drawing/2014/main" id="{B632E7EF-5D28-4FAA-B528-4F18FD677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58395-0858-4046-BAB6-178FB2A7F14B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37177059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Vsebina z naslov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16A6EFB5-D777-400A-BE26-2C9492C795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l-SI"/>
              <a:t>Kliknite, če želite urediti slog naslova matrice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49AAB80C-68F0-40AE-8673-2368356D3B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</a:p>
        </p:txBody>
      </p:sp>
      <p:sp>
        <p:nvSpPr>
          <p:cNvPr id="4" name="Označba mesta besedila 3">
            <a:extLst>
              <a:ext uri="{FF2B5EF4-FFF2-40B4-BE49-F238E27FC236}">
                <a16:creationId xmlns:a16="http://schemas.microsoft.com/office/drawing/2014/main" id="{E14CFEEB-A9F2-45A4-9158-ACEE4B85E5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l-SI"/>
              <a:t>Kliknite za urejanje slogov besedila matrice</a:t>
            </a:r>
          </a:p>
        </p:txBody>
      </p:sp>
      <p:sp>
        <p:nvSpPr>
          <p:cNvPr id="5" name="Označba mesta datuma 4">
            <a:extLst>
              <a:ext uri="{FF2B5EF4-FFF2-40B4-BE49-F238E27FC236}">
                <a16:creationId xmlns:a16="http://schemas.microsoft.com/office/drawing/2014/main" id="{01F79932-998F-4C26-B4D5-F1420CD560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2E369-372F-459A-AFC1-A07B1B21B7B4}" type="datetimeFigureOut">
              <a:rPr lang="sl-SI" smtClean="0"/>
              <a:t>12. 04. 2022</a:t>
            </a:fld>
            <a:endParaRPr lang="sl-SI"/>
          </a:p>
        </p:txBody>
      </p:sp>
      <p:sp>
        <p:nvSpPr>
          <p:cNvPr id="6" name="Označba mesta noge 5">
            <a:extLst>
              <a:ext uri="{FF2B5EF4-FFF2-40B4-BE49-F238E27FC236}">
                <a16:creationId xmlns:a16="http://schemas.microsoft.com/office/drawing/2014/main" id="{47FB5AB7-4EC9-4C8D-A4CA-83CBC977E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7" name="Označba mesta številke diapozitiva 6">
            <a:extLst>
              <a:ext uri="{FF2B5EF4-FFF2-40B4-BE49-F238E27FC236}">
                <a16:creationId xmlns:a16="http://schemas.microsoft.com/office/drawing/2014/main" id="{05E9AF04-21F2-418B-8205-B54E251DC1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58395-0858-4046-BAB6-178FB2A7F14B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3930544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Naslov in sli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2240E261-29E2-44DE-8A7F-A26D28221B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l-SI"/>
              <a:t>Kliknite, če želite urediti slog naslova matrice</a:t>
            </a:r>
          </a:p>
        </p:txBody>
      </p:sp>
      <p:sp>
        <p:nvSpPr>
          <p:cNvPr id="3" name="Označba mesta slike 2">
            <a:extLst>
              <a:ext uri="{FF2B5EF4-FFF2-40B4-BE49-F238E27FC236}">
                <a16:creationId xmlns:a16="http://schemas.microsoft.com/office/drawing/2014/main" id="{97383E1B-2DF1-43CE-85FA-60BA34A950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l-SI"/>
          </a:p>
        </p:txBody>
      </p:sp>
      <p:sp>
        <p:nvSpPr>
          <p:cNvPr id="4" name="Označba mesta besedila 3">
            <a:extLst>
              <a:ext uri="{FF2B5EF4-FFF2-40B4-BE49-F238E27FC236}">
                <a16:creationId xmlns:a16="http://schemas.microsoft.com/office/drawing/2014/main" id="{AC8C094A-31C6-4FFC-B2A4-54C57684DC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l-SI"/>
              <a:t>Kliknite za urejanje slogov besedila matrice</a:t>
            </a:r>
          </a:p>
        </p:txBody>
      </p:sp>
      <p:sp>
        <p:nvSpPr>
          <p:cNvPr id="5" name="Označba mesta datuma 4">
            <a:extLst>
              <a:ext uri="{FF2B5EF4-FFF2-40B4-BE49-F238E27FC236}">
                <a16:creationId xmlns:a16="http://schemas.microsoft.com/office/drawing/2014/main" id="{9A7224F3-3A89-473C-8728-F03FE62319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2E369-372F-459A-AFC1-A07B1B21B7B4}" type="datetimeFigureOut">
              <a:rPr lang="sl-SI" smtClean="0"/>
              <a:t>12. 04. 2022</a:t>
            </a:fld>
            <a:endParaRPr lang="sl-SI"/>
          </a:p>
        </p:txBody>
      </p:sp>
      <p:sp>
        <p:nvSpPr>
          <p:cNvPr id="6" name="Označba mesta noge 5">
            <a:extLst>
              <a:ext uri="{FF2B5EF4-FFF2-40B4-BE49-F238E27FC236}">
                <a16:creationId xmlns:a16="http://schemas.microsoft.com/office/drawing/2014/main" id="{A4C0DBE8-A3FB-446D-AF4C-43E333D5A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7" name="Označba mesta številke diapozitiva 6">
            <a:extLst>
              <a:ext uri="{FF2B5EF4-FFF2-40B4-BE49-F238E27FC236}">
                <a16:creationId xmlns:a16="http://schemas.microsoft.com/office/drawing/2014/main" id="{F6A2C9F2-BE80-4516-B2E8-B9B6E19A7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58395-0858-4046-BAB6-178FB2A7F14B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20077492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slov in navpično besedi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BDB849C1-5B3B-4800-B0C9-E43746B0B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/>
              <a:t>Kliknite, če želite urediti slog naslova matrice</a:t>
            </a:r>
          </a:p>
        </p:txBody>
      </p:sp>
      <p:sp>
        <p:nvSpPr>
          <p:cNvPr id="3" name="Označba mesta navpičnega besedila 2">
            <a:extLst>
              <a:ext uri="{FF2B5EF4-FFF2-40B4-BE49-F238E27FC236}">
                <a16:creationId xmlns:a16="http://schemas.microsoft.com/office/drawing/2014/main" id="{A1835D80-44AD-4672-BA84-4FFFEE6A22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</a:p>
        </p:txBody>
      </p:sp>
      <p:sp>
        <p:nvSpPr>
          <p:cNvPr id="4" name="Označba mesta datuma 3">
            <a:extLst>
              <a:ext uri="{FF2B5EF4-FFF2-40B4-BE49-F238E27FC236}">
                <a16:creationId xmlns:a16="http://schemas.microsoft.com/office/drawing/2014/main" id="{3AA05B76-4E57-4AD6-ADD3-07BADEE49E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2E369-372F-459A-AFC1-A07B1B21B7B4}" type="datetimeFigureOut">
              <a:rPr lang="sl-SI" smtClean="0"/>
              <a:t>12. 04. 2022</a:t>
            </a:fld>
            <a:endParaRPr lang="sl-SI"/>
          </a:p>
        </p:txBody>
      </p:sp>
      <p:sp>
        <p:nvSpPr>
          <p:cNvPr id="5" name="Označba mesta noge 4">
            <a:extLst>
              <a:ext uri="{FF2B5EF4-FFF2-40B4-BE49-F238E27FC236}">
                <a16:creationId xmlns:a16="http://schemas.microsoft.com/office/drawing/2014/main" id="{C5F1722D-4F59-4990-84FD-062757C114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6" name="Označba mesta številke diapozitiva 5">
            <a:extLst>
              <a:ext uri="{FF2B5EF4-FFF2-40B4-BE49-F238E27FC236}">
                <a16:creationId xmlns:a16="http://schemas.microsoft.com/office/drawing/2014/main" id="{897042A2-3CAB-44CA-B016-F969EA85C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58395-0858-4046-BAB6-178FB2A7F14B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39073700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Navpični naslov in besedi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vpični naslov 1">
            <a:extLst>
              <a:ext uri="{FF2B5EF4-FFF2-40B4-BE49-F238E27FC236}">
                <a16:creationId xmlns:a16="http://schemas.microsoft.com/office/drawing/2014/main" id="{F80D2B4E-3F88-4F5B-86B4-E1D40B14D7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sl-SI"/>
              <a:t>Kliknite, če želite urediti slog naslova matrice</a:t>
            </a:r>
          </a:p>
        </p:txBody>
      </p:sp>
      <p:sp>
        <p:nvSpPr>
          <p:cNvPr id="3" name="Označba mesta navpičnega besedila 2">
            <a:extLst>
              <a:ext uri="{FF2B5EF4-FFF2-40B4-BE49-F238E27FC236}">
                <a16:creationId xmlns:a16="http://schemas.microsoft.com/office/drawing/2014/main" id="{D82353E9-1BA0-4314-98BE-D9C63D1372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</a:p>
        </p:txBody>
      </p:sp>
      <p:sp>
        <p:nvSpPr>
          <p:cNvPr id="4" name="Označba mesta datuma 3">
            <a:extLst>
              <a:ext uri="{FF2B5EF4-FFF2-40B4-BE49-F238E27FC236}">
                <a16:creationId xmlns:a16="http://schemas.microsoft.com/office/drawing/2014/main" id="{F2A5E5B7-3633-4892-8DCA-D01BDF0ED3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2E369-372F-459A-AFC1-A07B1B21B7B4}" type="datetimeFigureOut">
              <a:rPr lang="sl-SI" smtClean="0"/>
              <a:t>12. 04. 2022</a:t>
            </a:fld>
            <a:endParaRPr lang="sl-SI"/>
          </a:p>
        </p:txBody>
      </p:sp>
      <p:sp>
        <p:nvSpPr>
          <p:cNvPr id="5" name="Označba mesta noge 4">
            <a:extLst>
              <a:ext uri="{FF2B5EF4-FFF2-40B4-BE49-F238E27FC236}">
                <a16:creationId xmlns:a16="http://schemas.microsoft.com/office/drawing/2014/main" id="{8A282688-7701-40C0-9807-627A2503E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6" name="Označba mesta številke diapozitiva 5">
            <a:extLst>
              <a:ext uri="{FF2B5EF4-FFF2-40B4-BE49-F238E27FC236}">
                <a16:creationId xmlns:a16="http://schemas.microsoft.com/office/drawing/2014/main" id="{B1F78D97-010D-420D-B3A9-B035333FD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58395-0858-4046-BAB6-178FB2A7F14B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27944786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značba mesta naslova 1">
            <a:extLst>
              <a:ext uri="{FF2B5EF4-FFF2-40B4-BE49-F238E27FC236}">
                <a16:creationId xmlns:a16="http://schemas.microsoft.com/office/drawing/2014/main" id="{D8F8CC49-1378-4F3F-B59D-1A69A65485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l-SI"/>
              <a:t>Kliknite, če želite urediti slog naslova matrice</a:t>
            </a:r>
          </a:p>
        </p:txBody>
      </p:sp>
      <p:sp>
        <p:nvSpPr>
          <p:cNvPr id="3" name="Označba mesta besedila 2">
            <a:extLst>
              <a:ext uri="{FF2B5EF4-FFF2-40B4-BE49-F238E27FC236}">
                <a16:creationId xmlns:a16="http://schemas.microsoft.com/office/drawing/2014/main" id="{A66EA9CE-2B8E-4475-A578-66DC54FE99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</a:p>
        </p:txBody>
      </p:sp>
      <p:sp>
        <p:nvSpPr>
          <p:cNvPr id="4" name="Označba mesta datuma 3">
            <a:extLst>
              <a:ext uri="{FF2B5EF4-FFF2-40B4-BE49-F238E27FC236}">
                <a16:creationId xmlns:a16="http://schemas.microsoft.com/office/drawing/2014/main" id="{01FCBD9E-58FE-4905-AA34-81D3197EB7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A2E369-372F-459A-AFC1-A07B1B21B7B4}" type="datetimeFigureOut">
              <a:rPr lang="sl-SI" smtClean="0"/>
              <a:t>12. 04. 2022</a:t>
            </a:fld>
            <a:endParaRPr lang="sl-SI"/>
          </a:p>
        </p:txBody>
      </p:sp>
      <p:sp>
        <p:nvSpPr>
          <p:cNvPr id="5" name="Označba mesta noge 4">
            <a:extLst>
              <a:ext uri="{FF2B5EF4-FFF2-40B4-BE49-F238E27FC236}">
                <a16:creationId xmlns:a16="http://schemas.microsoft.com/office/drawing/2014/main" id="{CEF538BB-7C00-44E6-9380-47D84ACD94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sl-SI"/>
          </a:p>
        </p:txBody>
      </p:sp>
      <p:sp>
        <p:nvSpPr>
          <p:cNvPr id="6" name="Označba mesta številke diapozitiva 5">
            <a:extLst>
              <a:ext uri="{FF2B5EF4-FFF2-40B4-BE49-F238E27FC236}">
                <a16:creationId xmlns:a16="http://schemas.microsoft.com/office/drawing/2014/main" id="{537BE936-F085-4911-AC60-7BE0632432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658395-0858-4046-BAB6-178FB2A7F14B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27141416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l-S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10" Type="http://schemas.openxmlformats.org/officeDocument/2006/relationships/image" Target="../media/image2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odnaslov 2">
            <a:extLst>
              <a:ext uri="{FF2B5EF4-FFF2-40B4-BE49-F238E27FC236}">
                <a16:creationId xmlns:a16="http://schemas.microsoft.com/office/drawing/2014/main" id="{454E3BB4-99D4-4D73-914D-9E311F546EFE}"/>
              </a:ext>
            </a:extLst>
          </p:cNvPr>
          <p:cNvSpPr txBox="1">
            <a:spLocks/>
          </p:cNvSpPr>
          <p:nvPr/>
        </p:nvSpPr>
        <p:spPr>
          <a:xfrm>
            <a:off x="2895536" y="4547323"/>
            <a:ext cx="6400925" cy="9189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sl-SI" sz="2000" dirty="0"/>
          </a:p>
        </p:txBody>
      </p:sp>
      <p:sp>
        <p:nvSpPr>
          <p:cNvPr id="6" name="PoljeZBesedilom 5">
            <a:extLst>
              <a:ext uri="{FF2B5EF4-FFF2-40B4-BE49-F238E27FC236}">
                <a16:creationId xmlns:a16="http://schemas.microsoft.com/office/drawing/2014/main" id="{E82744B7-692C-4BF4-9CDE-E39040EB63DB}"/>
              </a:ext>
            </a:extLst>
          </p:cNvPr>
          <p:cNvSpPr txBox="1"/>
          <p:nvPr/>
        </p:nvSpPr>
        <p:spPr>
          <a:xfrm>
            <a:off x="741616" y="5304935"/>
            <a:ext cx="21539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sz="2000" b="0" i="0" u="none" strike="noStrike" baseline="0" dirty="0">
                <a:latin typeface="CMR17"/>
              </a:rPr>
              <a:t>Miha O</a:t>
            </a:r>
            <a:r>
              <a:rPr lang="en-US" sz="2000" dirty="0">
                <a:latin typeface="CMR17"/>
              </a:rPr>
              <a:t>ž</a:t>
            </a:r>
            <a:r>
              <a:rPr lang="sl-SI" sz="2000" b="0" i="0" u="none" strike="noStrike" baseline="0" dirty="0" err="1">
                <a:latin typeface="CMR17"/>
              </a:rPr>
              <a:t>bot</a:t>
            </a:r>
            <a:endParaRPr lang="sl-SI" sz="2000" dirty="0"/>
          </a:p>
        </p:txBody>
      </p:sp>
      <p:sp>
        <p:nvSpPr>
          <p:cNvPr id="7" name="PoljeZBesedilom 6">
            <a:extLst>
              <a:ext uri="{FF2B5EF4-FFF2-40B4-BE49-F238E27FC236}">
                <a16:creationId xmlns:a16="http://schemas.microsoft.com/office/drawing/2014/main" id="{C6D9A6BD-2F85-4AC9-8AA3-AFA6C58DCEBF}"/>
              </a:ext>
            </a:extLst>
          </p:cNvPr>
          <p:cNvSpPr txBox="1"/>
          <p:nvPr/>
        </p:nvSpPr>
        <p:spPr>
          <a:xfrm>
            <a:off x="741616" y="5823762"/>
            <a:ext cx="56480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sz="2000" b="0" i="0" u="none" strike="noStrike" baseline="0" dirty="0">
                <a:latin typeface="CMR12"/>
              </a:rPr>
              <a:t>Mentor: prof. dr. Igor </a:t>
            </a:r>
            <a:r>
              <a:rPr lang="en-US" sz="2000" dirty="0">
                <a:latin typeface="CMR12"/>
              </a:rPr>
              <a:t>Š</a:t>
            </a:r>
            <a:r>
              <a:rPr lang="sl-SI" sz="2000" b="0" i="0" u="none" strike="noStrike" baseline="0" dirty="0" err="1">
                <a:latin typeface="CMR12"/>
              </a:rPr>
              <a:t>krjanc</a:t>
            </a:r>
            <a:r>
              <a:rPr lang="sl-SI" sz="2000" b="0" i="0" u="none" strike="noStrike" baseline="0" dirty="0">
                <a:latin typeface="CMR12"/>
              </a:rPr>
              <a:t>, univ. dipl. In</a:t>
            </a:r>
            <a:r>
              <a:rPr lang="en-US" sz="2000" dirty="0">
                <a:latin typeface="CMR12"/>
              </a:rPr>
              <a:t>ž.</a:t>
            </a:r>
            <a:r>
              <a:rPr lang="sl-SI" sz="2000" b="0" i="0" u="none" strike="noStrike" baseline="0" dirty="0">
                <a:latin typeface="CMR12"/>
              </a:rPr>
              <a:t> el.</a:t>
            </a:r>
            <a:endParaRPr lang="sl-SI" sz="2000" dirty="0"/>
          </a:p>
        </p:txBody>
      </p:sp>
      <p:pic>
        <p:nvPicPr>
          <p:cNvPr id="8" name="Slika 7">
            <a:extLst>
              <a:ext uri="{FF2B5EF4-FFF2-40B4-BE49-F238E27FC236}">
                <a16:creationId xmlns:a16="http://schemas.microsoft.com/office/drawing/2014/main" id="{A74E07DE-D6ED-4615-9AC8-958D66DC106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9611" y="445641"/>
            <a:ext cx="2180053" cy="1877765"/>
          </a:xfrm>
          <a:prstGeom prst="rect">
            <a:avLst/>
          </a:prstGeom>
        </p:spPr>
      </p:pic>
      <p:sp>
        <p:nvSpPr>
          <p:cNvPr id="9" name="PoljeZBesedilom 8">
            <a:extLst>
              <a:ext uri="{FF2B5EF4-FFF2-40B4-BE49-F238E27FC236}">
                <a16:creationId xmlns:a16="http://schemas.microsoft.com/office/drawing/2014/main" id="{6DA218C9-C330-4154-AE98-7F01B3DE7357}"/>
              </a:ext>
            </a:extLst>
          </p:cNvPr>
          <p:cNvSpPr txBox="1"/>
          <p:nvPr/>
        </p:nvSpPr>
        <p:spPr>
          <a:xfrm>
            <a:off x="9113179" y="5823762"/>
            <a:ext cx="29865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MR12"/>
              </a:rPr>
              <a:t>Ljubljana, </a:t>
            </a:r>
            <a:r>
              <a:rPr lang="sl-SI" sz="2000" dirty="0">
                <a:latin typeface="CMR12"/>
              </a:rPr>
              <a:t>14. april </a:t>
            </a:r>
            <a:r>
              <a:rPr lang="en-US" sz="2000" dirty="0">
                <a:latin typeface="CMR12"/>
              </a:rPr>
              <a:t>202</a:t>
            </a:r>
            <a:r>
              <a:rPr lang="sl-SI" sz="2000" dirty="0">
                <a:latin typeface="CMR12"/>
              </a:rPr>
              <a:t>2</a:t>
            </a:r>
            <a:endParaRPr lang="sl-SI" sz="2000" dirty="0"/>
          </a:p>
        </p:txBody>
      </p:sp>
      <p:sp>
        <p:nvSpPr>
          <p:cNvPr id="13" name="PoljeZBesedilom 12">
            <a:extLst>
              <a:ext uri="{FF2B5EF4-FFF2-40B4-BE49-F238E27FC236}">
                <a16:creationId xmlns:a16="http://schemas.microsoft.com/office/drawing/2014/main" id="{D1708218-1CC5-4DF6-926B-EA887227088E}"/>
              </a:ext>
            </a:extLst>
          </p:cNvPr>
          <p:cNvSpPr txBox="1"/>
          <p:nvPr/>
        </p:nvSpPr>
        <p:spPr>
          <a:xfrm>
            <a:off x="1053771" y="2555841"/>
            <a:ext cx="10671735" cy="2154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sl-SI" sz="4800" dirty="0" err="1">
                <a:effectLst/>
                <a:latin typeface="+mj-lt"/>
                <a:ea typeface="Calibri" panose="020F0502020204030204" pitchFamily="34" charset="0"/>
              </a:rPr>
              <a:t>Samorazvijajoči</a:t>
            </a:r>
            <a:r>
              <a:rPr lang="sl-SI" sz="4800" dirty="0">
                <a:effectLst/>
                <a:latin typeface="+mj-lt"/>
                <a:ea typeface="Calibri" panose="020F0502020204030204" pitchFamily="34" charset="0"/>
              </a:rPr>
              <a:t> se sistemi na podlagi toka podatkov v modeliranju in vodenju</a:t>
            </a:r>
          </a:p>
          <a:p>
            <a:pPr algn="ctr"/>
            <a:br>
              <a:rPr lang="sl-SI" dirty="0"/>
            </a:br>
            <a:r>
              <a:rPr lang="sl-SI" sz="2000" dirty="0"/>
              <a:t>Seminarska naloga 1</a:t>
            </a:r>
            <a:endParaRPr lang="sl-SI" dirty="0"/>
          </a:p>
        </p:txBody>
      </p:sp>
      <p:pic>
        <p:nvPicPr>
          <p:cNvPr id="15" name="Slika 14">
            <a:extLst>
              <a:ext uri="{FF2B5EF4-FFF2-40B4-BE49-F238E27FC236}">
                <a16:creationId xmlns:a16="http://schemas.microsoft.com/office/drawing/2014/main" id="{AC4A757F-79FE-4EAF-B0B9-7FF9912231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704" y="130556"/>
            <a:ext cx="1168059" cy="487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4916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8136DCA3-1C99-4E16-B8D6-3B1003181F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sz="4400" dirty="0" err="1">
                <a:effectLst/>
                <a:latin typeface="+mj-lt"/>
                <a:ea typeface="Calibri" panose="020F0502020204030204" pitchFamily="34" charset="0"/>
              </a:rPr>
              <a:t>Samorazvijajoči</a:t>
            </a:r>
            <a:r>
              <a:rPr lang="sl-SI" sz="4400" dirty="0">
                <a:effectLst/>
                <a:latin typeface="+mj-lt"/>
                <a:ea typeface="Calibri" panose="020F0502020204030204" pitchFamily="34" charset="0"/>
              </a:rPr>
              <a:t> se (inteligentni) sistemi</a:t>
            </a:r>
            <a:endParaRPr lang="sl-SI" dirty="0"/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E0BEF5DF-8F40-4BAD-97E9-BA7D1BA9D3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sl-SI" sz="1800" b="1" dirty="0" err="1">
                <a:effectLst/>
                <a:ea typeface="Calibri" panose="020F0502020204030204" pitchFamily="34" charset="0"/>
              </a:rPr>
              <a:t>Samorazvijajoči</a:t>
            </a:r>
            <a:r>
              <a:rPr lang="sl-SI" sz="1800" b="1" dirty="0">
                <a:effectLst/>
                <a:ea typeface="Calibri" panose="020F0502020204030204" pitchFamily="34" charset="0"/>
              </a:rPr>
              <a:t> se (</a:t>
            </a:r>
            <a:r>
              <a:rPr lang="sl-SI" sz="1800" b="1" dirty="0"/>
              <a:t>inteligentni</a:t>
            </a:r>
            <a:r>
              <a:rPr lang="sl-SI" sz="1800" b="1" dirty="0">
                <a:effectLst/>
                <a:ea typeface="Calibri" panose="020F0502020204030204" pitchFamily="34" charset="0"/>
              </a:rPr>
              <a:t>) sistemi </a:t>
            </a:r>
            <a:r>
              <a:rPr lang="sl-SI" sz="1800" dirty="0">
                <a:effectLst/>
                <a:ea typeface="Calibri" panose="020F0502020204030204" pitchFamily="34" charset="0"/>
              </a:rPr>
              <a:t>(</a:t>
            </a:r>
            <a:r>
              <a:rPr lang="en-US" sz="1800" i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evolving </a:t>
            </a:r>
            <a:r>
              <a:rPr lang="sl-SI" sz="1800" i="1" dirty="0"/>
              <a:t>inteligent</a:t>
            </a:r>
            <a:r>
              <a:rPr lang="sl-SI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i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systems</a:t>
            </a:r>
            <a:r>
              <a:rPr lang="sl-SI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r>
              <a:rPr lang="en-US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adaptirajo (</a:t>
            </a:r>
            <a:r>
              <a:rPr lang="en-US" sz="1800" i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adapt</a:t>
            </a:r>
            <a:r>
              <a:rPr lang="sl-SI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) tako </a:t>
            </a:r>
            <a:r>
              <a:rPr lang="sl-SI" sz="1800" dirty="0">
                <a:ea typeface="Calibri" panose="020F0502020204030204" pitchFamily="34" charset="0"/>
                <a:cs typeface="Times New Roman" panose="02020603050405020304" pitchFamily="18" charset="0"/>
              </a:rPr>
              <a:t>svoje </a:t>
            </a:r>
            <a:r>
              <a:rPr lang="sl-SI" sz="180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parametre</a:t>
            </a:r>
            <a:r>
              <a:rPr lang="sl-SI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kot tudi </a:t>
            </a:r>
            <a:r>
              <a:rPr lang="sl-SI" sz="180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strukturo</a:t>
            </a:r>
            <a:r>
              <a:rPr lang="en-US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>
                <a:ea typeface="Calibri" panose="020F0502020204030204" pitchFamily="34" charset="0"/>
                <a:cs typeface="Times New Roman" panose="02020603050405020304" pitchFamily="18" charset="0"/>
              </a:rPr>
              <a:t>z</a:t>
            </a:r>
            <a:r>
              <a:rPr lang="sl-SI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enkratnim prehodom</a:t>
            </a:r>
            <a:r>
              <a:rPr lang="sl-SI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>
                <a:ea typeface="Calibri" panose="020F0502020204030204" pitchFamily="34" charset="0"/>
                <a:cs typeface="Times New Roman" panose="02020603050405020304" pitchFamily="18" charset="0"/>
              </a:rPr>
              <a:t>čez podatke </a:t>
            </a:r>
            <a:r>
              <a:rPr lang="sl-SI" sz="1800" i="1" dirty="0"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1800" i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single-pass</a:t>
            </a:r>
            <a:r>
              <a:rPr lang="sl-SI" sz="1800" dirty="0">
                <a:ea typeface="Calibri" panose="020F0502020204030204" pitchFamily="34" charset="0"/>
                <a:cs typeface="Times New Roman" panose="02020603050405020304" pitchFamily="18" charset="0"/>
              </a:rPr>
              <a:t>) </a:t>
            </a:r>
            <a:r>
              <a:rPr lang="en-US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sl-SI" sz="1800" dirty="0"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  <a:r>
              <a:rPr lang="en-US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] in </a:t>
            </a:r>
            <a:r>
              <a:rPr lang="sl-SI" sz="180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v realnem času </a:t>
            </a:r>
            <a:r>
              <a:rPr lang="sl-SI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sl-SI" sz="1800" i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real time</a:t>
            </a:r>
            <a:r>
              <a:rPr lang="sl-SI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) </a:t>
            </a:r>
            <a:r>
              <a:rPr lang="en-US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[43].</a:t>
            </a:r>
            <a:r>
              <a:rPr lang="sl-SI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sl-SI" sz="1800" dirty="0" err="1">
                <a:ea typeface="Calibri" panose="020F0502020204030204" pitchFamily="34" charset="0"/>
                <a:cs typeface="Times New Roman" panose="02020603050405020304" pitchFamily="18" charset="0"/>
              </a:rPr>
              <a:t>Samorazvijajoče</a:t>
            </a:r>
            <a:r>
              <a:rPr lang="sl-SI" sz="1800" dirty="0">
                <a:ea typeface="Calibri" panose="020F0502020204030204" pitchFamily="34" charset="0"/>
                <a:cs typeface="Times New Roman" panose="02020603050405020304" pitchFamily="18" charset="0"/>
              </a:rPr>
              <a:t> se modele lahko razdelimo v različne kategorije gleda na njihovo strukturo, način učenja, nivo avtonomije adaptacije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[39]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sl-SI" sz="18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Okolje</a:t>
            </a: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sl-SI" sz="1800" i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environment</a:t>
            </a: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v katerem gradimo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samorazvijajoči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model je </a:t>
            </a:r>
            <a:r>
              <a:rPr lang="sl-SI" sz="1800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nezanano</a:t>
            </a: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in model je 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zgrajen </a:t>
            </a:r>
            <a:r>
              <a:rPr lang="sl-SI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brez </a:t>
            </a:r>
            <a:r>
              <a:rPr lang="sl-SI" sz="1800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apriori</a:t>
            </a:r>
            <a:r>
              <a:rPr lang="sl-SI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informacij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(položaja rojev, števila pravil itd.).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sl-SI" sz="18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Monografije</a:t>
            </a: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Evolving Connectionist Systems (2007)</a:t>
            </a: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Evolving Intelligent System – Methodology and Applications (2010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),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Evolving Fuzzy Systems Methodologies, Advanced Concepts and Applications (2011)</a:t>
            </a:r>
            <a:endParaRPr lang="sl-SI" dirty="0"/>
          </a:p>
        </p:txBody>
      </p:sp>
      <p:pic>
        <p:nvPicPr>
          <p:cNvPr id="5" name="Slika 4">
            <a:extLst>
              <a:ext uri="{FF2B5EF4-FFF2-40B4-BE49-F238E27FC236}">
                <a16:creationId xmlns:a16="http://schemas.microsoft.com/office/drawing/2014/main" id="{38EB6AD1-FCB2-43A6-AD58-F89A152F90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704" y="130556"/>
            <a:ext cx="1168059" cy="487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43986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49B5B-13E9-4F18-A7CD-424C992242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sz="4400" dirty="0" err="1">
                <a:effectLst/>
                <a:latin typeface="+mj-lt"/>
                <a:ea typeface="Calibri" panose="020F0502020204030204" pitchFamily="34" charset="0"/>
              </a:rPr>
              <a:t>Samorazvijajoči</a:t>
            </a:r>
            <a:r>
              <a:rPr lang="sl-SI" sz="4400" dirty="0">
                <a:effectLst/>
                <a:latin typeface="+mj-lt"/>
                <a:ea typeface="Calibri" panose="020F0502020204030204" pitchFamily="34" charset="0"/>
              </a:rPr>
              <a:t> se </a:t>
            </a:r>
            <a:r>
              <a:rPr lang="sl-SI" sz="4400" dirty="0" err="1">
                <a:effectLst/>
                <a:latin typeface="+mj-lt"/>
                <a:ea typeface="Calibri" panose="020F0502020204030204" pitchFamily="34" charset="0"/>
              </a:rPr>
              <a:t>nevro</a:t>
            </a:r>
            <a:r>
              <a:rPr lang="sl-SI" sz="4400" dirty="0">
                <a:effectLst/>
                <a:latin typeface="+mj-lt"/>
                <a:ea typeface="Calibri" panose="020F0502020204030204" pitchFamily="34" charset="0"/>
              </a:rPr>
              <a:t>-mehki sistemi</a:t>
            </a:r>
            <a:endParaRPr lang="sl-SI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52BD9D-B5F3-48BF-8D2A-ED3911753E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8675" y="1797050"/>
            <a:ext cx="10515600" cy="4351338"/>
          </a:xfrm>
        </p:spPr>
        <p:txBody>
          <a:bodyPr>
            <a:normAutofit fontScale="62500" lnSpcReduction="20000"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sl-SI" sz="2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Strukturo </a:t>
            </a:r>
            <a:r>
              <a:rPr lang="sl-SI" sz="2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samorazvijajočih</a:t>
            </a:r>
            <a:r>
              <a:rPr lang="sl-SI" sz="2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se modelov lahko sestavljajo </a:t>
            </a:r>
            <a:r>
              <a:rPr lang="sl-SI" sz="28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mehka pravila</a:t>
            </a:r>
            <a:r>
              <a:rPr lang="sl-SI" sz="2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sl-SI" sz="2800" i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fuzzy</a:t>
            </a:r>
            <a:r>
              <a:rPr lang="sl-SI" sz="2800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2800" i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rules</a:t>
            </a:r>
            <a:r>
              <a:rPr lang="sl-SI" sz="2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)[3,5],</a:t>
            </a:r>
            <a:r>
              <a:rPr lang="sl-SI" sz="28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28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informacijske granule </a:t>
            </a:r>
            <a:r>
              <a:rPr lang="sl-SI" sz="2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sl-SI" sz="2800" i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information</a:t>
            </a:r>
            <a:r>
              <a:rPr lang="sl-SI" sz="2800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2800" i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granules</a:t>
            </a:r>
            <a:r>
              <a:rPr lang="sl-SI" sz="2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[16,7,11], </a:t>
            </a:r>
            <a:r>
              <a:rPr lang="sl-SI" sz="2800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neuroni</a:t>
            </a:r>
            <a:r>
              <a:rPr lang="sl-SI" sz="2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sl-SI" sz="2800" i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neurons</a:t>
            </a:r>
            <a:r>
              <a:rPr lang="sl-SI" sz="2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)[10], drevesa (</a:t>
            </a:r>
            <a:r>
              <a:rPr lang="sl-SI" i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decision</a:t>
            </a:r>
            <a:r>
              <a:rPr lang="sl-SI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i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tree</a:t>
            </a:r>
            <a:r>
              <a:rPr lang="sl-SI" sz="2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)[16,42], </a:t>
            </a:r>
            <a:r>
              <a:rPr lang="sl-SI" sz="28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intervalni modeli </a:t>
            </a:r>
            <a:r>
              <a:rPr lang="sl-SI" sz="2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sl-SI" sz="2800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interval</a:t>
            </a:r>
            <a:r>
              <a:rPr lang="sl-SI" sz="2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idr. Te strukture so uporabljene zaradi večje </a:t>
            </a:r>
            <a:r>
              <a:rPr lang="sl-SI" sz="28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transparentnosti</a:t>
            </a:r>
            <a:r>
              <a:rPr lang="sl-SI" sz="2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in </a:t>
            </a:r>
            <a:r>
              <a:rPr lang="sl-SI" sz="28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lingvistične </a:t>
            </a:r>
            <a:r>
              <a:rPr lang="sl-SI" sz="2800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interpretabilnosti</a:t>
            </a:r>
            <a:r>
              <a:rPr lang="sl-SI" sz="2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od modelov črne škatle (</a:t>
            </a:r>
            <a:r>
              <a:rPr lang="sl-SI" sz="2800" i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black-box</a:t>
            </a:r>
            <a:r>
              <a:rPr lang="sl-SI" sz="2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kot so </a:t>
            </a:r>
            <a:r>
              <a:rPr lang="sl-SI" sz="2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neuronske</a:t>
            </a:r>
            <a:r>
              <a:rPr lang="sl-SI" sz="2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mreže [10].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sl-SI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Poglavitne naloge </a:t>
            </a:r>
            <a:r>
              <a:rPr lang="sl-SI" sz="2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samorazvijajočih</a:t>
            </a:r>
            <a:r>
              <a:rPr lang="sl-SI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se </a:t>
            </a:r>
            <a:r>
              <a:rPr lang="sl-SI" sz="2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neuro</a:t>
            </a:r>
            <a:r>
              <a:rPr lang="sl-SI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-mehkih sistemov sta </a:t>
            </a:r>
            <a:r>
              <a:rPr lang="sl-SI" sz="2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natančno</a:t>
            </a:r>
            <a:r>
              <a:rPr lang="sl-SI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mehko (</a:t>
            </a:r>
            <a:r>
              <a:rPr lang="sl-SI" sz="2800" i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fuzzy</a:t>
            </a:r>
            <a:r>
              <a:rPr lang="sl-SI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modeliranje tipa </a:t>
            </a:r>
            <a:r>
              <a:rPr lang="en-US" sz="2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Takagi-</a:t>
            </a:r>
            <a:r>
              <a:rPr lang="en-US" sz="2800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Sugeno</a:t>
            </a:r>
            <a:r>
              <a:rPr lang="en-US" sz="2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-Kan</a:t>
            </a:r>
            <a:r>
              <a:rPr lang="sl-SI" sz="2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</a:t>
            </a:r>
            <a:r>
              <a:rPr lang="sl-SI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sl-SI" sz="2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lingvistično</a:t>
            </a:r>
            <a:r>
              <a:rPr lang="sl-SI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en-US" sz="28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linguistic</a:t>
            </a:r>
            <a:r>
              <a:rPr lang="sl-SI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modeliranje tipa </a:t>
            </a:r>
            <a:r>
              <a:rPr lang="en-US" sz="2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Zadeh-Mamdani</a:t>
            </a:r>
            <a:r>
              <a:rPr lang="sl-SI" sz="2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ali </a:t>
            </a:r>
            <a:r>
              <a:rPr lang="sl-SI" sz="2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klasifikacija</a:t>
            </a:r>
            <a:r>
              <a:rPr lang="sl-SI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sl-SI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sl-SI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Mehki model sestavljajo več pravil</a:t>
            </a:r>
            <a:r>
              <a:rPr lang="sl-SI" sz="2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ki so</a:t>
            </a:r>
            <a:r>
              <a:rPr lang="sl-SI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definirani z </a:t>
            </a:r>
            <a:r>
              <a:rPr lang="sl-SI" sz="2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mehkimi množicami </a:t>
            </a:r>
            <a:r>
              <a:rPr lang="sl-SI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sl-SI" sz="2800" i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fuzzy</a:t>
            </a:r>
            <a:r>
              <a:rPr lang="sl-SI" sz="28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2800" i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sets</a:t>
            </a:r>
            <a:r>
              <a:rPr lang="sl-SI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v premisi in </a:t>
            </a:r>
            <a:r>
              <a:rPr lang="sl-SI" sz="2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lokalnimi linearnimi modeli</a:t>
            </a:r>
            <a:r>
              <a:rPr lang="sl-SI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v posledičnem delu. </a:t>
            </a:r>
            <a:r>
              <a:rPr lang="sl-SI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Izhodno ostrenje je izvedeno z izračunom </a:t>
            </a:r>
            <a:r>
              <a:rPr lang="sl-SI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centra gravitacije pri lingvističnih modelih</a:t>
            </a:r>
            <a:r>
              <a:rPr lang="sl-SI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sl-SI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uteženega</a:t>
            </a:r>
            <a:r>
              <a:rPr lang="sl-SI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povprečja </a:t>
            </a:r>
            <a:r>
              <a:rPr lang="sl-SI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weighted average</a:t>
            </a:r>
            <a:r>
              <a:rPr lang="sl-SI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pri </a:t>
            </a:r>
            <a:r>
              <a:rPr lang="sl-SI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funkcijskih modelih </a:t>
            </a:r>
            <a:r>
              <a:rPr lang="sl-SI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 model z </a:t>
            </a:r>
            <a:r>
              <a:rPr lang="sl-SI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največjo aktivacijo</a:t>
            </a:r>
            <a:r>
              <a:rPr lang="sl-SI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winner-takes-all</a:t>
            </a:r>
            <a:r>
              <a:rPr lang="sl-SI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pri </a:t>
            </a:r>
            <a:r>
              <a:rPr lang="sl-SI" sz="2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klasifikaciji</a:t>
            </a:r>
            <a:r>
              <a:rPr lang="sl-SI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sl-SI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Nevro</a:t>
            </a:r>
            <a:r>
              <a:rPr lang="sl-SI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-mehki model so sestavljeni in mehkih pravil v topologiji nevronskega omrežja z nevroni in povezavami  [10]. </a:t>
            </a:r>
            <a:r>
              <a:rPr lang="sl-SI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Nevro</a:t>
            </a:r>
            <a:r>
              <a:rPr lang="sl-SI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-mehki model lahko vedno pretvorimo v mehki model. </a:t>
            </a:r>
            <a:r>
              <a:rPr lang="sl-SI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Mehka pravila lahko sestavljajo več mehkih množic (</a:t>
            </a:r>
            <a:r>
              <a:rPr lang="sl-SI" sz="2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fuzzy</a:t>
            </a:r>
            <a:r>
              <a:rPr lang="sl-SI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set)[41], ampak uporaba enega pra</a:t>
            </a:r>
            <a:r>
              <a:rPr lang="sl-SI" sz="2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vila za vsak roj v </a:t>
            </a:r>
            <a:r>
              <a:rPr lang="sl-SI" sz="2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neuro-fuzzy</a:t>
            </a:r>
            <a:r>
              <a:rPr lang="sl-SI" sz="2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sistemih </a:t>
            </a:r>
            <a:r>
              <a:rPr lang="sl-SI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poenostavi združevanje (</a:t>
            </a:r>
            <a:r>
              <a:rPr lang="en-US" sz="28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merging</a:t>
            </a:r>
            <a:r>
              <a:rPr lang="sl-SI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), ločevanje (</a:t>
            </a:r>
            <a:r>
              <a:rPr lang="sl-SI" sz="2800" i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splitting</a:t>
            </a:r>
            <a:r>
              <a:rPr lang="sl-SI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in odstranjevanje (</a:t>
            </a:r>
            <a:r>
              <a:rPr lang="sl-SI" sz="2800" i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removal</a:t>
            </a:r>
            <a:r>
              <a:rPr lang="sl-SI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pravil.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sl-SI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sl-SI" dirty="0"/>
          </a:p>
        </p:txBody>
      </p:sp>
      <p:pic>
        <p:nvPicPr>
          <p:cNvPr id="14" name="Slika 4">
            <a:extLst>
              <a:ext uri="{FF2B5EF4-FFF2-40B4-BE49-F238E27FC236}">
                <a16:creationId xmlns:a16="http://schemas.microsoft.com/office/drawing/2014/main" id="{3758C98A-4AE5-4C63-A403-C11C9C8A56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704" y="130556"/>
            <a:ext cx="1168059" cy="487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47368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9217D8F9-7FCF-404B-BCF5-61A08D8AA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dirty="0">
                <a:ea typeface="Calibri" panose="020F0502020204030204" pitchFamily="34" charset="0"/>
              </a:rPr>
              <a:t>T</a:t>
            </a:r>
            <a:r>
              <a:rPr lang="sl-SI" sz="4400" dirty="0">
                <a:effectLst/>
                <a:latin typeface="+mj-lt"/>
                <a:ea typeface="Calibri" panose="020F0502020204030204" pitchFamily="34" charset="0"/>
              </a:rPr>
              <a:t>ok podatkov</a:t>
            </a:r>
            <a:endParaRPr lang="sl-SI" dirty="0"/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E5C10B8F-0F49-47BB-9E2B-012BBFAC83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lvl="0" indent="0">
              <a:lnSpc>
                <a:spcPct val="107000"/>
              </a:lnSpc>
              <a:buNone/>
            </a:pPr>
            <a:r>
              <a:rPr lang="sl-SI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Tok podatkov </a:t>
            </a:r>
            <a:r>
              <a:rPr lang="sl-SI" sz="1800" dirty="0">
                <a:effectLst/>
                <a:ea typeface="Calibri" panose="020F0502020204030204" pitchFamily="34" charset="0"/>
              </a:rPr>
              <a:t>(</a:t>
            </a:r>
            <a:r>
              <a:rPr lang="sl-SI" sz="1800" i="1" dirty="0">
                <a:effectLst/>
                <a:ea typeface="Calibri" panose="020F0502020204030204" pitchFamily="34" charset="0"/>
              </a:rPr>
              <a:t>data </a:t>
            </a:r>
            <a:r>
              <a:rPr lang="sl-SI" sz="1800" i="1" dirty="0" err="1">
                <a:effectLst/>
                <a:ea typeface="Calibri" panose="020F0502020204030204" pitchFamily="34" charset="0"/>
              </a:rPr>
              <a:t>stream</a:t>
            </a:r>
            <a:r>
              <a:rPr lang="sl-SI" sz="1800" dirty="0">
                <a:effectLst/>
                <a:ea typeface="Calibri" panose="020F0502020204030204" pitchFamily="34" charset="0"/>
              </a:rPr>
              <a:t>):</a:t>
            </a:r>
            <a:endParaRPr lang="sl-SI" sz="18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romanUcPeriod"/>
            </a:pP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Podatki prihajajo</a:t>
            </a:r>
            <a:r>
              <a:rPr lang="sl-SI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sprotno 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sl-SI" sz="1800" i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online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in </a:t>
            </a:r>
            <a:r>
              <a:rPr lang="sl-SI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posamično 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sl-SI" sz="18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one-</a:t>
            </a:r>
            <a:r>
              <a:rPr lang="sl-SI" sz="1800" i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by</a:t>
            </a:r>
            <a:r>
              <a:rPr lang="sl-SI" sz="1800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</a:t>
            </a:r>
            <a:r>
              <a:rPr lang="sl-SI" sz="18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one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</a:p>
          <a:p>
            <a:pPr marL="342900" lvl="0" indent="-342900">
              <a:lnSpc>
                <a:spcPct val="107000"/>
              </a:lnSpc>
              <a:buFont typeface="+mj-lt"/>
              <a:buAutoNum type="romanUcPeriod"/>
            </a:pP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Podatki</a:t>
            </a: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se </a:t>
            </a:r>
            <a:r>
              <a:rPr lang="sl-SI" sz="18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generirajo dokler je proces aktiven </a:t>
            </a: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 njihova </a:t>
            </a:r>
            <a:r>
              <a:rPr lang="sl-SI" sz="18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količina ni omejena</a:t>
            </a:r>
            <a:endParaRPr lang="sl-SI" sz="18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romanUcPeriod"/>
            </a:pP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Lastnosti podatkov so </a:t>
            </a:r>
            <a:r>
              <a:rPr lang="sl-SI" sz="18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časovno spremenljive </a:t>
            </a: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so podvržene konceptualnim</a:t>
            </a:r>
            <a:r>
              <a:rPr lang="sl-SI" sz="18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lezenjem </a:t>
            </a: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sl-SI" sz="1800" i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drift</a:t>
            </a: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in skočnim</a:t>
            </a:r>
            <a:r>
              <a:rPr lang="sl-SI" sz="18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pomikom </a:t>
            </a: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sl-SI" sz="1800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shift</a:t>
            </a: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</a:p>
          <a:p>
            <a:pPr marL="342900" indent="-342900">
              <a:lnSpc>
                <a:spcPct val="107000"/>
              </a:lnSpc>
              <a:buFont typeface="+mj-lt"/>
              <a:buAutoNum type="romanUcPeriod"/>
            </a:pP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Podatki so </a:t>
            </a:r>
            <a:r>
              <a:rPr lang="sl-SI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nemudoma zavrženi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po procesiranju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romanUcPeriod"/>
            </a:pP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Čas procesiranja podatkov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učinkovito </a:t>
            </a:r>
            <a:r>
              <a:rPr lang="sl-SI" sz="18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narašča </a:t>
            </a: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z velikostjo vzorcev in številom parametrov modela. </a:t>
            </a: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visokofrekvenčno trgovanje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[45],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podatkovno rudarjenje, spletna varnost (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cyber security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[31], medicinska prognoza, pametna proizvodnja in industrija (smart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industry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[10]</a:t>
            </a: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promet, socialna omrežja, internet stvari (</a:t>
            </a:r>
            <a:r>
              <a:rPr lang="sl-SI" sz="1800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internet </a:t>
            </a:r>
            <a:r>
              <a:rPr lang="sl-SI" sz="1800" i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of</a:t>
            </a:r>
            <a:r>
              <a:rPr lang="sl-SI" sz="1800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i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things</a:t>
            </a: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[31] </a:t>
            </a: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Modeliranje, identifikacija, sklepanje</a:t>
            </a:r>
            <a:r>
              <a:rPr lang="sl-SI" sz="18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18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inference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), vodenje, napovedovanje (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prediction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), rojenje, klasifikacija, odkrivanje napak (</a:t>
            </a:r>
            <a:r>
              <a:rPr lang="en-US" sz="18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fault detection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), detekcija anomalij, razpoznavanje slik (</a:t>
            </a:r>
            <a:r>
              <a:rPr lang="en-US" sz="18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image recognition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)[8], podpora odločanju (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decision support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), programski senzor (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soft sensor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[12], samostojno kalibriranje senzorjev</a:t>
            </a: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endParaRPr lang="sl-SI" sz="1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>
              <a:lnSpc>
                <a:spcPct val="107000"/>
              </a:lnSpc>
              <a:spcAft>
                <a:spcPts val="800"/>
              </a:spcAft>
              <a:buNone/>
            </a:pPr>
            <a:endParaRPr lang="sl-SI" sz="1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Slika 4">
            <a:extLst>
              <a:ext uri="{FF2B5EF4-FFF2-40B4-BE49-F238E27FC236}">
                <a16:creationId xmlns:a16="http://schemas.microsoft.com/office/drawing/2014/main" id="{08FDF37F-0021-4CC2-AEFF-B61E5E42F8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704" y="130556"/>
            <a:ext cx="1168059" cy="487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45093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5925DB-5F5D-4769-B365-53CAD80D0F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dirty="0"/>
              <a:t>Rojenje in Granulacija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31599C-9051-4E2D-A5D8-F217221C07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sl-SI" sz="1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Dejanska porazdelitev podatkov se lahko zelo razlikuje od </a:t>
            </a:r>
            <a:r>
              <a:rPr lang="sl-SI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pripadnostnih</a:t>
            </a: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funkciji. Najbolj pogosto so uporabljene Gaussove, trapezoidne ali trikotni </a:t>
            </a:r>
            <a:r>
              <a:rPr lang="sl-SI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pripadnostne</a:t>
            </a: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funkcije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[45].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sl-SI" sz="1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sl-SI" sz="1800" b="0" i="0" dirty="0">
                <a:solidFill>
                  <a:srgbClr val="000000"/>
                </a:solidFill>
                <a:effectLst/>
              </a:rPr>
              <a:t>Predhodna (</a:t>
            </a:r>
            <a:r>
              <a:rPr lang="sl-SI" sz="1800" b="0" i="0" dirty="0" err="1">
                <a:solidFill>
                  <a:srgbClr val="000000"/>
                </a:solidFill>
                <a:effectLst/>
              </a:rPr>
              <a:t>antecedent</a:t>
            </a:r>
            <a:r>
              <a:rPr lang="sl-SI" sz="1800" b="0" i="0" dirty="0">
                <a:solidFill>
                  <a:srgbClr val="000000"/>
                </a:solidFill>
                <a:effectLst/>
              </a:rPr>
              <a:t>) struktura </a:t>
            </a:r>
            <a:r>
              <a:rPr lang="sl-SI" sz="1800" b="0" i="0" dirty="0" err="1">
                <a:solidFill>
                  <a:srgbClr val="000000"/>
                </a:solidFill>
                <a:effectLst/>
              </a:rPr>
              <a:t>samorazvijajočih</a:t>
            </a:r>
            <a:r>
              <a:rPr lang="sl-SI" sz="1800" b="0" i="0" dirty="0">
                <a:solidFill>
                  <a:srgbClr val="000000"/>
                </a:solidFill>
                <a:effectLst/>
              </a:rPr>
              <a:t> se sistemov je lahko sestavljena iz mehkih možic[3], informacijskih </a:t>
            </a: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granul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[9,11], 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listov [16], nevronov, </a:t>
            </a:r>
            <a:r>
              <a:rPr lang="sl-SI" sz="18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oblakov podatkov 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(data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clouds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[41], rojev [5, 9],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hiperravnin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[16], </a:t>
            </a:r>
            <a:r>
              <a:rPr lang="sl-SI" sz="18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teselacij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sl-SI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essellation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)[45], idr. </a:t>
            </a:r>
          </a:p>
          <a:p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informacijske granule so skupine objektov ali elementov s podobnimi lastnostmi, funkcionalnostjo [41], ali prostorsko bližino [11].  Nekateri modeli predstavijo granule v obliki</a:t>
            </a:r>
            <a:r>
              <a:rPr lang="sl-SI" sz="18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oblakov podatkov </a:t>
            </a: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brez centrov ali definiranih mej [41]. Pri tem izračunajo </a:t>
            </a:r>
            <a:r>
              <a:rPr lang="sl-SI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pripadnostne</a:t>
            </a:r>
            <a:r>
              <a:rPr lang="sl-SI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funkcije na podlagi akumuliranih podatkov.  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sl-SI" sz="1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sl-SI" sz="1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6" name="Slika 5">
            <a:extLst>
              <a:ext uri="{FF2B5EF4-FFF2-40B4-BE49-F238E27FC236}">
                <a16:creationId xmlns:a16="http://schemas.microsoft.com/office/drawing/2014/main" id="{3DED62EC-E77A-468D-B37A-2F368BA5C7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704" y="130556"/>
            <a:ext cx="1168059" cy="487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85596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57EC456E-D405-4E59-BBB5-E6494BC69D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dirty="0"/>
              <a:t>Metode rojenja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0C8395A6-C043-47BC-A1BA-EF142E98D3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sl-SI" sz="1800" dirty="0">
                <a:solidFill>
                  <a:srgbClr val="FF0000"/>
                </a:solidFill>
              </a:rPr>
              <a:t>Metoda rojenja z odštevanjem </a:t>
            </a:r>
            <a:r>
              <a:rPr lang="sl-SI" sz="1800" dirty="0"/>
              <a:t>(</a:t>
            </a:r>
            <a:r>
              <a:rPr lang="sl-SI" sz="1800" i="1" dirty="0" err="1"/>
              <a:t>subtractive</a:t>
            </a:r>
            <a:r>
              <a:rPr lang="sl-SI" sz="1800" i="1" dirty="0"/>
              <a:t> </a:t>
            </a:r>
            <a:r>
              <a:rPr lang="sl-SI" sz="1800" i="1" dirty="0" err="1"/>
              <a:t>clustering</a:t>
            </a:r>
            <a:r>
              <a:rPr lang="sl-SI" sz="1800" dirty="0"/>
              <a:t>) [3, 46], mehko rojenje s C-središči (</a:t>
            </a:r>
            <a:r>
              <a:rPr lang="sl-SI" sz="1800" i="1" dirty="0" err="1"/>
              <a:t>Fuzzy</a:t>
            </a:r>
            <a:r>
              <a:rPr lang="sl-SI" sz="1800" i="1" dirty="0"/>
              <a:t> C-</a:t>
            </a:r>
            <a:r>
              <a:rPr lang="sl-SI" sz="1800" i="1" dirty="0" err="1"/>
              <a:t>means</a:t>
            </a:r>
            <a:r>
              <a:rPr lang="sl-SI" sz="1800" dirty="0"/>
              <a:t>), rekurzivno rojenje po metodi </a:t>
            </a:r>
            <a:r>
              <a:rPr lang="sl-SI" sz="1800" dirty="0" err="1"/>
              <a:t>Gustafson</a:t>
            </a:r>
            <a:r>
              <a:rPr lang="sl-SI" sz="1800" dirty="0"/>
              <a:t>–</a:t>
            </a:r>
            <a:r>
              <a:rPr lang="sl-SI" sz="1800" dirty="0" err="1"/>
              <a:t>Kessel</a:t>
            </a:r>
            <a:r>
              <a:rPr lang="sl-SI" sz="1800" dirty="0"/>
              <a:t> [3,13], rekurzivno rojenje po metodi </a:t>
            </a:r>
            <a:r>
              <a:rPr lang="sl-SI" sz="1800" dirty="0" err="1"/>
              <a:t>Gath-Geva</a:t>
            </a:r>
            <a:r>
              <a:rPr lang="sl-SI" sz="1800" dirty="0"/>
              <a:t> [14], </a:t>
            </a:r>
            <a:r>
              <a:rPr lang="sl-SI" sz="1800" dirty="0" err="1">
                <a:solidFill>
                  <a:srgbClr val="FF0000"/>
                </a:solidFill>
              </a:rPr>
              <a:t>samorazvijajoče</a:t>
            </a:r>
            <a:r>
              <a:rPr lang="sl-SI" sz="1800" dirty="0">
                <a:solidFill>
                  <a:srgbClr val="FF0000"/>
                </a:solidFill>
              </a:rPr>
              <a:t> se rojenje </a:t>
            </a:r>
            <a:r>
              <a:rPr lang="sl-SI" sz="1800" dirty="0"/>
              <a:t>(</a:t>
            </a:r>
            <a:r>
              <a:rPr lang="sl-SI" sz="1800" dirty="0" err="1"/>
              <a:t>evolving</a:t>
            </a:r>
            <a:r>
              <a:rPr lang="sl-SI" sz="1800" dirty="0"/>
              <a:t> </a:t>
            </a:r>
            <a:r>
              <a:rPr lang="sl-SI" sz="1800" dirty="0" err="1"/>
              <a:t>clustering</a:t>
            </a:r>
            <a:r>
              <a:rPr lang="sl-SI" sz="1800" dirty="0"/>
              <a:t> </a:t>
            </a:r>
            <a:r>
              <a:rPr lang="sl-SI" sz="1800" dirty="0" err="1"/>
              <a:t>method</a:t>
            </a:r>
            <a:r>
              <a:rPr lang="sl-SI" sz="1800" dirty="0"/>
              <a:t>) [4], </a:t>
            </a:r>
            <a:r>
              <a:rPr lang="sl-SI" sz="1800" dirty="0">
                <a:solidFill>
                  <a:srgbClr val="FF0000"/>
                </a:solidFill>
              </a:rPr>
              <a:t>postopna mehka C-regresija </a:t>
            </a:r>
            <a:r>
              <a:rPr lang="sl-SI" sz="1800" dirty="0"/>
              <a:t>(</a:t>
            </a:r>
            <a:r>
              <a:rPr lang="sl-SI" sz="1800" i="1" dirty="0" err="1"/>
              <a:t>incremental</a:t>
            </a:r>
            <a:r>
              <a:rPr lang="sl-SI" sz="1800" i="1" dirty="0"/>
              <a:t> </a:t>
            </a:r>
            <a:r>
              <a:rPr lang="sl-SI" sz="1800" i="1" dirty="0" err="1"/>
              <a:t>fuzzy</a:t>
            </a:r>
            <a:r>
              <a:rPr lang="sl-SI" sz="1800" i="1" dirty="0"/>
              <a:t> C-</a:t>
            </a:r>
            <a:r>
              <a:rPr lang="sl-SI" sz="1800" i="1" dirty="0" err="1"/>
              <a:t>regression</a:t>
            </a:r>
            <a:r>
              <a:rPr lang="sl-SI" sz="1800" i="1" dirty="0"/>
              <a:t> </a:t>
            </a:r>
            <a:r>
              <a:rPr lang="sl-SI" sz="1800" i="1" dirty="0" err="1"/>
              <a:t>clustering</a:t>
            </a:r>
            <a:r>
              <a:rPr lang="sl-SI" sz="1800" dirty="0"/>
              <a:t>) [31],  </a:t>
            </a:r>
            <a:r>
              <a:rPr lang="sl-SI" sz="1800" dirty="0" err="1"/>
              <a:t>eClustering</a:t>
            </a:r>
            <a:r>
              <a:rPr lang="sl-SI" sz="1800" dirty="0"/>
              <a:t> [46],  rojenje s C-možnimi roji (</a:t>
            </a:r>
            <a:r>
              <a:rPr lang="sl-SI" sz="1800" dirty="0" err="1"/>
              <a:t>possibilistic</a:t>
            </a:r>
            <a:r>
              <a:rPr lang="sl-SI" sz="1800" dirty="0"/>
              <a:t> C-</a:t>
            </a:r>
            <a:r>
              <a:rPr lang="sl-SI" sz="1800" dirty="0" err="1"/>
              <a:t>means</a:t>
            </a:r>
            <a:r>
              <a:rPr lang="sl-SI" sz="1800" dirty="0"/>
              <a:t>), </a:t>
            </a:r>
            <a:r>
              <a:rPr lang="sl-SI" sz="1800" dirty="0">
                <a:solidFill>
                  <a:srgbClr val="FF0000"/>
                </a:solidFill>
              </a:rPr>
              <a:t>rojenje na osnovi gostote </a:t>
            </a:r>
            <a:r>
              <a:rPr lang="sl-SI" sz="1800" dirty="0"/>
              <a:t>(</a:t>
            </a:r>
            <a:r>
              <a:rPr lang="sl-SI" sz="1800" dirty="0" err="1"/>
              <a:t>density-based</a:t>
            </a:r>
            <a:r>
              <a:rPr lang="sl-SI" sz="1800" dirty="0"/>
              <a:t>)[39, 41], </a:t>
            </a:r>
            <a:r>
              <a:rPr lang="sl-SI" sz="1800" dirty="0">
                <a:solidFill>
                  <a:srgbClr val="FF0000"/>
                </a:solidFill>
              </a:rPr>
              <a:t>rojenje na osnovi razpršenosti </a:t>
            </a:r>
            <a:r>
              <a:rPr lang="sl-SI" sz="1800" dirty="0"/>
              <a:t>(</a:t>
            </a:r>
            <a:r>
              <a:rPr lang="sl-SI" sz="1800" dirty="0" err="1"/>
              <a:t>scatter-based</a:t>
            </a:r>
            <a:r>
              <a:rPr lang="sl-SI" sz="1800" dirty="0"/>
              <a:t>) [8], </a:t>
            </a:r>
            <a:r>
              <a:rPr lang="sl-SI" sz="1800" dirty="0">
                <a:solidFill>
                  <a:srgbClr val="FF0000"/>
                </a:solidFill>
              </a:rPr>
              <a:t>rojenje s vektorsko kvantizacijo </a:t>
            </a:r>
            <a:r>
              <a:rPr lang="sl-SI" sz="1800" dirty="0"/>
              <a:t>(</a:t>
            </a:r>
            <a:r>
              <a:rPr lang="sl-SI" sz="1800" dirty="0" err="1"/>
              <a:t>vector</a:t>
            </a:r>
            <a:r>
              <a:rPr lang="sl-SI" sz="1800" dirty="0"/>
              <a:t> </a:t>
            </a:r>
            <a:r>
              <a:rPr lang="sl-SI" sz="1800" dirty="0" err="1"/>
              <a:t>quantization</a:t>
            </a:r>
            <a:r>
              <a:rPr lang="sl-SI" sz="1800" dirty="0"/>
              <a:t>) [49]</a:t>
            </a:r>
          </a:p>
        </p:txBody>
      </p:sp>
      <p:pic>
        <p:nvPicPr>
          <p:cNvPr id="4" name="Slika 3" descr="Slika, ki vsebuje besede besedilo, oranžna, antena, dan&#10;&#10;Opis je samodejno ustvarjen">
            <a:extLst>
              <a:ext uri="{FF2B5EF4-FFF2-40B4-BE49-F238E27FC236}">
                <a16:creationId xmlns:a16="http://schemas.microsoft.com/office/drawing/2014/main" id="{3F3AFED0-7D85-4DB1-B837-435F273803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4459286"/>
            <a:ext cx="3467100" cy="1190625"/>
          </a:xfrm>
          <a:prstGeom prst="rect">
            <a:avLst/>
          </a:prstGeom>
        </p:spPr>
      </p:pic>
      <p:pic>
        <p:nvPicPr>
          <p:cNvPr id="5" name="Slika 4">
            <a:extLst>
              <a:ext uri="{FF2B5EF4-FFF2-40B4-BE49-F238E27FC236}">
                <a16:creationId xmlns:a16="http://schemas.microsoft.com/office/drawing/2014/main" id="{1D4D3090-ED42-4EC5-AC6F-CCF606B54E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4482306"/>
            <a:ext cx="3286125" cy="514350"/>
          </a:xfrm>
          <a:prstGeom prst="rect">
            <a:avLst/>
          </a:prstGeom>
        </p:spPr>
      </p:pic>
      <p:pic>
        <p:nvPicPr>
          <p:cNvPr id="6" name="Slika 5" descr="Slika, ki vsebuje besede besedilo&#10;&#10;Opis je samodejno ustvarjen">
            <a:extLst>
              <a:ext uri="{FF2B5EF4-FFF2-40B4-BE49-F238E27FC236}">
                <a16:creationId xmlns:a16="http://schemas.microsoft.com/office/drawing/2014/main" id="{4F997FC4-9C57-4852-A953-44E701F331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2848" y="5131593"/>
            <a:ext cx="4848225" cy="828675"/>
          </a:xfrm>
          <a:prstGeom prst="rect">
            <a:avLst/>
          </a:prstGeom>
        </p:spPr>
      </p:pic>
      <p:pic>
        <p:nvPicPr>
          <p:cNvPr id="7" name="Slika 6">
            <a:extLst>
              <a:ext uri="{FF2B5EF4-FFF2-40B4-BE49-F238E27FC236}">
                <a16:creationId xmlns:a16="http://schemas.microsoft.com/office/drawing/2014/main" id="{49B23FB3-161C-4BD6-AD9B-09220DB3C24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704" y="130556"/>
            <a:ext cx="1168059" cy="487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05174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DDEFDC10-7C15-4C14-A50B-D3AC13E6CE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dirty="0"/>
              <a:t>Transparentnost in </a:t>
            </a:r>
            <a:r>
              <a:rPr lang="sl-SI" dirty="0" err="1"/>
              <a:t>interpretabilnost</a:t>
            </a:r>
            <a:endParaRPr lang="sl-SI" dirty="0"/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03DBCEB0-1B80-4DF7-B8D5-E463545749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l-SI" sz="2000" dirty="0"/>
              <a:t>Razločljivost (</a:t>
            </a:r>
            <a:r>
              <a:rPr lang="en-US" sz="2000" dirty="0"/>
              <a:t>Distinguishability </a:t>
            </a:r>
            <a:r>
              <a:rPr lang="sl-SI" sz="2000" dirty="0"/>
              <a:t>) – brez prekrivanja (</a:t>
            </a:r>
            <a:r>
              <a:rPr lang="sl-SI" sz="2000" dirty="0" err="1"/>
              <a:t>overlapping</a:t>
            </a:r>
            <a:r>
              <a:rPr lang="sl-SI" sz="2000" dirty="0"/>
              <a:t>), brez odvečnih struktur</a:t>
            </a:r>
            <a:r>
              <a:rPr lang="en-US" sz="2000" dirty="0"/>
              <a:t> [12]</a:t>
            </a:r>
            <a:endParaRPr lang="sl-SI" sz="2000" dirty="0"/>
          </a:p>
          <a:p>
            <a:r>
              <a:rPr lang="sl-SI" sz="2000" dirty="0"/>
              <a:t>Preprostost (</a:t>
            </a:r>
            <a:r>
              <a:rPr lang="en-US" sz="2000" dirty="0"/>
              <a:t>simplicity </a:t>
            </a:r>
            <a:r>
              <a:rPr lang="sl-SI" sz="2000" dirty="0"/>
              <a:t>) – čim manj rojev, kompromis med natančnostjo in </a:t>
            </a:r>
            <a:r>
              <a:rPr lang="sl-SI" sz="2000" dirty="0" err="1"/>
              <a:t>kompleksnotjo</a:t>
            </a:r>
            <a:endParaRPr lang="sl-SI" sz="2000" dirty="0"/>
          </a:p>
          <a:p>
            <a:r>
              <a:rPr lang="sl-SI" sz="2000" dirty="0"/>
              <a:t>Konsistentnost (</a:t>
            </a:r>
            <a:r>
              <a:rPr lang="en-US" sz="2000" dirty="0"/>
              <a:t>consistency</a:t>
            </a:r>
            <a:r>
              <a:rPr lang="sl-SI" sz="2000" dirty="0"/>
              <a:t>) – roji z različnimi posledičnimi deli morajo biti ločeni</a:t>
            </a:r>
          </a:p>
          <a:p>
            <a:r>
              <a:rPr lang="sl-SI" sz="2000" dirty="0"/>
              <a:t>Pokritost (c</a:t>
            </a:r>
            <a:r>
              <a:rPr lang="en-US" sz="2000" dirty="0"/>
              <a:t>overage</a:t>
            </a:r>
            <a:r>
              <a:rPr lang="sl-SI" sz="2000" dirty="0"/>
              <a:t>)</a:t>
            </a:r>
            <a:r>
              <a:rPr lang="en-US" sz="2000" dirty="0"/>
              <a:t> </a:t>
            </a:r>
            <a:r>
              <a:rPr lang="sl-SI" sz="2000" dirty="0"/>
              <a:t>in popolnost modela (</a:t>
            </a:r>
            <a:r>
              <a:rPr lang="en-US" sz="2000" dirty="0"/>
              <a:t>completeness</a:t>
            </a:r>
            <a:r>
              <a:rPr lang="sl-SI" sz="2000" dirty="0"/>
              <a:t>) - celoten prostor naj bi bil pokrit z roji </a:t>
            </a:r>
          </a:p>
          <a:p>
            <a:r>
              <a:rPr lang="sl-SI" sz="2000" dirty="0" err="1"/>
              <a:t>Interpretabilnost</a:t>
            </a:r>
            <a:r>
              <a:rPr lang="sl-SI" sz="2000" dirty="0"/>
              <a:t> posledičnega dela</a:t>
            </a:r>
          </a:p>
          <a:p>
            <a:r>
              <a:rPr lang="sl-SI" sz="2000" dirty="0"/>
              <a:t>Pomembnost </a:t>
            </a:r>
            <a:r>
              <a:rPr lang="sl-SI" sz="2000" dirty="0" err="1"/>
              <a:t>značilk</a:t>
            </a:r>
            <a:endParaRPr lang="sl-SI" sz="2000" dirty="0"/>
          </a:p>
          <a:p>
            <a:r>
              <a:rPr lang="sl-SI" sz="2000" dirty="0"/>
              <a:t>Pomembnost pravil [12]</a:t>
            </a:r>
          </a:p>
          <a:p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sl-SI" dirty="0"/>
          </a:p>
          <a:p>
            <a:endParaRPr lang="sl-SI" dirty="0"/>
          </a:p>
        </p:txBody>
      </p:sp>
      <p:pic>
        <p:nvPicPr>
          <p:cNvPr id="8" name="Slika 7">
            <a:extLst>
              <a:ext uri="{FF2B5EF4-FFF2-40B4-BE49-F238E27FC236}">
                <a16:creationId xmlns:a16="http://schemas.microsoft.com/office/drawing/2014/main" id="{3087ADEC-0877-4E2C-892B-C7B672B98F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704" y="130556"/>
            <a:ext cx="1168059" cy="487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40322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FB044FD0-1EE5-42EF-861C-E6A70CA8D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dirty="0"/>
              <a:t>Dodajanje rojev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FDC65FC8-07E2-4ADE-BD82-136E54F8BF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sl-SI" dirty="0"/>
              <a:t>Razdalja novega vzorca (Evklidova, </a:t>
            </a:r>
            <a:r>
              <a:rPr lang="sl-SI" dirty="0" err="1"/>
              <a:t>Mahalanobisova</a:t>
            </a:r>
            <a:r>
              <a:rPr lang="sl-SI" dirty="0"/>
              <a:t>) do obstoječih struktur [49]</a:t>
            </a:r>
          </a:p>
          <a:p>
            <a:r>
              <a:rPr lang="sl-SI" dirty="0"/>
              <a:t>Pripadnost novega vzorca obstoječim strukturam (</a:t>
            </a:r>
            <a:r>
              <a:rPr lang="en-US" i="1" dirty="0">
                <a:solidFill>
                  <a:srgbClr val="202122"/>
                </a:solidFill>
                <a:effectLst/>
                <a:ea typeface="Calibri" panose="020F0502020204030204" pitchFamily="34" charset="0"/>
              </a:rPr>
              <a:t>є</a:t>
            </a:r>
            <a:r>
              <a:rPr lang="en-US" dirty="0">
                <a:solidFill>
                  <a:srgbClr val="202122"/>
                </a:solidFill>
                <a:effectLst/>
                <a:ea typeface="Calibri" panose="020F0502020204030204" pitchFamily="34" charset="0"/>
              </a:rPr>
              <a:t>-completeness</a:t>
            </a:r>
            <a:r>
              <a:rPr lang="sl-SI" dirty="0"/>
              <a:t>)</a:t>
            </a:r>
          </a:p>
          <a:p>
            <a:r>
              <a:rPr lang="sl-SI" dirty="0"/>
              <a:t>Potencial (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potential</a:t>
            </a:r>
            <a:r>
              <a:rPr lang="sl-SI" dirty="0"/>
              <a:t>) vzorca [3]</a:t>
            </a:r>
          </a:p>
          <a:p>
            <a:r>
              <a:rPr lang="sl-SI" dirty="0"/>
              <a:t>Gostota (</a:t>
            </a:r>
            <a:r>
              <a:rPr lang="sl-SI" dirty="0" err="1"/>
              <a:t>density</a:t>
            </a:r>
            <a:r>
              <a:rPr lang="sl-SI" dirty="0"/>
              <a:t>) vzorca [39]</a:t>
            </a:r>
          </a:p>
          <a:p>
            <a:r>
              <a:rPr lang="sl-SI" dirty="0"/>
              <a:t>Največje dovoljeno število rojev [39]</a:t>
            </a:r>
          </a:p>
          <a:p>
            <a:r>
              <a:rPr lang="sl-SI" dirty="0"/>
              <a:t>Število vzorcev od zadnjega dodanega roja [39]</a:t>
            </a:r>
          </a:p>
          <a:p>
            <a:pPr marL="0" indent="0">
              <a:buNone/>
            </a:pPr>
            <a:endParaRPr lang="sl-SI" dirty="0"/>
          </a:p>
          <a:p>
            <a:pPr marL="0" indent="0">
              <a:buNone/>
            </a:pPr>
            <a:r>
              <a:rPr lang="sl-SI" dirty="0"/>
              <a:t>Dodani roji so </a:t>
            </a:r>
            <a:r>
              <a:rPr lang="sl-SI" dirty="0" err="1"/>
              <a:t>inicializirani</a:t>
            </a:r>
            <a:r>
              <a:rPr lang="sl-SI" dirty="0"/>
              <a:t> z ničtimi vrednostmi ali na podlagi bližnjih rojev [45]</a:t>
            </a:r>
          </a:p>
          <a:p>
            <a:endParaRPr lang="sl-SI" dirty="0"/>
          </a:p>
          <a:p>
            <a:endParaRPr lang="sl-SI" dirty="0"/>
          </a:p>
        </p:txBody>
      </p:sp>
      <p:pic>
        <p:nvPicPr>
          <p:cNvPr id="5" name="Slika 4">
            <a:extLst>
              <a:ext uri="{FF2B5EF4-FFF2-40B4-BE49-F238E27FC236}">
                <a16:creationId xmlns:a16="http://schemas.microsoft.com/office/drawing/2014/main" id="{065E7503-2AA0-4D7F-93AE-7C63C0457B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704" y="130556"/>
            <a:ext cx="1168059" cy="487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80149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4CF62523-0C75-4FB1-8825-13E7EE3668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dirty="0">
                <a:solidFill>
                  <a:srgbClr val="FF0000"/>
                </a:solidFill>
              </a:rPr>
              <a:t>Združevanje</a:t>
            </a:r>
            <a:r>
              <a:rPr lang="sl-SI" dirty="0"/>
              <a:t>, </a:t>
            </a:r>
            <a:r>
              <a:rPr lang="sl-SI" dirty="0">
                <a:solidFill>
                  <a:srgbClr val="FF0000"/>
                </a:solidFill>
              </a:rPr>
              <a:t>razcep</a:t>
            </a:r>
            <a:r>
              <a:rPr lang="sl-SI" dirty="0"/>
              <a:t> in odstranjevanje rojev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2EBF0C0C-9362-444A-A2F4-408EE67818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l-SI" dirty="0"/>
              <a:t>Naključni prihodi vzorcev ustvarijo preveč rojev na začetku modeliranja. </a:t>
            </a:r>
          </a:p>
          <a:p>
            <a:r>
              <a:rPr lang="sl-SI" dirty="0"/>
              <a:t>Z dodajanjem novih vzorcev in lezenja (</a:t>
            </a:r>
            <a:r>
              <a:rPr lang="sl-SI" dirty="0" err="1"/>
              <a:t>drift</a:t>
            </a:r>
            <a:r>
              <a:rPr lang="sl-SI" dirty="0"/>
              <a:t>) lahko pride do </a:t>
            </a:r>
            <a:r>
              <a:rPr lang="sl-SI" dirty="0">
                <a:solidFill>
                  <a:srgbClr val="FF0000"/>
                </a:solidFill>
              </a:rPr>
              <a:t>približevanja rojev </a:t>
            </a:r>
            <a:r>
              <a:rPr lang="sl-SI" dirty="0"/>
              <a:t>(</a:t>
            </a:r>
            <a:r>
              <a:rPr lang="en-US" dirty="0"/>
              <a:t>coalescence</a:t>
            </a:r>
            <a:r>
              <a:rPr lang="sl-SI" dirty="0"/>
              <a:t>) ali do </a:t>
            </a:r>
            <a:r>
              <a:rPr lang="sl-SI" dirty="0">
                <a:solidFill>
                  <a:srgbClr val="FF0000"/>
                </a:solidFill>
              </a:rPr>
              <a:t>separacije rojev </a:t>
            </a:r>
            <a:r>
              <a:rPr lang="sl-SI" dirty="0"/>
              <a:t>(</a:t>
            </a:r>
            <a:r>
              <a:rPr lang="en-US" dirty="0"/>
              <a:t>delamination</a:t>
            </a:r>
            <a:r>
              <a:rPr lang="sl-SI" dirty="0"/>
              <a:t>) [6].</a:t>
            </a:r>
          </a:p>
          <a:p>
            <a:r>
              <a:rPr lang="sl-SI" sz="28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Združevanje in razcep </a:t>
            </a:r>
            <a:r>
              <a:rPr lang="sl-SI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rojev lahko kompenzira za slabo izbiro </a:t>
            </a:r>
            <a:r>
              <a:rPr lang="sl-SI" sz="2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hiperparametrov</a:t>
            </a:r>
            <a:r>
              <a:rPr lang="sl-SI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metode </a:t>
            </a: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[49]</a:t>
            </a:r>
            <a:r>
              <a:rPr lang="sl-SI" dirty="0"/>
              <a:t> </a:t>
            </a:r>
          </a:p>
          <a:p>
            <a:r>
              <a:rPr lang="sl-SI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Kompromis med</a:t>
            </a: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sl-SI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stabilnostjo in plastičnostjo (</a:t>
            </a:r>
            <a:r>
              <a:rPr lang="sl-SI" sz="2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plasticity</a:t>
            </a:r>
            <a:r>
              <a:rPr lang="sl-SI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</a:t>
            </a: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[12, 49].</a:t>
            </a:r>
            <a:endParaRPr lang="sl-SI" dirty="0"/>
          </a:p>
        </p:txBody>
      </p:sp>
      <p:pic>
        <p:nvPicPr>
          <p:cNvPr id="4" name="Slika 3">
            <a:extLst>
              <a:ext uri="{FF2B5EF4-FFF2-40B4-BE49-F238E27FC236}">
                <a16:creationId xmlns:a16="http://schemas.microsoft.com/office/drawing/2014/main" id="{A036C96C-10F7-41BB-B7D6-F69A405F64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704" y="130556"/>
            <a:ext cx="1168059" cy="487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54823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29C4D673-7BFA-4229-B881-FE238058D6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dirty="0"/>
              <a:t>Pogoji za združevanje rojev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354E9BDB-FFAF-4691-A07B-B175C22DE2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l-SI" dirty="0"/>
              <a:t>Prekrivanje in volumetrična podobnost rojev [5] (relativna entropija, </a:t>
            </a:r>
            <a:r>
              <a:rPr lang="en-US" dirty="0" err="1"/>
              <a:t>Bhattacharyy</a:t>
            </a:r>
            <a:r>
              <a:rPr lang="sl-SI" dirty="0" err="1"/>
              <a:t>eva</a:t>
            </a:r>
            <a:r>
              <a:rPr lang="sl-SI" dirty="0"/>
              <a:t> razdalja [6])</a:t>
            </a:r>
          </a:p>
          <a:p>
            <a:r>
              <a:rPr lang="sl-SI" dirty="0"/>
              <a:t>Korelacija med aktivacijami pravil [5]</a:t>
            </a:r>
          </a:p>
          <a:p>
            <a:r>
              <a:rPr lang="sl-SI" dirty="0"/>
              <a:t>Razdalje med roji (</a:t>
            </a:r>
            <a:r>
              <a:rPr lang="en-US" dirty="0"/>
              <a:t>Welch test</a:t>
            </a:r>
            <a:r>
              <a:rPr lang="sl-SI" dirty="0"/>
              <a:t>) </a:t>
            </a:r>
            <a:r>
              <a:rPr lang="en-US" dirty="0"/>
              <a:t>[</a:t>
            </a:r>
            <a:r>
              <a:rPr lang="sl-SI" dirty="0"/>
              <a:t>5,14,</a:t>
            </a:r>
            <a:r>
              <a:rPr lang="en-US" dirty="0"/>
              <a:t>17]</a:t>
            </a:r>
            <a:endParaRPr lang="sl-SI" dirty="0"/>
          </a:p>
          <a:p>
            <a:r>
              <a:rPr lang="sl-SI" dirty="0"/>
              <a:t>Primerjava posledičnih parametrov [5,19]</a:t>
            </a:r>
          </a:p>
          <a:p>
            <a:endParaRPr lang="sl-SI" sz="1800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6" name="Picture 39" descr="Text&#10;&#10;Description automatically generated with medium confidence">
            <a:extLst>
              <a:ext uri="{FF2B5EF4-FFF2-40B4-BE49-F238E27FC236}">
                <a16:creationId xmlns:a16="http://schemas.microsoft.com/office/drawing/2014/main" id="{E9FA8733-898D-4316-BA85-8FDE057BA0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8644" y="3445355"/>
            <a:ext cx="1931988" cy="733536"/>
          </a:xfrm>
          <a:prstGeom prst="rect">
            <a:avLst/>
          </a:prstGeom>
        </p:spPr>
      </p:pic>
      <p:pic>
        <p:nvPicPr>
          <p:cNvPr id="8" name="Slika 7">
            <a:extLst>
              <a:ext uri="{FF2B5EF4-FFF2-40B4-BE49-F238E27FC236}">
                <a16:creationId xmlns:a16="http://schemas.microsoft.com/office/drawing/2014/main" id="{A291E1AF-4115-4282-B2FE-8F606C019A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9242" y="4465638"/>
            <a:ext cx="2452370" cy="593725"/>
          </a:xfrm>
          <a:prstGeom prst="rect">
            <a:avLst/>
          </a:prstGeom>
        </p:spPr>
      </p:pic>
      <p:pic>
        <p:nvPicPr>
          <p:cNvPr id="9" name="Picture 38">
            <a:extLst>
              <a:ext uri="{FF2B5EF4-FFF2-40B4-BE49-F238E27FC236}">
                <a16:creationId xmlns:a16="http://schemas.microsoft.com/office/drawing/2014/main" id="{08397847-3EC8-41A8-845B-2FBD81FACC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5154928"/>
            <a:ext cx="3638550" cy="361950"/>
          </a:xfrm>
          <a:prstGeom prst="rect">
            <a:avLst/>
          </a:prstGeom>
        </p:spPr>
      </p:pic>
      <p:pic>
        <p:nvPicPr>
          <p:cNvPr id="11" name="Picture 30" descr="Text&#10;&#10;Description automatically generated">
            <a:extLst>
              <a:ext uri="{FF2B5EF4-FFF2-40B4-BE49-F238E27FC236}">
                <a16:creationId xmlns:a16="http://schemas.microsoft.com/office/drawing/2014/main" id="{034D35BE-C44A-447B-BBD7-5C6D40613E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7357" y="5791719"/>
            <a:ext cx="3343275" cy="609600"/>
          </a:xfrm>
          <a:prstGeom prst="rect">
            <a:avLst/>
          </a:prstGeom>
        </p:spPr>
      </p:pic>
      <p:pic>
        <p:nvPicPr>
          <p:cNvPr id="12" name="Picture 40">
            <a:extLst>
              <a:ext uri="{FF2B5EF4-FFF2-40B4-BE49-F238E27FC236}">
                <a16:creationId xmlns:a16="http://schemas.microsoft.com/office/drawing/2014/main" id="{9E3844B7-9FB4-4EC3-B021-7666C8705B2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7105" y="5433533"/>
            <a:ext cx="3571875" cy="361950"/>
          </a:xfrm>
          <a:prstGeom prst="rect">
            <a:avLst/>
          </a:prstGeom>
        </p:spPr>
      </p:pic>
      <p:pic>
        <p:nvPicPr>
          <p:cNvPr id="13" name="Slika 12" descr="Slika, ki vsebuje besede besedilo&#10;&#10;Opis je samodejno ustvarjen">
            <a:extLst>
              <a:ext uri="{FF2B5EF4-FFF2-40B4-BE49-F238E27FC236}">
                <a16:creationId xmlns:a16="http://schemas.microsoft.com/office/drawing/2014/main" id="{7E163A39-C47C-4ABB-8365-825A3596D2E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5042" y="5876925"/>
            <a:ext cx="3743325" cy="600075"/>
          </a:xfrm>
          <a:prstGeom prst="rect">
            <a:avLst/>
          </a:prstGeom>
        </p:spPr>
      </p:pic>
      <p:pic>
        <p:nvPicPr>
          <p:cNvPr id="16" name="Slika 15">
            <a:extLst>
              <a:ext uri="{FF2B5EF4-FFF2-40B4-BE49-F238E27FC236}">
                <a16:creationId xmlns:a16="http://schemas.microsoft.com/office/drawing/2014/main" id="{C0305A5C-8631-4428-868E-2FC70A2C843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91362" y="2380621"/>
            <a:ext cx="4867275" cy="647700"/>
          </a:xfrm>
          <a:prstGeom prst="rect">
            <a:avLst/>
          </a:prstGeom>
        </p:spPr>
      </p:pic>
      <p:pic>
        <p:nvPicPr>
          <p:cNvPr id="18" name="Slika 17">
            <a:extLst>
              <a:ext uri="{FF2B5EF4-FFF2-40B4-BE49-F238E27FC236}">
                <a16:creationId xmlns:a16="http://schemas.microsoft.com/office/drawing/2014/main" id="{9DFB01B6-DD71-4F77-AD95-DD3784B05FF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8200" y="4494802"/>
            <a:ext cx="2152650" cy="714375"/>
          </a:xfrm>
          <a:prstGeom prst="rect">
            <a:avLst/>
          </a:prstGeom>
        </p:spPr>
      </p:pic>
      <p:pic>
        <p:nvPicPr>
          <p:cNvPr id="19" name="Slika 18">
            <a:extLst>
              <a:ext uri="{FF2B5EF4-FFF2-40B4-BE49-F238E27FC236}">
                <a16:creationId xmlns:a16="http://schemas.microsoft.com/office/drawing/2014/main" id="{EF5E848B-295A-44F2-9B66-D5AFFC6585D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704" y="130556"/>
            <a:ext cx="1168059" cy="487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71684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5DD53BE2-3A1A-408D-AF5E-B16509C26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dirty="0" err="1"/>
              <a:t>Združevnaje</a:t>
            </a:r>
            <a:r>
              <a:rPr lang="sl-SI" dirty="0"/>
              <a:t> rojev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9B7BDED3-60BE-4F4C-8872-B171FE820D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Elipsoidni Gaussovi roji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[19, 43]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Slika 3" descr="Slika, ki vsebuje besede besedilo&#10;&#10;Opis je samodejno ustvarjen">
            <a:extLst>
              <a:ext uri="{FF2B5EF4-FFF2-40B4-BE49-F238E27FC236}">
                <a16:creationId xmlns:a16="http://schemas.microsoft.com/office/drawing/2014/main" id="{05AE727E-5F2F-448B-B67B-8E426C9AD9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2350" y="1052513"/>
            <a:ext cx="2400300" cy="1276350"/>
          </a:xfrm>
          <a:prstGeom prst="rect">
            <a:avLst/>
          </a:prstGeom>
        </p:spPr>
      </p:pic>
      <p:pic>
        <p:nvPicPr>
          <p:cNvPr id="5" name="Slika 4" descr="Slika, ki vsebuje besede besedilo, ura&#10;&#10;Opis je samodejno ustvarjen">
            <a:extLst>
              <a:ext uri="{FF2B5EF4-FFF2-40B4-BE49-F238E27FC236}">
                <a16:creationId xmlns:a16="http://schemas.microsoft.com/office/drawing/2014/main" id="{4C194844-4B49-488E-95FC-55F500B725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2687" y="2351088"/>
            <a:ext cx="5229225" cy="609600"/>
          </a:xfrm>
          <a:prstGeom prst="rect">
            <a:avLst/>
          </a:prstGeom>
        </p:spPr>
      </p:pic>
      <p:pic>
        <p:nvPicPr>
          <p:cNvPr id="6" name="Slika 5">
            <a:extLst>
              <a:ext uri="{FF2B5EF4-FFF2-40B4-BE49-F238E27FC236}">
                <a16:creationId xmlns:a16="http://schemas.microsoft.com/office/drawing/2014/main" id="{D299FABD-8B15-4E2C-B0B2-06D58E3334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2687" y="3108325"/>
            <a:ext cx="3781425" cy="381000"/>
          </a:xfrm>
          <a:prstGeom prst="rect">
            <a:avLst/>
          </a:prstGeom>
        </p:spPr>
      </p:pic>
      <p:pic>
        <p:nvPicPr>
          <p:cNvPr id="7" name="Picture 41" descr="Graphical user interface, application, table&#10;&#10;Description automatically generated">
            <a:extLst>
              <a:ext uri="{FF2B5EF4-FFF2-40B4-BE49-F238E27FC236}">
                <a16:creationId xmlns:a16="http://schemas.microsoft.com/office/drawing/2014/main" id="{B8D96EC5-A7EA-4DD7-9156-AA907DF54D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" y="4521994"/>
            <a:ext cx="4991100" cy="1419225"/>
          </a:xfrm>
          <a:prstGeom prst="rect">
            <a:avLst/>
          </a:prstGeom>
        </p:spPr>
      </p:pic>
      <p:pic>
        <p:nvPicPr>
          <p:cNvPr id="9" name="Slika 8">
            <a:extLst>
              <a:ext uri="{FF2B5EF4-FFF2-40B4-BE49-F238E27FC236}">
                <a16:creationId xmlns:a16="http://schemas.microsoft.com/office/drawing/2014/main" id="{61AB9704-DDE9-431A-8EAA-398DAB228CC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704" y="130556"/>
            <a:ext cx="1168059" cy="487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95751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40538893-6351-49B8-BAF9-656D373F71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dirty="0"/>
              <a:t>Razcep rojev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5F43D92A-C5DA-4436-A6F4-4FE1EACAF2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l-SI" b="1" dirty="0"/>
              <a:t>Neprimerni parametri združevanja</a:t>
            </a:r>
          </a:p>
          <a:p>
            <a:r>
              <a:rPr lang="sl-SI" dirty="0"/>
              <a:t>Lezenje parametrov in konceptualni pomiki v toku podatkov</a:t>
            </a:r>
          </a:p>
          <a:p>
            <a:r>
              <a:rPr lang="sl-SI" dirty="0"/>
              <a:t>Potreba po natančnejšem deljenju prostora</a:t>
            </a:r>
          </a:p>
          <a:p>
            <a:pPr marL="0" indent="0">
              <a:buNone/>
            </a:pPr>
            <a:endParaRPr lang="sl-SI" dirty="0"/>
          </a:p>
          <a:p>
            <a:pPr marL="0" indent="0">
              <a:buNone/>
            </a:pPr>
            <a:r>
              <a:rPr lang="sl-SI" dirty="0"/>
              <a:t> </a:t>
            </a:r>
          </a:p>
          <a:p>
            <a:r>
              <a:rPr lang="sl-SI" dirty="0"/>
              <a:t>Akumulirana relativna napaka [5]</a:t>
            </a:r>
          </a:p>
          <a:p>
            <a:r>
              <a:rPr lang="sl-SI" dirty="0" err="1"/>
              <a:t>Welch</a:t>
            </a:r>
            <a:r>
              <a:rPr lang="sl-SI" dirty="0"/>
              <a:t> test </a:t>
            </a:r>
            <a:r>
              <a:rPr lang="en-US" dirty="0"/>
              <a:t>[6]</a:t>
            </a:r>
            <a:endParaRPr lang="sl-SI" dirty="0"/>
          </a:p>
          <a:p>
            <a:endParaRPr lang="sl-SI" dirty="0"/>
          </a:p>
        </p:txBody>
      </p:sp>
      <p:pic>
        <p:nvPicPr>
          <p:cNvPr id="4" name="Slika 3" descr="Slika, ki vsebuje besede besedilo&#10;&#10;Opis je samodejno ustvarjen">
            <a:extLst>
              <a:ext uri="{FF2B5EF4-FFF2-40B4-BE49-F238E27FC236}">
                <a16:creationId xmlns:a16="http://schemas.microsoft.com/office/drawing/2014/main" id="{36793C1F-057D-4B6B-9D4A-9F59918B82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3570" y="3663156"/>
            <a:ext cx="2232660" cy="676275"/>
          </a:xfrm>
          <a:prstGeom prst="rect">
            <a:avLst/>
          </a:prstGeom>
        </p:spPr>
      </p:pic>
      <p:pic>
        <p:nvPicPr>
          <p:cNvPr id="5" name="Slika 4">
            <a:extLst>
              <a:ext uri="{FF2B5EF4-FFF2-40B4-BE49-F238E27FC236}">
                <a16:creationId xmlns:a16="http://schemas.microsoft.com/office/drawing/2014/main" id="{D2C874A5-9A3A-423F-80E9-B6066E1F20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6825" y="4987924"/>
            <a:ext cx="2343150" cy="752475"/>
          </a:xfrm>
          <a:prstGeom prst="rect">
            <a:avLst/>
          </a:prstGeom>
        </p:spPr>
      </p:pic>
      <p:pic>
        <p:nvPicPr>
          <p:cNvPr id="6" name="Slika 5">
            <a:extLst>
              <a:ext uri="{FF2B5EF4-FFF2-40B4-BE49-F238E27FC236}">
                <a16:creationId xmlns:a16="http://schemas.microsoft.com/office/drawing/2014/main" id="{D55EECF9-C2AE-49D0-9E53-EC859609BA5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704" y="130556"/>
            <a:ext cx="1168059" cy="487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14122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1D5CB862-DD5F-49D0-8566-F38BA2AA6C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dirty="0"/>
              <a:t>Odstranjevanje rojev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12886D7A-D4E7-495E-908F-E15497B16D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l-SI" sz="2000" dirty="0"/>
              <a:t>Z odstranjevanjem rojev povečamo natančnost ali poenostavimo strukturo modela. Obstoječ model je lahko napačen zaradi osamelcev ali sprememb v lastnostih sistema. </a:t>
            </a:r>
          </a:p>
          <a:p>
            <a:r>
              <a:rPr lang="sl-SI" sz="2000" dirty="0"/>
              <a:t>Odstranjevanje je potrebno izvesti pazljivo saj nočemo zavreči koristnih informaciji [39]. Osamelce ne moremo vedno izločiti saj si zelo podobni cikličnim ali periodičnim pojavom. Ti dogodki so zastopani z manjšim številom vzorcev, ki pa vsebujejo veliko informacije. </a:t>
            </a:r>
          </a:p>
          <a:p>
            <a:r>
              <a:rPr lang="sl-SI" sz="2000" dirty="0"/>
              <a:t>prekrivanje </a:t>
            </a:r>
            <a:r>
              <a:rPr lang="en-US" sz="2000" dirty="0"/>
              <a:t>[12], </a:t>
            </a:r>
            <a:r>
              <a:rPr lang="sl-SI" sz="2000" dirty="0"/>
              <a:t>starost rojev [41]</a:t>
            </a:r>
            <a:r>
              <a:rPr lang="en-US" sz="2000" dirty="0"/>
              <a:t>,</a:t>
            </a:r>
            <a:r>
              <a:rPr lang="sl-SI" sz="2000" dirty="0"/>
              <a:t> uporabnost</a:t>
            </a:r>
            <a:r>
              <a:rPr lang="en-US" sz="2000" dirty="0"/>
              <a:t> </a:t>
            </a:r>
            <a:r>
              <a:rPr lang="sl-SI" sz="2000" dirty="0"/>
              <a:t>(</a:t>
            </a:r>
            <a:r>
              <a:rPr lang="en-US" sz="2000" i="1" dirty="0"/>
              <a:t>utility</a:t>
            </a:r>
            <a:r>
              <a:rPr lang="sl-SI" sz="2000" dirty="0"/>
              <a:t>)</a:t>
            </a:r>
            <a:r>
              <a:rPr lang="en-US" sz="2000" dirty="0"/>
              <a:t> (</a:t>
            </a:r>
            <a:r>
              <a:rPr lang="sl-SI" sz="2000" dirty="0"/>
              <a:t>akumulirana relativna aktivacija</a:t>
            </a:r>
            <a:r>
              <a:rPr lang="en-US" sz="2000" dirty="0"/>
              <a:t>,</a:t>
            </a:r>
            <a:r>
              <a:rPr lang="sl-SI" sz="2000" dirty="0"/>
              <a:t> redka aktivacija</a:t>
            </a:r>
            <a:r>
              <a:rPr lang="en-US" sz="2000" dirty="0"/>
              <a:t>,</a:t>
            </a:r>
            <a:r>
              <a:rPr lang="sl-SI" sz="2000" dirty="0"/>
              <a:t> nepomembnost</a:t>
            </a:r>
            <a:r>
              <a:rPr lang="en-US" sz="2000" dirty="0"/>
              <a:t>) [22,41,45], </a:t>
            </a:r>
            <a:r>
              <a:rPr lang="sl-SI" sz="2000" dirty="0"/>
              <a:t>število pripadajočih vzorcev [39,5]</a:t>
            </a:r>
          </a:p>
          <a:p>
            <a:endParaRPr lang="sl-SI" dirty="0"/>
          </a:p>
        </p:txBody>
      </p:sp>
      <p:pic>
        <p:nvPicPr>
          <p:cNvPr id="4" name="Slika 3">
            <a:extLst>
              <a:ext uri="{FF2B5EF4-FFF2-40B4-BE49-F238E27FC236}">
                <a16:creationId xmlns:a16="http://schemas.microsoft.com/office/drawing/2014/main" id="{6372B4F0-06F5-438E-A44C-05CBF48F23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704" y="130556"/>
            <a:ext cx="1168059" cy="487300"/>
          </a:xfrm>
          <a:prstGeom prst="rect">
            <a:avLst/>
          </a:prstGeom>
        </p:spPr>
      </p:pic>
      <p:pic>
        <p:nvPicPr>
          <p:cNvPr id="7" name="Slika 6" descr="Slika, ki vsebuje besede besedilo&#10;&#10;Opis je samodejno ustvarjen">
            <a:extLst>
              <a:ext uri="{FF2B5EF4-FFF2-40B4-BE49-F238E27FC236}">
                <a16:creationId xmlns:a16="http://schemas.microsoft.com/office/drawing/2014/main" id="{3EFBE3DE-D154-408C-90ED-EB5CCA9656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8125" y="5945187"/>
            <a:ext cx="1962150" cy="733425"/>
          </a:xfrm>
          <a:prstGeom prst="rect">
            <a:avLst/>
          </a:prstGeom>
        </p:spPr>
      </p:pic>
      <p:pic>
        <p:nvPicPr>
          <p:cNvPr id="8" name="Slika 7" descr="Slika, ki vsebuje besede ura, antena&#10;&#10;Opis je samodejno ustvarjen">
            <a:extLst>
              <a:ext uri="{FF2B5EF4-FFF2-40B4-BE49-F238E27FC236}">
                <a16:creationId xmlns:a16="http://schemas.microsoft.com/office/drawing/2014/main" id="{7DA9D3D4-84B5-4902-B19B-1A093CCC94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98725" y="6013450"/>
            <a:ext cx="1962150" cy="676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49169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EBCEABC0-1914-41D7-80CD-2099FA5A14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dirty="0"/>
              <a:t>Optimizacija posledičnega dela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FF9CEB20-11ED-49A7-A1FC-827249F25E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sl-SI" dirty="0"/>
              <a:t>Posledični parametri so optimizirani z metodami lokalnega učenja [15], kjer so parametri vsakega lokalnega modela optimizirani ločeno. To omogoča večjo robustnost in </a:t>
            </a:r>
            <a:r>
              <a:rPr lang="sl-SI" dirty="0" err="1"/>
              <a:t>interpretabilnost</a:t>
            </a:r>
            <a:r>
              <a:rPr lang="sl-SI" dirty="0"/>
              <a:t> posameznih modelov.</a:t>
            </a:r>
          </a:p>
          <a:p>
            <a:pPr marL="0" indent="0">
              <a:buNone/>
            </a:pPr>
            <a:endParaRPr lang="sl-SI" dirty="0"/>
          </a:p>
          <a:p>
            <a:r>
              <a:rPr lang="sl-SI" dirty="0"/>
              <a:t>mehko </a:t>
            </a:r>
            <a:r>
              <a:rPr lang="sl-SI" dirty="0" err="1"/>
              <a:t>utežena</a:t>
            </a:r>
            <a:r>
              <a:rPr lang="sl-SI" dirty="0"/>
              <a:t> rekurzivna metoda najmanjših kvadratov</a:t>
            </a:r>
          </a:p>
          <a:p>
            <a:r>
              <a:rPr lang="sl-SI" dirty="0"/>
              <a:t>metode s pomožnim modeli (</a:t>
            </a:r>
            <a:r>
              <a:rPr lang="sl-SI" dirty="0" err="1"/>
              <a:t>auxiliary</a:t>
            </a:r>
            <a:r>
              <a:rPr lang="sl-SI" dirty="0"/>
              <a:t> </a:t>
            </a:r>
            <a:r>
              <a:rPr lang="en-US" dirty="0"/>
              <a:t>model</a:t>
            </a:r>
            <a:r>
              <a:rPr lang="sl-SI" dirty="0"/>
              <a:t>)</a:t>
            </a:r>
          </a:p>
          <a:p>
            <a:r>
              <a:rPr lang="sl-SI" dirty="0"/>
              <a:t>metode s hierarhičnim principom (h</a:t>
            </a:r>
            <a:r>
              <a:rPr lang="en-US" dirty="0" err="1"/>
              <a:t>ier</a:t>
            </a:r>
            <a:r>
              <a:rPr lang="sl-SI" dirty="0"/>
              <a:t>ar</a:t>
            </a:r>
            <a:r>
              <a:rPr lang="en-US" dirty="0" err="1"/>
              <a:t>hical</a:t>
            </a:r>
            <a:r>
              <a:rPr lang="en-US" dirty="0"/>
              <a:t> principle</a:t>
            </a:r>
            <a:r>
              <a:rPr lang="sl-SI" dirty="0"/>
              <a:t>)</a:t>
            </a:r>
          </a:p>
          <a:p>
            <a:r>
              <a:rPr lang="sl-SI" dirty="0"/>
              <a:t>m</a:t>
            </a:r>
            <a:r>
              <a:rPr lang="en-US" dirty="0" err="1"/>
              <a:t>ulti</a:t>
            </a:r>
            <a:r>
              <a:rPr lang="en-US" dirty="0"/>
              <a:t>-innovation</a:t>
            </a:r>
            <a:r>
              <a:rPr lang="sl-SI" dirty="0"/>
              <a:t> [47]</a:t>
            </a:r>
          </a:p>
          <a:p>
            <a:r>
              <a:rPr lang="sl-SI" dirty="0"/>
              <a:t>Metoda s pomožnimi spremenljivkami </a:t>
            </a:r>
          </a:p>
          <a:p>
            <a:r>
              <a:rPr lang="sl-SI" dirty="0" err="1"/>
              <a:t>Korentropija</a:t>
            </a:r>
            <a:r>
              <a:rPr lang="sl-SI" dirty="0"/>
              <a:t> (</a:t>
            </a:r>
            <a:r>
              <a:rPr lang="en-US" dirty="0" err="1"/>
              <a:t>Correntropy</a:t>
            </a:r>
            <a:r>
              <a:rPr lang="sl-SI" dirty="0"/>
              <a:t>) [47]</a:t>
            </a:r>
          </a:p>
          <a:p>
            <a:r>
              <a:rPr lang="en-US" dirty="0"/>
              <a:t>Kalman filter</a:t>
            </a:r>
            <a:endParaRPr lang="sl-SI" dirty="0"/>
          </a:p>
          <a:p>
            <a:r>
              <a:rPr lang="en-US" dirty="0"/>
              <a:t>Stochastic gradient </a:t>
            </a:r>
            <a:r>
              <a:rPr lang="sl-SI" dirty="0" err="1"/>
              <a:t>descent</a:t>
            </a:r>
            <a:endParaRPr lang="sl-SI" dirty="0"/>
          </a:p>
          <a:p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sl-SI" dirty="0"/>
          </a:p>
        </p:txBody>
      </p:sp>
      <p:pic>
        <p:nvPicPr>
          <p:cNvPr id="5" name="Slika 4" descr="Slika, ki vsebuje besede besedilo&#10;&#10;Opis je samodejno ustvarjen">
            <a:extLst>
              <a:ext uri="{FF2B5EF4-FFF2-40B4-BE49-F238E27FC236}">
                <a16:creationId xmlns:a16="http://schemas.microsoft.com/office/drawing/2014/main" id="{85FA5BB3-5F27-498A-A5B1-638AB5C57B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9212" y="4610100"/>
            <a:ext cx="5362575" cy="1333500"/>
          </a:xfrm>
          <a:prstGeom prst="rect">
            <a:avLst/>
          </a:prstGeom>
        </p:spPr>
      </p:pic>
      <p:pic>
        <p:nvPicPr>
          <p:cNvPr id="10" name="Slika 9">
            <a:extLst>
              <a:ext uri="{FF2B5EF4-FFF2-40B4-BE49-F238E27FC236}">
                <a16:creationId xmlns:a16="http://schemas.microsoft.com/office/drawing/2014/main" id="{0B61EA95-4EAE-46A4-BC11-7E20A4889CD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704" y="130556"/>
            <a:ext cx="1168059" cy="487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41529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08293A48-0358-45D5-99AB-1890A56BBB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dirty="0">
                <a:solidFill>
                  <a:srgbClr val="000000"/>
                </a:solidFill>
              </a:rPr>
              <a:t>Ansambli </a:t>
            </a:r>
            <a:r>
              <a:rPr lang="sl-SI" b="0" i="0" dirty="0" err="1">
                <a:solidFill>
                  <a:srgbClr val="000000"/>
                </a:solidFill>
                <a:effectLst/>
              </a:rPr>
              <a:t>samorazvijajoči</a:t>
            </a:r>
            <a:r>
              <a:rPr lang="sl-SI" b="0" i="0" dirty="0">
                <a:solidFill>
                  <a:srgbClr val="000000"/>
                </a:solidFill>
                <a:effectLst/>
              </a:rPr>
              <a:t> se modelov</a:t>
            </a:r>
            <a:endParaRPr lang="sl-SI" dirty="0"/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09770A0F-0E9E-4F08-871D-40BE89BE24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sl-SI" sz="2000" dirty="0"/>
              <a:t>Ansambel/skupina (</a:t>
            </a:r>
            <a:r>
              <a:rPr lang="sl-SI" sz="2000" dirty="0" err="1"/>
              <a:t>Ensamble</a:t>
            </a:r>
            <a:r>
              <a:rPr lang="sl-SI" sz="2000" dirty="0"/>
              <a:t> </a:t>
            </a:r>
            <a:r>
              <a:rPr lang="sl-SI" sz="2000" dirty="0" err="1"/>
              <a:t>learning</a:t>
            </a:r>
            <a:r>
              <a:rPr lang="sl-SI" sz="2000" dirty="0"/>
              <a:t>) [44] modelov je sestavljena iz več različnih </a:t>
            </a:r>
            <a:r>
              <a:rPr lang="sl-SI" sz="2000" dirty="0" err="1"/>
              <a:t>samorazvijajočih</a:t>
            </a:r>
            <a:r>
              <a:rPr lang="sl-SI" sz="2000" dirty="0"/>
              <a:t> se modelov, ki jih paralelno učimo na istem problemu z različnimi parametri </a:t>
            </a:r>
            <a:r>
              <a:rPr lang="en-US" sz="2000" dirty="0"/>
              <a:t>[10, 48]</a:t>
            </a:r>
            <a:r>
              <a:rPr lang="sl-SI" sz="2000" dirty="0"/>
              <a:t>. Posamezni </a:t>
            </a:r>
            <a:r>
              <a:rPr lang="sl-SI" sz="2000" dirty="0" err="1"/>
              <a:t>samorazvijajoči</a:t>
            </a:r>
            <a:r>
              <a:rPr lang="sl-SI" sz="2000" dirty="0"/>
              <a:t> se modeli v ansamblu se lahko razlikujejo po strukturi, številu parametrov, različnih omejitvah, </a:t>
            </a:r>
            <a:r>
              <a:rPr lang="sl-SI" sz="2000" dirty="0" err="1"/>
              <a:t>kriterijski</a:t>
            </a:r>
            <a:r>
              <a:rPr lang="sl-SI" sz="2000" dirty="0"/>
              <a:t> funkciji ali celo tipu modela.   Ansambli </a:t>
            </a:r>
            <a:r>
              <a:rPr lang="sl-SI" sz="2000" dirty="0" err="1"/>
              <a:t>samorazvijajočih</a:t>
            </a:r>
            <a:r>
              <a:rPr lang="sl-SI" sz="2000" dirty="0"/>
              <a:t> se modelov so lahko realizirani tudi v obliki omrežja [44]. </a:t>
            </a:r>
          </a:p>
          <a:p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Extreme Learning Machines (ELMs) (2009) 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(naključna inicializacija parametrov in strukture)</a:t>
            </a:r>
          </a:p>
          <a:p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Parsimonious ensemble (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pENsemble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(2018) 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(odstranjevanje modelov in izbira </a:t>
            </a:r>
            <a:r>
              <a:rPr lang="sl-SI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značilk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Ensamble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of Fuzzy-set-Based evolving Models (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FBeM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(201</a:t>
            </a:r>
            <a:r>
              <a:rPr lang="sl-SI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5) (različni parametri in strukture)</a:t>
            </a:r>
          </a:p>
          <a:p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Ensamble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of optimal evolving granular experts (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eOGS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(2019) [48]</a:t>
            </a:r>
            <a:endParaRPr lang="sl-SI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sl-SI" dirty="0"/>
          </a:p>
        </p:txBody>
      </p:sp>
      <p:pic>
        <p:nvPicPr>
          <p:cNvPr id="5" name="Slika 4">
            <a:extLst>
              <a:ext uri="{FF2B5EF4-FFF2-40B4-BE49-F238E27FC236}">
                <a16:creationId xmlns:a16="http://schemas.microsoft.com/office/drawing/2014/main" id="{F6BFB80F-971E-4EED-AC4F-C577992174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704" y="130556"/>
            <a:ext cx="1168059" cy="487300"/>
          </a:xfrm>
          <a:prstGeom prst="rect">
            <a:avLst/>
          </a:prstGeom>
        </p:spPr>
      </p:pic>
      <p:pic>
        <p:nvPicPr>
          <p:cNvPr id="6" name="Picture 42" descr="Diagram&#10;&#10;Description automatically generated">
            <a:extLst>
              <a:ext uri="{FF2B5EF4-FFF2-40B4-BE49-F238E27FC236}">
                <a16:creationId xmlns:a16="http://schemas.microsoft.com/office/drawing/2014/main" id="{22993324-5225-4517-8700-DCDAE7E8F7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42200" y="4418604"/>
            <a:ext cx="4428963" cy="2227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77830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48A86C58-8A74-461B-B93C-6CB631DC2D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l-SI" dirty="0"/>
              <a:t>Odprta vprašanja na področju </a:t>
            </a:r>
            <a:r>
              <a:rPr lang="sl-SI" dirty="0" err="1"/>
              <a:t>samorazvijajočih</a:t>
            </a:r>
            <a:r>
              <a:rPr lang="sl-SI" dirty="0"/>
              <a:t> se sistemov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937870A5-48CA-42D8-91E1-59D70059D2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l-SI" dirty="0"/>
              <a:t>obravnava manjkajočih vzorcev (</a:t>
            </a:r>
            <a:r>
              <a:rPr lang="sl-SI" i="1" dirty="0" err="1"/>
              <a:t>missing</a:t>
            </a:r>
            <a:r>
              <a:rPr lang="sl-SI" i="1" dirty="0"/>
              <a:t> data</a:t>
            </a:r>
            <a:r>
              <a:rPr lang="sl-SI" dirty="0"/>
              <a:t>) in osamelcev (</a:t>
            </a:r>
            <a:r>
              <a:rPr lang="sl-SI" i="1" dirty="0" err="1"/>
              <a:t>outliers</a:t>
            </a:r>
            <a:r>
              <a:rPr lang="sl-SI" dirty="0"/>
              <a:t>) </a:t>
            </a:r>
          </a:p>
          <a:p>
            <a:r>
              <a:rPr lang="sl-SI" dirty="0"/>
              <a:t>teoremi za zagotavljanje dolgoročne stabilnosti in konvergence</a:t>
            </a:r>
          </a:p>
          <a:p>
            <a:r>
              <a:rPr lang="sl-SI" dirty="0"/>
              <a:t>načrtovanje </a:t>
            </a:r>
            <a:r>
              <a:rPr lang="sl-SI" dirty="0" err="1"/>
              <a:t>experimentov</a:t>
            </a:r>
            <a:r>
              <a:rPr lang="sl-SI" dirty="0"/>
              <a:t> (Design </a:t>
            </a:r>
            <a:r>
              <a:rPr lang="sl-SI" dirty="0" err="1"/>
              <a:t>of</a:t>
            </a:r>
            <a:r>
              <a:rPr lang="sl-SI" dirty="0"/>
              <a:t> </a:t>
            </a:r>
            <a:r>
              <a:rPr lang="sl-SI" dirty="0" err="1"/>
              <a:t>Experiments</a:t>
            </a:r>
            <a:r>
              <a:rPr lang="sl-SI" dirty="0"/>
              <a:t>)</a:t>
            </a:r>
          </a:p>
          <a:p>
            <a:r>
              <a:rPr lang="sl-SI" dirty="0"/>
              <a:t>predlogi za potek dela(</a:t>
            </a:r>
            <a:r>
              <a:rPr lang="sl-SI" i="1" dirty="0" err="1"/>
              <a:t>workflow</a:t>
            </a:r>
            <a:r>
              <a:rPr lang="sl-SI" dirty="0"/>
              <a:t>)</a:t>
            </a:r>
          </a:p>
          <a:p>
            <a:r>
              <a:rPr lang="sl-SI" dirty="0"/>
              <a:t>mere uspešnosti sprotnega delovanja (</a:t>
            </a:r>
            <a:r>
              <a:rPr lang="en-US" i="1" dirty="0"/>
              <a:t>performance metrics</a:t>
            </a:r>
            <a:r>
              <a:rPr lang="sl-SI" dirty="0"/>
              <a:t>) </a:t>
            </a:r>
          </a:p>
          <a:p>
            <a:r>
              <a:rPr lang="sl-SI" dirty="0"/>
              <a:t>paralelno delovanje (</a:t>
            </a:r>
            <a:r>
              <a:rPr lang="en-US" i="1" dirty="0"/>
              <a:t>parallelization</a:t>
            </a:r>
            <a:r>
              <a:rPr lang="sl-SI" dirty="0"/>
              <a:t>)</a:t>
            </a:r>
          </a:p>
          <a:p>
            <a:r>
              <a:rPr lang="sl-SI" dirty="0"/>
              <a:t>programski senzorji (</a:t>
            </a:r>
            <a:r>
              <a:rPr lang="sl-SI" dirty="0" err="1"/>
              <a:t>soft</a:t>
            </a:r>
            <a:r>
              <a:rPr lang="sl-SI" dirty="0"/>
              <a:t> </a:t>
            </a:r>
            <a:r>
              <a:rPr lang="sl-SI" dirty="0" err="1"/>
              <a:t>sensors</a:t>
            </a:r>
            <a:r>
              <a:rPr lang="sl-SI" dirty="0"/>
              <a:t>)</a:t>
            </a:r>
          </a:p>
          <a:p>
            <a:r>
              <a:rPr lang="sl-SI" dirty="0"/>
              <a:t>sprotna izbira </a:t>
            </a:r>
            <a:r>
              <a:rPr lang="sl-SI" dirty="0" err="1"/>
              <a:t>regresorjev</a:t>
            </a:r>
            <a:endParaRPr lang="sl-SI" dirty="0"/>
          </a:p>
          <a:p>
            <a:endParaRPr lang="sl-SI" i="1" dirty="0"/>
          </a:p>
        </p:txBody>
      </p:sp>
    </p:spTree>
    <p:extLst>
      <p:ext uri="{BB962C8B-B14F-4D97-AF65-F5344CB8AC3E}">
        <p14:creationId xmlns:p14="http://schemas.microsoft.com/office/powerpoint/2010/main" val="9960688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33AC806F-76B1-43B6-8CA1-6EDE0AFBE7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4EEC0B6B-315E-4151-9F84-788485AA55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sl-SI"/>
          </a:p>
        </p:txBody>
      </p:sp>
      <p:pic>
        <p:nvPicPr>
          <p:cNvPr id="4" name="Slika 3">
            <a:extLst>
              <a:ext uri="{FF2B5EF4-FFF2-40B4-BE49-F238E27FC236}">
                <a16:creationId xmlns:a16="http://schemas.microsoft.com/office/drawing/2014/main" id="{C088F720-0C4B-497B-AD63-5833701D8B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740" y="1998345"/>
            <a:ext cx="4287520" cy="286131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7" name="Predmet 6">
            <a:extLst>
              <a:ext uri="{FF2B5EF4-FFF2-40B4-BE49-F238E27FC236}">
                <a16:creationId xmlns:a16="http://schemas.microsoft.com/office/drawing/2014/main" id="{C90C24EF-A9AF-4456-89A1-749796B2A5D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99005449"/>
              </p:ext>
            </p:extLst>
          </p:nvPr>
        </p:nvGraphicFramePr>
        <p:xfrm>
          <a:off x="4620260" y="2097405"/>
          <a:ext cx="3571875" cy="2762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crobat Document" r:id="rId3" imgW="3571539" imgH="2762199" progId="Acrobat.Document.DC">
                  <p:embed/>
                </p:oleObj>
              </mc:Choice>
              <mc:Fallback>
                <p:oleObj name="Acrobat Document" r:id="rId3" imgW="3571539" imgH="2762199" progId="Acrobat.Document.DC">
                  <p:embed/>
                  <p:pic>
                    <p:nvPicPr>
                      <p:cNvPr id="7" name="Predmet 6">
                        <a:extLst>
                          <a:ext uri="{FF2B5EF4-FFF2-40B4-BE49-F238E27FC236}">
                            <a16:creationId xmlns:a16="http://schemas.microsoft.com/office/drawing/2014/main" id="{C90C24EF-A9AF-4456-89A1-749796B2A5D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620260" y="2097405"/>
                        <a:ext cx="3571875" cy="27622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629890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ova tema">
  <a:themeElements>
    <a:clrScheme name="Pisarn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isarna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isarn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ova tema">
  <a:themeElements>
    <a:clrScheme name="Pisarn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isarna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isarn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881</TotalTime>
  <Words>1827</Words>
  <Application>Microsoft Office PowerPoint</Application>
  <PresentationFormat>Širokozaslonsko</PresentationFormat>
  <Paragraphs>130</Paragraphs>
  <Slides>17</Slides>
  <Notes>9</Notes>
  <HiddenSlides>0</HiddenSlides>
  <MMClips>0</MMClips>
  <ScaleCrop>false</ScaleCrop>
  <HeadingPairs>
    <vt:vector size="8" baseType="variant">
      <vt:variant>
        <vt:lpstr>Uporabljene pisave</vt:lpstr>
      </vt:variant>
      <vt:variant>
        <vt:i4>6</vt:i4>
      </vt:variant>
      <vt:variant>
        <vt:lpstr>Tema</vt:lpstr>
      </vt:variant>
      <vt:variant>
        <vt:i4>1</vt:i4>
      </vt:variant>
      <vt:variant>
        <vt:lpstr>Vdelani OLE strežniki</vt:lpstr>
      </vt:variant>
      <vt:variant>
        <vt:i4>1</vt:i4>
      </vt:variant>
      <vt:variant>
        <vt:lpstr>Naslovi diapozitivov</vt:lpstr>
      </vt:variant>
      <vt:variant>
        <vt:i4>17</vt:i4>
      </vt:variant>
    </vt:vector>
  </HeadingPairs>
  <TitlesOfParts>
    <vt:vector size="25" baseType="lpstr">
      <vt:lpstr>Arial</vt:lpstr>
      <vt:lpstr>Calibri</vt:lpstr>
      <vt:lpstr>Calibri Light</vt:lpstr>
      <vt:lpstr>CMR12</vt:lpstr>
      <vt:lpstr>CMR17</vt:lpstr>
      <vt:lpstr>Times New Roman</vt:lpstr>
      <vt:lpstr>Officeova tema</vt:lpstr>
      <vt:lpstr>Adobe Acrobat Document</vt:lpstr>
      <vt:lpstr>PowerPointova predstavitev</vt:lpstr>
      <vt:lpstr>Samorazvijajoči se (inteligentni) sistemi</vt:lpstr>
      <vt:lpstr>Samorazvijajoči se nevro-mehki sistemi</vt:lpstr>
      <vt:lpstr>Tok podatkov</vt:lpstr>
      <vt:lpstr>Rojenje in Granulacija</vt:lpstr>
      <vt:lpstr>Metode rojenja</vt:lpstr>
      <vt:lpstr>Transparentnost in interpretabilnost</vt:lpstr>
      <vt:lpstr>Dodajanje rojev</vt:lpstr>
      <vt:lpstr>Združevanje, razcep in odstranjevanje rojev</vt:lpstr>
      <vt:lpstr>Pogoji za združevanje rojev</vt:lpstr>
      <vt:lpstr>Združevnaje rojev</vt:lpstr>
      <vt:lpstr>Razcep rojev</vt:lpstr>
      <vt:lpstr>Odstranjevanje rojev</vt:lpstr>
      <vt:lpstr>Optimizacija posledičnega dela</vt:lpstr>
      <vt:lpstr>Ansambli samorazvijajoči se modelov</vt:lpstr>
      <vt:lpstr>Odprta vprašanja na področju samorazvijajočih se sistemov</vt:lpstr>
      <vt:lpstr>PowerPointova predstavitev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Samo razvijajoči se sistemi Seminarska naloga 1</dc:title>
  <dc:creator>Ožbot, Miha</dc:creator>
  <cp:lastModifiedBy>Ožbot, Miha</cp:lastModifiedBy>
  <cp:revision>1</cp:revision>
  <dcterms:created xsi:type="dcterms:W3CDTF">2022-03-16T16:17:31Z</dcterms:created>
  <dcterms:modified xsi:type="dcterms:W3CDTF">2022-04-12T14:38:20Z</dcterms:modified>
</cp:coreProperties>
</file>