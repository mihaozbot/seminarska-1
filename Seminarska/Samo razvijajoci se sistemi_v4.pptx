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omments/modernComment_10F_F96E047F.xml" ContentType="application/vnd.ms-powerpoint.comments+xml"/>
  <Override PartName="/ppt/notesSlides/notesSlide6.xml" ContentType="application/vnd.openxmlformats-officedocument.presentationml.notesSlide+xml"/>
  <Override PartName="/ppt/comments/modernComment_11E_C901B684.xml" ContentType="application/vnd.ms-powerpoint.comments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omments/modernComment_110_FAD9860D.xml" ContentType="application/vnd.ms-powerpoint.comments+xml"/>
  <Override PartName="/ppt/notesSlides/notesSlide9.xml" ContentType="application/vnd.openxmlformats-officedocument.presentationml.notesSlide+xml"/>
  <Override PartName="/ppt/comments/modernComment_111_C1265F66.xml" ContentType="application/vnd.ms-powerpoint.comments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omments/modernComment_115_69ED7051.xml" ContentType="application/vnd.ms-powerpoint.comments+xml"/>
  <Override PartName="/ppt/notesSlides/notesSlide13.xml" ContentType="application/vnd.openxmlformats-officedocument.presentationml.notesSlide+xml"/>
  <Override PartName="/ppt/comments/modernComment_117_A9D910F1.xml" ContentType="application/vnd.ms-powerpoint.comments+xml"/>
  <Override PartName="/ppt/notesSlides/notesSlide14.xml" ContentType="application/vnd.openxmlformats-officedocument.presentationml.notesSlide+xml"/>
  <Override PartName="/ppt/comments/modernComment_116_CE50F583.xml" ContentType="application/vnd.ms-powerpoint.comments+xml"/>
  <Override PartName="/ppt/notesSlides/notesSlide15.xml" ContentType="application/vnd.openxmlformats-officedocument.presentationml.notesSlide+xml"/>
  <Override PartName="/ppt/comments/modernComment_121_E14051A.xml" ContentType="application/vnd.ms-powerpoint.comments+xml"/>
  <Override PartName="/ppt/notesSlides/notesSlide16.xml" ContentType="application/vnd.openxmlformats-officedocument.presentationml.notesSlide+xml"/>
  <Override PartName="/ppt/comments/modernComment_118_9A12B3C3.xml" ContentType="application/vnd.ms-powerpoint.comments+xml"/>
  <Override PartName="/ppt/notesSlides/notesSlide17.xml" ContentType="application/vnd.openxmlformats-officedocument.presentationml.notesSlide+xml"/>
  <Override PartName="/ppt/comments/modernComment_119_E8B4A55E.xml" ContentType="application/vnd.ms-powerpoint.comments+xml"/>
  <Override PartName="/ppt/notesSlides/notesSlide18.xml" ContentType="application/vnd.openxmlformats-officedocument.presentationml.notesSlide+xml"/>
  <Override PartName="/ppt/comments/modernComment_11A_3451E80B.xml" ContentType="application/vnd.ms-powerpoint.comments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24"/>
  </p:notesMasterIdLst>
  <p:sldIdLst>
    <p:sldId id="267" r:id="rId2"/>
    <p:sldId id="268" r:id="rId3"/>
    <p:sldId id="285" r:id="rId4"/>
    <p:sldId id="269" r:id="rId5"/>
    <p:sldId id="271" r:id="rId6"/>
    <p:sldId id="286" r:id="rId7"/>
    <p:sldId id="276" r:id="rId8"/>
    <p:sldId id="272" r:id="rId9"/>
    <p:sldId id="273" r:id="rId10"/>
    <p:sldId id="274" r:id="rId11"/>
    <p:sldId id="275" r:id="rId12"/>
    <p:sldId id="277" r:id="rId13"/>
    <p:sldId id="279" r:id="rId14"/>
    <p:sldId id="278" r:id="rId15"/>
    <p:sldId id="289" r:id="rId16"/>
    <p:sldId id="280" r:id="rId17"/>
    <p:sldId id="281" r:id="rId18"/>
    <p:sldId id="282" r:id="rId19"/>
    <p:sldId id="283" r:id="rId20"/>
    <p:sldId id="287" r:id="rId21"/>
    <p:sldId id="284" r:id="rId22"/>
    <p:sldId id="288" r:id="rId23"/>
  </p:sldIdLst>
  <p:sldSz cx="12192000" cy="6858000"/>
  <p:notesSz cx="6858000" cy="9144000"/>
  <p:defaultTextStyle>
    <a:defPPr>
      <a:defRPr lang="sl-SI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4CAA44F-8C06-06A4-9B46-843E92AFBC2B}" name="OŽBOT, MIHA" initials="OM" userId="S::mo1170@student.uni-lj.si::36448ee4-d56c-450a-8c5f-e012d647b106" providerId="AD"/>
  <p188:author id="{C6F2067D-C351-4052-C3C5-B9A94ED1B56D}" name="Ožbot, Miha" initials="OM" userId="Ožbot, Miha" providerId="Non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27D865C-4B1F-4AEE-9BBD-C0A0A0777F1B}" v="42" dt="2022-04-13T20:43:50.979"/>
    <p1510:client id="{DE325AE3-D4EB-4B3A-973B-D751563C2A91}" v="45" dt="2022-04-14T09:29:30.72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065" autoAdjust="0"/>
    <p:restoredTop sz="95714" autoAdjust="0"/>
  </p:normalViewPr>
  <p:slideViewPr>
    <p:cSldViewPr snapToGrid="0">
      <p:cViewPr>
        <p:scale>
          <a:sx n="100" d="100"/>
          <a:sy n="100" d="100"/>
        </p:scale>
        <p:origin x="192" y="72"/>
      </p:cViewPr>
      <p:guideLst/>
    </p:cSldViewPr>
  </p:slideViewPr>
  <p:notesTextViewPr>
    <p:cViewPr>
      <p:scale>
        <a:sx n="200" d="100"/>
        <a:sy n="200" d="100"/>
      </p:scale>
      <p:origin x="0" y="0"/>
    </p:cViewPr>
  </p:notesTextViewPr>
  <p:sorterViewPr>
    <p:cViewPr>
      <p:scale>
        <a:sx n="100" d="100"/>
        <a:sy n="100" d="100"/>
      </p:scale>
      <p:origin x="0" y="-61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8/10/relationships/authors" Target="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Relationship Id="rId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žbot, Miha" userId="5fdfeab2-e3ac-40dc-9f9d-ac602c9b72a8" providerId="ADAL" clId="{AE99531F-D73C-4103-9623-9BB2A0EB9D18}"/>
    <pc:docChg chg="undo custSel addSld delSld modSld sldOrd">
      <pc:chgData name="Ožbot, Miha" userId="5fdfeab2-e3ac-40dc-9f9d-ac602c9b72a8" providerId="ADAL" clId="{AE99531F-D73C-4103-9623-9BB2A0EB9D18}" dt="2022-04-12T14:38:17.330" v="15679" actId="478"/>
      <pc:docMkLst>
        <pc:docMk/>
      </pc:docMkLst>
      <pc:sldChg chg="del">
        <pc:chgData name="Ožbot, Miha" userId="5fdfeab2-e3ac-40dc-9f9d-ac602c9b72a8" providerId="ADAL" clId="{AE99531F-D73C-4103-9623-9BB2A0EB9D18}" dt="2022-04-11T12:18:47.391" v="126" actId="47"/>
        <pc:sldMkLst>
          <pc:docMk/>
          <pc:sldMk cId="3043493099" sldId="256"/>
        </pc:sldMkLst>
      </pc:sldChg>
      <pc:sldChg chg="del">
        <pc:chgData name="Ožbot, Miha" userId="5fdfeab2-e3ac-40dc-9f9d-ac602c9b72a8" providerId="ADAL" clId="{AE99531F-D73C-4103-9623-9BB2A0EB9D18}" dt="2022-04-11T12:18:10.034" v="96" actId="47"/>
        <pc:sldMkLst>
          <pc:docMk/>
          <pc:sldMk cId="1257919980" sldId="257"/>
        </pc:sldMkLst>
      </pc:sldChg>
      <pc:sldChg chg="del">
        <pc:chgData name="Ožbot, Miha" userId="5fdfeab2-e3ac-40dc-9f9d-ac602c9b72a8" providerId="ADAL" clId="{AE99531F-D73C-4103-9623-9BB2A0EB9D18}" dt="2022-04-11T12:18:43.201" v="124" actId="47"/>
        <pc:sldMkLst>
          <pc:docMk/>
          <pc:sldMk cId="2052123652" sldId="258"/>
        </pc:sldMkLst>
      </pc:sldChg>
      <pc:sldChg chg="del">
        <pc:chgData name="Ožbot, Miha" userId="5fdfeab2-e3ac-40dc-9f9d-ac602c9b72a8" providerId="ADAL" clId="{AE99531F-D73C-4103-9623-9BB2A0EB9D18}" dt="2022-04-11T12:18:41.681" v="119" actId="47"/>
        <pc:sldMkLst>
          <pc:docMk/>
          <pc:sldMk cId="2128968485" sldId="260"/>
        </pc:sldMkLst>
      </pc:sldChg>
      <pc:sldChg chg="del">
        <pc:chgData name="Ožbot, Miha" userId="5fdfeab2-e3ac-40dc-9f9d-ac602c9b72a8" providerId="ADAL" clId="{AE99531F-D73C-4103-9623-9BB2A0EB9D18}" dt="2022-04-11T12:18:42.881" v="123" actId="47"/>
        <pc:sldMkLst>
          <pc:docMk/>
          <pc:sldMk cId="1218702890" sldId="261"/>
        </pc:sldMkLst>
      </pc:sldChg>
      <pc:sldChg chg="del">
        <pc:chgData name="Ožbot, Miha" userId="5fdfeab2-e3ac-40dc-9f9d-ac602c9b72a8" providerId="ADAL" clId="{AE99531F-D73C-4103-9623-9BB2A0EB9D18}" dt="2022-04-11T12:18:42.275" v="121" actId="47"/>
        <pc:sldMkLst>
          <pc:docMk/>
          <pc:sldMk cId="2306990913" sldId="262"/>
        </pc:sldMkLst>
      </pc:sldChg>
      <pc:sldChg chg="del">
        <pc:chgData name="Ožbot, Miha" userId="5fdfeab2-e3ac-40dc-9f9d-ac602c9b72a8" providerId="ADAL" clId="{AE99531F-D73C-4103-9623-9BB2A0EB9D18}" dt="2022-04-11T12:18:41.968" v="120" actId="47"/>
        <pc:sldMkLst>
          <pc:docMk/>
          <pc:sldMk cId="3658886467" sldId="263"/>
        </pc:sldMkLst>
      </pc:sldChg>
      <pc:sldChg chg="del">
        <pc:chgData name="Ožbot, Miha" userId="5fdfeab2-e3ac-40dc-9f9d-ac602c9b72a8" providerId="ADAL" clId="{AE99531F-D73C-4103-9623-9BB2A0EB9D18}" dt="2022-04-11T12:18:41.395" v="118" actId="47"/>
        <pc:sldMkLst>
          <pc:docMk/>
          <pc:sldMk cId="2194279594" sldId="264"/>
        </pc:sldMkLst>
      </pc:sldChg>
      <pc:sldChg chg="del">
        <pc:chgData name="Ožbot, Miha" userId="5fdfeab2-e3ac-40dc-9f9d-ac602c9b72a8" providerId="ADAL" clId="{AE99531F-D73C-4103-9623-9BB2A0EB9D18}" dt="2022-04-11T12:18:42.497" v="122" actId="47"/>
        <pc:sldMkLst>
          <pc:docMk/>
          <pc:sldMk cId="654290338" sldId="265"/>
        </pc:sldMkLst>
      </pc:sldChg>
      <pc:sldChg chg="del">
        <pc:chgData name="Ožbot, Miha" userId="5fdfeab2-e3ac-40dc-9f9d-ac602c9b72a8" providerId="ADAL" clId="{AE99531F-D73C-4103-9623-9BB2A0EB9D18}" dt="2022-04-11T12:12:50.287" v="10" actId="47"/>
        <pc:sldMkLst>
          <pc:docMk/>
          <pc:sldMk cId="1342890208" sldId="266"/>
        </pc:sldMkLst>
      </pc:sldChg>
      <pc:sldChg chg="addSp delSp modSp new mod">
        <pc:chgData name="Ožbot, Miha" userId="5fdfeab2-e3ac-40dc-9f9d-ac602c9b72a8" providerId="ADAL" clId="{AE99531F-D73C-4103-9623-9BB2A0EB9D18}" dt="2022-04-11T12:21:15.434" v="145" actId="1076"/>
        <pc:sldMkLst>
          <pc:docMk/>
          <pc:sldMk cId="64491679" sldId="267"/>
        </pc:sldMkLst>
        <pc:spChg chg="del">
          <ac:chgData name="Ožbot, Miha" userId="5fdfeab2-e3ac-40dc-9f9d-ac602c9b72a8" providerId="ADAL" clId="{AE99531F-D73C-4103-9623-9BB2A0EB9D18}" dt="2022-04-11T12:12:41.515" v="2" actId="478"/>
          <ac:spMkLst>
            <pc:docMk/>
            <pc:sldMk cId="64491679" sldId="267"/>
            <ac:spMk id="2" creationId="{5DB060A0-EA4A-46F6-9F59-D6CE6E51B172}"/>
          </ac:spMkLst>
        </pc:spChg>
        <pc:spChg chg="del">
          <ac:chgData name="Ožbot, Miha" userId="5fdfeab2-e3ac-40dc-9f9d-ac602c9b72a8" providerId="ADAL" clId="{AE99531F-D73C-4103-9623-9BB2A0EB9D18}" dt="2022-04-11T12:12:42.698" v="3" actId="478"/>
          <ac:spMkLst>
            <pc:docMk/>
            <pc:sldMk cId="64491679" sldId="267"/>
            <ac:spMk id="3" creationId="{86A925F4-ADC4-45D0-AA82-00D62B23D711}"/>
          </ac:spMkLst>
        </pc:spChg>
        <pc:spChg chg="add del mod">
          <ac:chgData name="Ožbot, Miha" userId="5fdfeab2-e3ac-40dc-9f9d-ac602c9b72a8" providerId="ADAL" clId="{AE99531F-D73C-4103-9623-9BB2A0EB9D18}" dt="2022-04-11T12:12:45.913" v="5" actId="478"/>
          <ac:spMkLst>
            <pc:docMk/>
            <pc:sldMk cId="64491679" sldId="267"/>
            <ac:spMk id="4" creationId="{04E6C53B-41BE-4C48-9BC5-53AC5066BB8E}"/>
          </ac:spMkLst>
        </pc:spChg>
        <pc:spChg chg="add mod">
          <ac:chgData name="Ožbot, Miha" userId="5fdfeab2-e3ac-40dc-9f9d-ac602c9b72a8" providerId="ADAL" clId="{AE99531F-D73C-4103-9623-9BB2A0EB9D18}" dt="2022-04-11T12:12:53.855" v="11" actId="20577"/>
          <ac:spMkLst>
            <pc:docMk/>
            <pc:sldMk cId="64491679" sldId="267"/>
            <ac:spMk id="5" creationId="{454E3BB4-99D4-4D73-914D-9E311F546EFE}"/>
          </ac:spMkLst>
        </pc:spChg>
        <pc:spChg chg="add mod">
          <ac:chgData name="Ožbot, Miha" userId="5fdfeab2-e3ac-40dc-9f9d-ac602c9b72a8" providerId="ADAL" clId="{AE99531F-D73C-4103-9623-9BB2A0EB9D18}" dt="2022-04-11T12:15:47.537" v="37" actId="1076"/>
          <ac:spMkLst>
            <pc:docMk/>
            <pc:sldMk cId="64491679" sldId="267"/>
            <ac:spMk id="6" creationId="{E82744B7-692C-4BF4-9CDE-E39040EB63DB}"/>
          </ac:spMkLst>
        </pc:spChg>
        <pc:spChg chg="add mod">
          <ac:chgData name="Ožbot, Miha" userId="5fdfeab2-e3ac-40dc-9f9d-ac602c9b72a8" providerId="ADAL" clId="{AE99531F-D73C-4103-9623-9BB2A0EB9D18}" dt="2022-04-11T12:15:48.874" v="38" actId="1076"/>
          <ac:spMkLst>
            <pc:docMk/>
            <pc:sldMk cId="64491679" sldId="267"/>
            <ac:spMk id="7" creationId="{C6D9A6BD-2F85-4AC9-8AA3-AFA6C58DCEBF}"/>
          </ac:spMkLst>
        </pc:spChg>
        <pc:spChg chg="add mod">
          <ac:chgData name="Ožbot, Miha" userId="5fdfeab2-e3ac-40dc-9f9d-ac602c9b72a8" providerId="ADAL" clId="{AE99531F-D73C-4103-9623-9BB2A0EB9D18}" dt="2022-04-11T12:15:50.754" v="39" actId="1076"/>
          <ac:spMkLst>
            <pc:docMk/>
            <pc:sldMk cId="64491679" sldId="267"/>
            <ac:spMk id="9" creationId="{6DA218C9-C330-4154-AE98-7F01B3DE7357}"/>
          </ac:spMkLst>
        </pc:spChg>
        <pc:spChg chg="add mod">
          <ac:chgData name="Ožbot, Miha" userId="5fdfeab2-e3ac-40dc-9f9d-ac602c9b72a8" providerId="ADAL" clId="{AE99531F-D73C-4103-9623-9BB2A0EB9D18}" dt="2022-04-11T12:17:54.458" v="94" actId="20577"/>
          <ac:spMkLst>
            <pc:docMk/>
            <pc:sldMk cId="64491679" sldId="267"/>
            <ac:spMk id="13" creationId="{D1708218-1CC5-4DF6-926B-EA887227088E}"/>
          </ac:spMkLst>
        </pc:spChg>
        <pc:picChg chg="add mod">
          <ac:chgData name="Ožbot, Miha" userId="5fdfeab2-e3ac-40dc-9f9d-ac602c9b72a8" providerId="ADAL" clId="{AE99531F-D73C-4103-9623-9BB2A0EB9D18}" dt="2022-04-11T12:20:42.466" v="136" actId="1076"/>
          <ac:picMkLst>
            <pc:docMk/>
            <pc:sldMk cId="64491679" sldId="267"/>
            <ac:picMk id="8" creationId="{A74E07DE-D6ED-4615-9AC8-958D66DC1066}"/>
          </ac:picMkLst>
        </pc:picChg>
        <pc:picChg chg="add del mod">
          <ac:chgData name="Ožbot, Miha" userId="5fdfeab2-e3ac-40dc-9f9d-ac602c9b72a8" providerId="ADAL" clId="{AE99531F-D73C-4103-9623-9BB2A0EB9D18}" dt="2022-04-11T12:20:35.167" v="134" actId="21"/>
          <ac:picMkLst>
            <pc:docMk/>
            <pc:sldMk cId="64491679" sldId="267"/>
            <ac:picMk id="11" creationId="{81252083-FE6D-43B6-BE37-A51DE426954B}"/>
          </ac:picMkLst>
        </pc:picChg>
        <pc:picChg chg="add mod">
          <ac:chgData name="Ožbot, Miha" userId="5fdfeab2-e3ac-40dc-9f9d-ac602c9b72a8" providerId="ADAL" clId="{AE99531F-D73C-4103-9623-9BB2A0EB9D18}" dt="2022-04-11T12:21:15.434" v="145" actId="1076"/>
          <ac:picMkLst>
            <pc:docMk/>
            <pc:sldMk cId="64491679" sldId="267"/>
            <ac:picMk id="15" creationId="{AC4A757F-79FE-4EAF-B0B9-7FF99122315D}"/>
          </ac:picMkLst>
        </pc:picChg>
      </pc:sldChg>
      <pc:sldChg chg="addSp delSp modSp new mod">
        <pc:chgData name="Ožbot, Miha" userId="5fdfeab2-e3ac-40dc-9f9d-ac602c9b72a8" providerId="ADAL" clId="{AE99531F-D73C-4103-9623-9BB2A0EB9D18}" dt="2022-04-11T15:02:44.935" v="3739" actId="27636"/>
        <pc:sldMkLst>
          <pc:docMk/>
          <pc:sldMk cId="3904398675" sldId="268"/>
        </pc:sldMkLst>
        <pc:spChg chg="mod">
          <ac:chgData name="Ožbot, Miha" userId="5fdfeab2-e3ac-40dc-9f9d-ac602c9b72a8" providerId="ADAL" clId="{AE99531F-D73C-4103-9623-9BB2A0EB9D18}" dt="2022-04-11T12:18:21.258" v="115" actId="20577"/>
          <ac:spMkLst>
            <pc:docMk/>
            <pc:sldMk cId="3904398675" sldId="268"/>
            <ac:spMk id="2" creationId="{8136DCA3-1C99-4E16-B8D6-3B1003181FA6}"/>
          </ac:spMkLst>
        </pc:spChg>
        <pc:spChg chg="mod">
          <ac:chgData name="Ožbot, Miha" userId="5fdfeab2-e3ac-40dc-9f9d-ac602c9b72a8" providerId="ADAL" clId="{AE99531F-D73C-4103-9623-9BB2A0EB9D18}" dt="2022-04-11T15:02:44.935" v="3739" actId="27636"/>
          <ac:spMkLst>
            <pc:docMk/>
            <pc:sldMk cId="3904398675" sldId="268"/>
            <ac:spMk id="3" creationId="{E0BEF5DF-8F40-4BAD-97E9-BA7D1BA9D39E}"/>
          </ac:spMkLst>
        </pc:spChg>
        <pc:picChg chg="add del mod">
          <ac:chgData name="Ožbot, Miha" userId="5fdfeab2-e3ac-40dc-9f9d-ac602c9b72a8" providerId="ADAL" clId="{AE99531F-D73C-4103-9623-9BB2A0EB9D18}" dt="2022-04-11T12:21:23.659" v="147" actId="478"/>
          <ac:picMkLst>
            <pc:docMk/>
            <pc:sldMk cId="3904398675" sldId="268"/>
            <ac:picMk id="4" creationId="{06340C11-340A-4A90-B514-1B2F5CEEE48B}"/>
          </ac:picMkLst>
        </pc:picChg>
        <pc:picChg chg="add mod">
          <ac:chgData name="Ožbot, Miha" userId="5fdfeab2-e3ac-40dc-9f9d-ac602c9b72a8" providerId="ADAL" clId="{AE99531F-D73C-4103-9623-9BB2A0EB9D18}" dt="2022-04-11T12:21:22.787" v="146"/>
          <ac:picMkLst>
            <pc:docMk/>
            <pc:sldMk cId="3904398675" sldId="268"/>
            <ac:picMk id="5" creationId="{38EB6AD1-FCB2-43A6-AD58-F89A152F9079}"/>
          </ac:picMkLst>
        </pc:picChg>
      </pc:sldChg>
      <pc:sldChg chg="addSp delSp modSp new mod modNotesTx">
        <pc:chgData name="Ožbot, Miha" userId="5fdfeab2-e3ac-40dc-9f9d-ac602c9b72a8" providerId="ADAL" clId="{AE99531F-D73C-4103-9623-9BB2A0EB9D18}" dt="2022-04-12T14:07:27.335" v="14003" actId="27636"/>
        <pc:sldMkLst>
          <pc:docMk/>
          <pc:sldMk cId="2374509314" sldId="269"/>
        </pc:sldMkLst>
        <pc:spChg chg="mod">
          <ac:chgData name="Ožbot, Miha" userId="5fdfeab2-e3ac-40dc-9f9d-ac602c9b72a8" providerId="ADAL" clId="{AE99531F-D73C-4103-9623-9BB2A0EB9D18}" dt="2022-04-11T12:37:56.418" v="1196" actId="21"/>
          <ac:spMkLst>
            <pc:docMk/>
            <pc:sldMk cId="2374509314" sldId="269"/>
            <ac:spMk id="2" creationId="{9217D8F9-7FCF-404B-BCF5-61A08D8AAA49}"/>
          </ac:spMkLst>
        </pc:spChg>
        <pc:spChg chg="add del mod">
          <ac:chgData name="Ožbot, Miha" userId="5fdfeab2-e3ac-40dc-9f9d-ac602c9b72a8" providerId="ADAL" clId="{AE99531F-D73C-4103-9623-9BB2A0EB9D18}" dt="2022-04-12T14:07:27.335" v="14003" actId="27636"/>
          <ac:spMkLst>
            <pc:docMk/>
            <pc:sldMk cId="2374509314" sldId="269"/>
            <ac:spMk id="3" creationId="{E5C10B8F-0F49-47BB-9E2B-012BBFAC83C1}"/>
          </ac:spMkLst>
        </pc:spChg>
        <pc:picChg chg="add del mod">
          <ac:chgData name="Ožbot, Miha" userId="5fdfeab2-e3ac-40dc-9f9d-ac602c9b72a8" providerId="ADAL" clId="{AE99531F-D73C-4103-9623-9BB2A0EB9D18}" dt="2022-04-11T12:21:04.189" v="143"/>
          <ac:picMkLst>
            <pc:docMk/>
            <pc:sldMk cId="2374509314" sldId="269"/>
            <ac:picMk id="4" creationId="{8B4C682C-B54C-49C9-B840-37A2EF1E9A94}"/>
          </ac:picMkLst>
        </pc:picChg>
        <pc:picChg chg="add mod">
          <ac:chgData name="Ožbot, Miha" userId="5fdfeab2-e3ac-40dc-9f9d-ac602c9b72a8" providerId="ADAL" clId="{AE99531F-D73C-4103-9623-9BB2A0EB9D18}" dt="2022-04-11T12:21:27.421" v="148"/>
          <ac:picMkLst>
            <pc:docMk/>
            <pc:sldMk cId="2374509314" sldId="269"/>
            <ac:picMk id="5" creationId="{08FDF37F-0021-4CC2-AEFF-B61E5E42F869}"/>
          </ac:picMkLst>
        </pc:picChg>
      </pc:sldChg>
      <pc:sldChg chg="new del">
        <pc:chgData name="Ožbot, Miha" userId="5fdfeab2-e3ac-40dc-9f9d-ac602c9b72a8" providerId="ADAL" clId="{AE99531F-D73C-4103-9623-9BB2A0EB9D18}" dt="2022-04-11T12:18:40.931" v="117" actId="47"/>
        <pc:sldMkLst>
          <pc:docMk/>
          <pc:sldMk cId="4097501460" sldId="269"/>
        </pc:sldMkLst>
      </pc:sldChg>
      <pc:sldChg chg="addSp delSp modSp new del mod">
        <pc:chgData name="Ožbot, Miha" userId="5fdfeab2-e3ac-40dc-9f9d-ac602c9b72a8" providerId="ADAL" clId="{AE99531F-D73C-4103-9623-9BB2A0EB9D18}" dt="2022-04-12T13:53:58.853" v="13817" actId="47"/>
        <pc:sldMkLst>
          <pc:docMk/>
          <pc:sldMk cId="386065714" sldId="270"/>
        </pc:sldMkLst>
        <pc:spChg chg="mod">
          <ac:chgData name="Ožbot, Miha" userId="5fdfeab2-e3ac-40dc-9f9d-ac602c9b72a8" providerId="ADAL" clId="{AE99531F-D73C-4103-9623-9BB2A0EB9D18}" dt="2022-04-12T13:53:11.562" v="13783" actId="21"/>
          <ac:spMkLst>
            <pc:docMk/>
            <pc:sldMk cId="386065714" sldId="270"/>
            <ac:spMk id="3" creationId="{7389EECA-5815-48D2-921D-56090B8A3BCC}"/>
          </ac:spMkLst>
        </pc:spChg>
        <pc:spChg chg="add del">
          <ac:chgData name="Ožbot, Miha" userId="5fdfeab2-e3ac-40dc-9f9d-ac602c9b72a8" providerId="ADAL" clId="{AE99531F-D73C-4103-9623-9BB2A0EB9D18}" dt="2022-04-12T06:30:28.666" v="4278" actId="478"/>
          <ac:spMkLst>
            <pc:docMk/>
            <pc:sldMk cId="386065714" sldId="270"/>
            <ac:spMk id="4" creationId="{D41D86BC-E8FE-452E-8F5E-BEB0F17BAB97}"/>
          </ac:spMkLst>
        </pc:spChg>
        <pc:picChg chg="add mod">
          <ac:chgData name="Ožbot, Miha" userId="5fdfeab2-e3ac-40dc-9f9d-ac602c9b72a8" providerId="ADAL" clId="{AE99531F-D73C-4103-9623-9BB2A0EB9D18}" dt="2022-04-12T08:23:29.794" v="4508"/>
          <ac:picMkLst>
            <pc:docMk/>
            <pc:sldMk cId="386065714" sldId="270"/>
            <ac:picMk id="5" creationId="{D42873DE-740E-4EC2-B105-303491C6DD7D}"/>
          </ac:picMkLst>
        </pc:picChg>
      </pc:sldChg>
      <pc:sldChg chg="addSp delSp modSp mod">
        <pc:chgData name="Ožbot, Miha" userId="5fdfeab2-e3ac-40dc-9f9d-ac602c9b72a8" providerId="ADAL" clId="{AE99531F-D73C-4103-9623-9BB2A0EB9D18}" dt="2022-04-12T14:38:17.330" v="15679" actId="478"/>
        <pc:sldMkLst>
          <pc:docMk/>
          <pc:sldMk cId="4184736895" sldId="271"/>
        </pc:sldMkLst>
        <pc:spChg chg="mod">
          <ac:chgData name="Ožbot, Miha" userId="5fdfeab2-e3ac-40dc-9f9d-ac602c9b72a8" providerId="ADAL" clId="{AE99531F-D73C-4103-9623-9BB2A0EB9D18}" dt="2022-04-12T13:53:54.999" v="13816" actId="20577"/>
          <ac:spMkLst>
            <pc:docMk/>
            <pc:sldMk cId="4184736895" sldId="271"/>
            <ac:spMk id="3" creationId="{5C52BD9D-B5F3-48BF-8D2A-ED3911753E0F}"/>
          </ac:spMkLst>
        </pc:spChg>
        <pc:spChg chg="add del">
          <ac:chgData name="Ožbot, Miha" userId="5fdfeab2-e3ac-40dc-9f9d-ac602c9b72a8" providerId="ADAL" clId="{AE99531F-D73C-4103-9623-9BB2A0EB9D18}" dt="2022-04-12T09:55:57" v="5906" actId="478"/>
          <ac:spMkLst>
            <pc:docMk/>
            <pc:sldMk cId="4184736895" sldId="271"/>
            <ac:spMk id="4" creationId="{6D0A2A85-DDA9-4C70-AF8B-CEE69AA64A1D}"/>
          </ac:spMkLst>
        </pc:spChg>
        <pc:picChg chg="add del">
          <ac:chgData name="Ožbot, Miha" userId="5fdfeab2-e3ac-40dc-9f9d-ac602c9b72a8" providerId="ADAL" clId="{AE99531F-D73C-4103-9623-9BB2A0EB9D18}" dt="2022-04-12T14:38:17.330" v="15679" actId="478"/>
          <ac:picMkLst>
            <pc:docMk/>
            <pc:sldMk cId="4184736895" sldId="271"/>
            <ac:picMk id="6" creationId="{044E37DC-952F-47C6-9513-12B4C27CCDDE}"/>
          </ac:picMkLst>
        </pc:picChg>
      </pc:sldChg>
      <pc:sldChg chg="addSp delSp modSp mod">
        <pc:chgData name="Ožbot, Miha" userId="5fdfeab2-e3ac-40dc-9f9d-ac602c9b72a8" providerId="ADAL" clId="{AE99531F-D73C-4103-9623-9BB2A0EB9D18}" dt="2022-04-12T10:58:35.672" v="8592"/>
        <pc:sldMkLst>
          <pc:docMk/>
          <pc:sldMk cId="4208559629" sldId="272"/>
        </pc:sldMkLst>
        <pc:spChg chg="add del mod">
          <ac:chgData name="Ožbot, Miha" userId="5fdfeab2-e3ac-40dc-9f9d-ac602c9b72a8" providerId="ADAL" clId="{AE99531F-D73C-4103-9623-9BB2A0EB9D18}" dt="2022-04-12T10:35:33.397" v="7077" actId="20577"/>
          <ac:spMkLst>
            <pc:docMk/>
            <pc:sldMk cId="4208559629" sldId="272"/>
            <ac:spMk id="3" creationId="{1531599C-9051-4E2D-A5D8-F217221C0753}"/>
          </ac:spMkLst>
        </pc:spChg>
        <pc:spChg chg="add del mod">
          <ac:chgData name="Ožbot, Miha" userId="5fdfeab2-e3ac-40dc-9f9d-ac602c9b72a8" providerId="ADAL" clId="{AE99531F-D73C-4103-9623-9BB2A0EB9D18}" dt="2022-04-12T10:27:41.640" v="6493" actId="478"/>
          <ac:spMkLst>
            <pc:docMk/>
            <pc:sldMk cId="4208559629" sldId="272"/>
            <ac:spMk id="5" creationId="{BC0CED76-0B3B-46F2-A279-A19CBC692497}"/>
          </ac:spMkLst>
        </pc:spChg>
        <pc:picChg chg="add mod">
          <ac:chgData name="Ožbot, Miha" userId="5fdfeab2-e3ac-40dc-9f9d-ac602c9b72a8" providerId="ADAL" clId="{AE99531F-D73C-4103-9623-9BB2A0EB9D18}" dt="2022-04-12T10:58:35.672" v="8592"/>
          <ac:picMkLst>
            <pc:docMk/>
            <pc:sldMk cId="4208559629" sldId="272"/>
            <ac:picMk id="6" creationId="{3DED62EC-E77A-468D-B37A-2F368BA5C786}"/>
          </ac:picMkLst>
        </pc:picChg>
      </pc:sldChg>
      <pc:sldChg chg="addSp modSp new mod modNotesTx">
        <pc:chgData name="Ožbot, Miha" userId="5fdfeab2-e3ac-40dc-9f9d-ac602c9b72a8" providerId="ADAL" clId="{AE99531F-D73C-4103-9623-9BB2A0EB9D18}" dt="2022-04-12T13:52:54.968" v="13780" actId="20577"/>
        <pc:sldMkLst>
          <pc:docMk/>
          <pc:sldMk cId="3240517478" sldId="273"/>
        </pc:sldMkLst>
        <pc:spChg chg="mod">
          <ac:chgData name="Ožbot, Miha" userId="5fdfeab2-e3ac-40dc-9f9d-ac602c9b72a8" providerId="ADAL" clId="{AE99531F-D73C-4103-9623-9BB2A0EB9D18}" dt="2022-04-12T10:25:55.773" v="6471" actId="20577"/>
          <ac:spMkLst>
            <pc:docMk/>
            <pc:sldMk cId="3240517478" sldId="273"/>
            <ac:spMk id="2" creationId="{57EC456E-D405-4E59-BBB5-E6494BC69DF5}"/>
          </ac:spMkLst>
        </pc:spChg>
        <pc:spChg chg="mod">
          <ac:chgData name="Ožbot, Miha" userId="5fdfeab2-e3ac-40dc-9f9d-ac602c9b72a8" providerId="ADAL" clId="{AE99531F-D73C-4103-9623-9BB2A0EB9D18}" dt="2022-04-12T13:52:54.968" v="13780" actId="20577"/>
          <ac:spMkLst>
            <pc:docMk/>
            <pc:sldMk cId="3240517478" sldId="273"/>
            <ac:spMk id="3" creationId="{0C8395A6-C043-47BC-A1BA-EF142E98D3BB}"/>
          </ac:spMkLst>
        </pc:spChg>
        <pc:picChg chg="add mod">
          <ac:chgData name="Ožbot, Miha" userId="5fdfeab2-e3ac-40dc-9f9d-ac602c9b72a8" providerId="ADAL" clId="{AE99531F-D73C-4103-9623-9BB2A0EB9D18}" dt="2022-04-12T10:27:13.278" v="6486" actId="1076"/>
          <ac:picMkLst>
            <pc:docMk/>
            <pc:sldMk cId="3240517478" sldId="273"/>
            <ac:picMk id="4" creationId="{3F3AFED0-7D85-4DB1-B837-435F27380387}"/>
          </ac:picMkLst>
        </pc:picChg>
        <pc:picChg chg="add mod">
          <ac:chgData name="Ožbot, Miha" userId="5fdfeab2-e3ac-40dc-9f9d-ac602c9b72a8" providerId="ADAL" clId="{AE99531F-D73C-4103-9623-9BB2A0EB9D18}" dt="2022-04-12T10:36:12.357" v="7079" actId="1076"/>
          <ac:picMkLst>
            <pc:docMk/>
            <pc:sldMk cId="3240517478" sldId="273"/>
            <ac:picMk id="5" creationId="{1D4D3090-ED42-4EC5-AC6F-CCF606B54EEB}"/>
          </ac:picMkLst>
        </pc:picChg>
        <pc:picChg chg="add mod">
          <ac:chgData name="Ožbot, Miha" userId="5fdfeab2-e3ac-40dc-9f9d-ac602c9b72a8" providerId="ADAL" clId="{AE99531F-D73C-4103-9623-9BB2A0EB9D18}" dt="2022-04-12T10:36:09.597" v="7078" actId="1076"/>
          <ac:picMkLst>
            <pc:docMk/>
            <pc:sldMk cId="3240517478" sldId="273"/>
            <ac:picMk id="6" creationId="{4F997FC4-9C57-4852-A953-44E701F3313F}"/>
          </ac:picMkLst>
        </pc:picChg>
        <pc:picChg chg="add mod">
          <ac:chgData name="Ožbot, Miha" userId="5fdfeab2-e3ac-40dc-9f9d-ac602c9b72a8" providerId="ADAL" clId="{AE99531F-D73C-4103-9623-9BB2A0EB9D18}" dt="2022-04-12T10:58:37.767" v="8593"/>
          <ac:picMkLst>
            <pc:docMk/>
            <pc:sldMk cId="3240517478" sldId="273"/>
            <ac:picMk id="7" creationId="{49B23FB3-161C-4BD6-AD9B-09220DB3C249}"/>
          </ac:picMkLst>
        </pc:picChg>
      </pc:sldChg>
      <pc:sldChg chg="addSp delSp modSp new mod ord">
        <pc:chgData name="Ožbot, Miha" userId="5fdfeab2-e3ac-40dc-9f9d-ac602c9b72a8" providerId="ADAL" clId="{AE99531F-D73C-4103-9623-9BB2A0EB9D18}" dt="2022-04-12T13:52:37.387" v="13776" actId="21"/>
        <pc:sldMkLst>
          <pc:docMk/>
          <pc:sldMk cId="888014937" sldId="274"/>
        </pc:sldMkLst>
        <pc:spChg chg="mod">
          <ac:chgData name="Ožbot, Miha" userId="5fdfeab2-e3ac-40dc-9f9d-ac602c9b72a8" providerId="ADAL" clId="{AE99531F-D73C-4103-9623-9BB2A0EB9D18}" dt="2022-04-12T10:36:25.749" v="7098" actId="20577"/>
          <ac:spMkLst>
            <pc:docMk/>
            <pc:sldMk cId="888014937" sldId="274"/>
            <ac:spMk id="2" creationId="{FB044FD0-1EE5-42EF-861C-E6A70CA8DEBE}"/>
          </ac:spMkLst>
        </pc:spChg>
        <pc:spChg chg="mod">
          <ac:chgData name="Ožbot, Miha" userId="5fdfeab2-e3ac-40dc-9f9d-ac602c9b72a8" providerId="ADAL" clId="{AE99531F-D73C-4103-9623-9BB2A0EB9D18}" dt="2022-04-12T13:52:37.387" v="13776" actId="21"/>
          <ac:spMkLst>
            <pc:docMk/>
            <pc:sldMk cId="888014937" sldId="274"/>
            <ac:spMk id="3" creationId="{FDC65FC8-07E2-4ADE-BD82-136E54F8BF01}"/>
          </ac:spMkLst>
        </pc:spChg>
        <pc:spChg chg="add del">
          <ac:chgData name="Ožbot, Miha" userId="5fdfeab2-e3ac-40dc-9f9d-ac602c9b72a8" providerId="ADAL" clId="{AE99531F-D73C-4103-9623-9BB2A0EB9D18}" dt="2022-04-12T10:46:18.232" v="7744"/>
          <ac:spMkLst>
            <pc:docMk/>
            <pc:sldMk cId="888014937" sldId="274"/>
            <ac:spMk id="4" creationId="{02AE4DCD-EA0F-4C13-AF1F-DB0B7FEF7F6C}"/>
          </ac:spMkLst>
        </pc:spChg>
        <pc:picChg chg="add mod">
          <ac:chgData name="Ožbot, Miha" userId="5fdfeab2-e3ac-40dc-9f9d-ac602c9b72a8" providerId="ADAL" clId="{AE99531F-D73C-4103-9623-9BB2A0EB9D18}" dt="2022-04-12T10:58:56.792" v="8595"/>
          <ac:picMkLst>
            <pc:docMk/>
            <pc:sldMk cId="888014937" sldId="274"/>
            <ac:picMk id="5" creationId="{065E7503-2AA0-4D7F-93AE-7C63C0457B05}"/>
          </ac:picMkLst>
        </pc:picChg>
      </pc:sldChg>
      <pc:sldChg chg="addSp modSp new mod modNotesTx">
        <pc:chgData name="Ožbot, Miha" userId="5fdfeab2-e3ac-40dc-9f9d-ac602c9b72a8" providerId="ADAL" clId="{AE99531F-D73C-4103-9623-9BB2A0EB9D18}" dt="2022-04-12T13:52:42.939" v="13778"/>
        <pc:sldMkLst>
          <pc:docMk/>
          <pc:sldMk cId="605482339" sldId="275"/>
        </pc:sldMkLst>
        <pc:spChg chg="mod">
          <ac:chgData name="Ožbot, Miha" userId="5fdfeab2-e3ac-40dc-9f9d-ac602c9b72a8" providerId="ADAL" clId="{AE99531F-D73C-4103-9623-9BB2A0EB9D18}" dt="2022-04-12T12:55:19.035" v="11918" actId="20577"/>
          <ac:spMkLst>
            <pc:docMk/>
            <pc:sldMk cId="605482339" sldId="275"/>
            <ac:spMk id="2" creationId="{4CF62523-0C75-4FB1-8825-13E7EE36684A}"/>
          </ac:spMkLst>
        </pc:spChg>
        <pc:spChg chg="mod">
          <ac:chgData name="Ožbot, Miha" userId="5fdfeab2-e3ac-40dc-9f9d-ac602c9b72a8" providerId="ADAL" clId="{AE99531F-D73C-4103-9623-9BB2A0EB9D18}" dt="2022-04-12T13:52:42.939" v="13778"/>
          <ac:spMkLst>
            <pc:docMk/>
            <pc:sldMk cId="605482339" sldId="275"/>
            <ac:spMk id="3" creationId="{2EBF0C0C-9362-444A-A2F4-408EE67818B7}"/>
          </ac:spMkLst>
        </pc:spChg>
        <pc:picChg chg="add mod">
          <ac:chgData name="Ožbot, Miha" userId="5fdfeab2-e3ac-40dc-9f9d-ac602c9b72a8" providerId="ADAL" clId="{AE99531F-D73C-4103-9623-9BB2A0EB9D18}" dt="2022-04-12T10:58:59.065" v="8596"/>
          <ac:picMkLst>
            <pc:docMk/>
            <pc:sldMk cId="605482339" sldId="275"/>
            <ac:picMk id="4" creationId="{A036C96C-10F7-41BB-B7D6-F69A405F64CB}"/>
          </ac:picMkLst>
        </pc:picChg>
      </pc:sldChg>
      <pc:sldChg chg="addSp delSp modSp new mod modNotesTx">
        <pc:chgData name="Ožbot, Miha" userId="5fdfeab2-e3ac-40dc-9f9d-ac602c9b72a8" providerId="ADAL" clId="{AE99531F-D73C-4103-9623-9BB2A0EB9D18}" dt="2022-04-12T14:04:01.734" v="13987" actId="20577"/>
        <pc:sldMkLst>
          <pc:docMk/>
          <pc:sldMk cId="1974032223" sldId="276"/>
        </pc:sldMkLst>
        <pc:spChg chg="mod">
          <ac:chgData name="Ožbot, Miha" userId="5fdfeab2-e3ac-40dc-9f9d-ac602c9b72a8" providerId="ADAL" clId="{AE99531F-D73C-4103-9623-9BB2A0EB9D18}" dt="2022-04-12T10:47:39.892" v="7905" actId="20577"/>
          <ac:spMkLst>
            <pc:docMk/>
            <pc:sldMk cId="1974032223" sldId="276"/>
            <ac:spMk id="2" creationId="{DDEFDC10-7C15-4C14-A50B-D3AC13E6CE14}"/>
          </ac:spMkLst>
        </pc:spChg>
        <pc:spChg chg="add del mod">
          <ac:chgData name="Ožbot, Miha" userId="5fdfeab2-e3ac-40dc-9f9d-ac602c9b72a8" providerId="ADAL" clId="{AE99531F-D73C-4103-9623-9BB2A0EB9D18}" dt="2022-04-12T14:04:01.734" v="13987" actId="20577"/>
          <ac:spMkLst>
            <pc:docMk/>
            <pc:sldMk cId="1974032223" sldId="276"/>
            <ac:spMk id="3" creationId="{03DBCEB0-1B80-4DF7-B8D5-E463545749EC}"/>
          </ac:spMkLst>
        </pc:spChg>
        <pc:spChg chg="add del mod">
          <ac:chgData name="Ožbot, Miha" userId="5fdfeab2-e3ac-40dc-9f9d-ac602c9b72a8" providerId="ADAL" clId="{AE99531F-D73C-4103-9623-9BB2A0EB9D18}" dt="2022-04-12T10:48:08.295" v="7909"/>
          <ac:spMkLst>
            <pc:docMk/>
            <pc:sldMk cId="1974032223" sldId="276"/>
            <ac:spMk id="4" creationId="{2EA42C01-9498-4104-9072-3BED6526C38A}"/>
          </ac:spMkLst>
        </pc:spChg>
        <pc:spChg chg="add del mod">
          <ac:chgData name="Ožbot, Miha" userId="5fdfeab2-e3ac-40dc-9f9d-ac602c9b72a8" providerId="ADAL" clId="{AE99531F-D73C-4103-9623-9BB2A0EB9D18}" dt="2022-04-12T10:48:13.671" v="7911"/>
          <ac:spMkLst>
            <pc:docMk/>
            <pc:sldMk cId="1974032223" sldId="276"/>
            <ac:spMk id="5" creationId="{C965F877-2311-430B-AD19-1AC22BB66F1C}"/>
          </ac:spMkLst>
        </pc:spChg>
        <pc:spChg chg="add del">
          <ac:chgData name="Ožbot, Miha" userId="5fdfeab2-e3ac-40dc-9f9d-ac602c9b72a8" providerId="ADAL" clId="{AE99531F-D73C-4103-9623-9BB2A0EB9D18}" dt="2022-04-12T10:52:38.052" v="8298" actId="478"/>
          <ac:spMkLst>
            <pc:docMk/>
            <pc:sldMk cId="1974032223" sldId="276"/>
            <ac:spMk id="6" creationId="{03B77AB1-8F5C-4139-AF82-DE5D5716FCFD}"/>
          </ac:spMkLst>
        </pc:spChg>
        <pc:spChg chg="add del">
          <ac:chgData name="Ožbot, Miha" userId="5fdfeab2-e3ac-40dc-9f9d-ac602c9b72a8" providerId="ADAL" clId="{AE99531F-D73C-4103-9623-9BB2A0EB9D18}" dt="2022-04-12T10:52:51.060" v="8303" actId="478"/>
          <ac:spMkLst>
            <pc:docMk/>
            <pc:sldMk cId="1974032223" sldId="276"/>
            <ac:spMk id="7" creationId="{E9FC9278-F880-4CF0-9291-D6E7C3A10313}"/>
          </ac:spMkLst>
        </pc:spChg>
        <pc:picChg chg="add mod">
          <ac:chgData name="Ožbot, Miha" userId="5fdfeab2-e3ac-40dc-9f9d-ac602c9b72a8" providerId="ADAL" clId="{AE99531F-D73C-4103-9623-9BB2A0EB9D18}" dt="2022-04-12T10:58:40.952" v="8594"/>
          <ac:picMkLst>
            <pc:docMk/>
            <pc:sldMk cId="1974032223" sldId="276"/>
            <ac:picMk id="8" creationId="{3087ADEC-0877-4E2C-892B-C7B672B98F29}"/>
          </ac:picMkLst>
        </pc:picChg>
      </pc:sldChg>
      <pc:sldChg chg="addSp delSp modSp new mod">
        <pc:chgData name="Ožbot, Miha" userId="5fdfeab2-e3ac-40dc-9f9d-ac602c9b72a8" providerId="ADAL" clId="{AE99531F-D73C-4103-9623-9BB2A0EB9D18}" dt="2022-04-12T12:08:44.097" v="10186"/>
        <pc:sldMkLst>
          <pc:docMk/>
          <pc:sldMk cId="1777168465" sldId="277"/>
        </pc:sldMkLst>
        <pc:spChg chg="mod">
          <ac:chgData name="Ožbot, Miha" userId="5fdfeab2-e3ac-40dc-9f9d-ac602c9b72a8" providerId="ADAL" clId="{AE99531F-D73C-4103-9623-9BB2A0EB9D18}" dt="2022-04-12T11:10:08.899" v="9215" actId="20577"/>
          <ac:spMkLst>
            <pc:docMk/>
            <pc:sldMk cId="1777168465" sldId="277"/>
            <ac:spMk id="2" creationId="{29C4D673-7BFA-4229-B881-FE238058D6F7}"/>
          </ac:spMkLst>
        </pc:spChg>
        <pc:spChg chg="add del mod">
          <ac:chgData name="Ožbot, Miha" userId="5fdfeab2-e3ac-40dc-9f9d-ac602c9b72a8" providerId="ADAL" clId="{AE99531F-D73C-4103-9623-9BB2A0EB9D18}" dt="2022-04-12T12:08:16.222" v="10184" actId="20577"/>
          <ac:spMkLst>
            <pc:docMk/>
            <pc:sldMk cId="1777168465" sldId="277"/>
            <ac:spMk id="3" creationId="{354E9BDB-FFAF-4691-A07B-B175C22DE297}"/>
          </ac:spMkLst>
        </pc:spChg>
        <pc:spChg chg="add del">
          <ac:chgData name="Ožbot, Miha" userId="5fdfeab2-e3ac-40dc-9f9d-ac602c9b72a8" providerId="ADAL" clId="{AE99531F-D73C-4103-9623-9BB2A0EB9D18}" dt="2022-04-12T11:11:50.530" v="9267" actId="478"/>
          <ac:spMkLst>
            <pc:docMk/>
            <pc:sldMk cId="1777168465" sldId="277"/>
            <ac:spMk id="4" creationId="{21034DEB-C3FD-48AA-9496-5907DBEA53CB}"/>
          </ac:spMkLst>
        </pc:spChg>
        <pc:spChg chg="add del mod">
          <ac:chgData name="Ožbot, Miha" userId="5fdfeab2-e3ac-40dc-9f9d-ac602c9b72a8" providerId="ADAL" clId="{AE99531F-D73C-4103-9623-9BB2A0EB9D18}" dt="2022-04-12T11:11:48.533" v="9266" actId="478"/>
          <ac:spMkLst>
            <pc:docMk/>
            <pc:sldMk cId="1777168465" sldId="277"/>
            <ac:spMk id="5" creationId="{9BC61C9D-0844-4A6F-9C51-537727FC5667}"/>
          </ac:spMkLst>
        </pc:spChg>
        <pc:picChg chg="add mod">
          <ac:chgData name="Ožbot, Miha" userId="5fdfeab2-e3ac-40dc-9f9d-ac602c9b72a8" providerId="ADAL" clId="{AE99531F-D73C-4103-9623-9BB2A0EB9D18}" dt="2022-04-12T11:23:03.354" v="9591" actId="1076"/>
          <ac:picMkLst>
            <pc:docMk/>
            <pc:sldMk cId="1777168465" sldId="277"/>
            <ac:picMk id="6" creationId="{E9FA8733-898D-4316-BA85-8FDE057BA093}"/>
          </ac:picMkLst>
        </pc:picChg>
        <pc:picChg chg="add del mod">
          <ac:chgData name="Ožbot, Miha" userId="5fdfeab2-e3ac-40dc-9f9d-ac602c9b72a8" providerId="ADAL" clId="{AE99531F-D73C-4103-9623-9BB2A0EB9D18}" dt="2022-04-12T11:22:02.097" v="9585" actId="478"/>
          <ac:picMkLst>
            <pc:docMk/>
            <pc:sldMk cId="1777168465" sldId="277"/>
            <ac:picMk id="7" creationId="{3030CBE3-C0D0-4A02-9277-D11465858C7A}"/>
          </ac:picMkLst>
        </pc:picChg>
        <pc:picChg chg="add mod">
          <ac:chgData name="Ožbot, Miha" userId="5fdfeab2-e3ac-40dc-9f9d-ac602c9b72a8" providerId="ADAL" clId="{AE99531F-D73C-4103-9623-9BB2A0EB9D18}" dt="2022-04-12T11:15:24.401" v="9490" actId="1076"/>
          <ac:picMkLst>
            <pc:docMk/>
            <pc:sldMk cId="1777168465" sldId="277"/>
            <ac:picMk id="8" creationId="{A291E1AF-4115-4282-B2FE-8F606C019ADE}"/>
          </ac:picMkLst>
        </pc:picChg>
        <pc:picChg chg="add mod">
          <ac:chgData name="Ožbot, Miha" userId="5fdfeab2-e3ac-40dc-9f9d-ac602c9b72a8" providerId="ADAL" clId="{AE99531F-D73C-4103-9623-9BB2A0EB9D18}" dt="2022-04-12T11:20:55.738" v="9581" actId="1076"/>
          <ac:picMkLst>
            <pc:docMk/>
            <pc:sldMk cId="1777168465" sldId="277"/>
            <ac:picMk id="9" creationId="{08397847-3EC8-41A8-845B-2FBD81FACC24}"/>
          </ac:picMkLst>
        </pc:picChg>
        <pc:picChg chg="add del mod">
          <ac:chgData name="Ožbot, Miha" userId="5fdfeab2-e3ac-40dc-9f9d-ac602c9b72a8" providerId="ADAL" clId="{AE99531F-D73C-4103-9623-9BB2A0EB9D18}" dt="2022-04-12T11:15:33.106" v="9493" actId="478"/>
          <ac:picMkLst>
            <pc:docMk/>
            <pc:sldMk cId="1777168465" sldId="277"/>
            <ac:picMk id="10" creationId="{56421948-B7A2-4BB1-A930-13ADEEFE3E08}"/>
          </ac:picMkLst>
        </pc:picChg>
        <pc:picChg chg="add mod">
          <ac:chgData name="Ožbot, Miha" userId="5fdfeab2-e3ac-40dc-9f9d-ac602c9b72a8" providerId="ADAL" clId="{AE99531F-D73C-4103-9623-9BB2A0EB9D18}" dt="2022-04-12T11:20:56.866" v="9582" actId="1076"/>
          <ac:picMkLst>
            <pc:docMk/>
            <pc:sldMk cId="1777168465" sldId="277"/>
            <ac:picMk id="11" creationId="{034D35BE-C44A-447B-BBD7-5C6D40613EAE}"/>
          </ac:picMkLst>
        </pc:picChg>
        <pc:picChg chg="add mod">
          <ac:chgData name="Ožbot, Miha" userId="5fdfeab2-e3ac-40dc-9f9d-ac602c9b72a8" providerId="ADAL" clId="{AE99531F-D73C-4103-9623-9BB2A0EB9D18}" dt="2022-04-12T11:20:51.913" v="9579" actId="1076"/>
          <ac:picMkLst>
            <pc:docMk/>
            <pc:sldMk cId="1777168465" sldId="277"/>
            <ac:picMk id="12" creationId="{9E3844B7-9FB4-4EC3-B021-7666C8705B2C}"/>
          </ac:picMkLst>
        </pc:picChg>
        <pc:picChg chg="add mod">
          <ac:chgData name="Ožbot, Miha" userId="5fdfeab2-e3ac-40dc-9f9d-ac602c9b72a8" providerId="ADAL" clId="{AE99531F-D73C-4103-9623-9BB2A0EB9D18}" dt="2022-04-12T11:20:53.961" v="9580" actId="1076"/>
          <ac:picMkLst>
            <pc:docMk/>
            <pc:sldMk cId="1777168465" sldId="277"/>
            <ac:picMk id="13" creationId="{7E163A39-C47C-4ABB-8365-825A3596D2EF}"/>
          </ac:picMkLst>
        </pc:picChg>
        <pc:picChg chg="add del mod">
          <ac:chgData name="Ožbot, Miha" userId="5fdfeab2-e3ac-40dc-9f9d-ac602c9b72a8" providerId="ADAL" clId="{AE99531F-D73C-4103-9623-9BB2A0EB9D18}" dt="2022-04-12T11:22:44.129" v="9588" actId="478"/>
          <ac:picMkLst>
            <pc:docMk/>
            <pc:sldMk cId="1777168465" sldId="277"/>
            <ac:picMk id="14" creationId="{A6D3086A-9EAF-4DCE-AD62-A47A4077196E}"/>
          </ac:picMkLst>
        </pc:picChg>
        <pc:picChg chg="add mod">
          <ac:chgData name="Ožbot, Miha" userId="5fdfeab2-e3ac-40dc-9f9d-ac602c9b72a8" providerId="ADAL" clId="{AE99531F-D73C-4103-9623-9BB2A0EB9D18}" dt="2022-04-12T11:22:04.561" v="9587" actId="1076"/>
          <ac:picMkLst>
            <pc:docMk/>
            <pc:sldMk cId="1777168465" sldId="277"/>
            <ac:picMk id="16" creationId="{C0305A5C-8631-4428-868E-2FC70A2C8434}"/>
          </ac:picMkLst>
        </pc:picChg>
        <pc:picChg chg="add mod">
          <ac:chgData name="Ožbot, Miha" userId="5fdfeab2-e3ac-40dc-9f9d-ac602c9b72a8" providerId="ADAL" clId="{AE99531F-D73C-4103-9623-9BB2A0EB9D18}" dt="2022-04-12T11:22:59.369" v="9590" actId="1076"/>
          <ac:picMkLst>
            <pc:docMk/>
            <pc:sldMk cId="1777168465" sldId="277"/>
            <ac:picMk id="18" creationId="{9DFB01B6-DD71-4F77-AD95-DD3784B05FF2}"/>
          </ac:picMkLst>
        </pc:picChg>
        <pc:picChg chg="add mod">
          <ac:chgData name="Ožbot, Miha" userId="5fdfeab2-e3ac-40dc-9f9d-ac602c9b72a8" providerId="ADAL" clId="{AE99531F-D73C-4103-9623-9BB2A0EB9D18}" dt="2022-04-12T12:08:44.097" v="10186"/>
          <ac:picMkLst>
            <pc:docMk/>
            <pc:sldMk cId="1777168465" sldId="277"/>
            <ac:picMk id="19" creationId="{EF5E848B-295A-44F2-9B66-D5AFFC6585D7}"/>
          </ac:picMkLst>
        </pc:picChg>
      </pc:sldChg>
      <pc:sldChg chg="addSp modSp new mod">
        <pc:chgData name="Ožbot, Miha" userId="5fdfeab2-e3ac-40dc-9f9d-ac602c9b72a8" providerId="ADAL" clId="{AE99531F-D73C-4103-9623-9BB2A0EB9D18}" dt="2022-04-12T13:55:19.319" v="13852" actId="20577"/>
        <pc:sldMkLst>
          <pc:docMk/>
          <pc:sldMk cId="3461412227" sldId="278"/>
        </pc:sldMkLst>
        <pc:spChg chg="mod">
          <ac:chgData name="Ožbot, Miha" userId="5fdfeab2-e3ac-40dc-9f9d-ac602c9b72a8" providerId="ADAL" clId="{AE99531F-D73C-4103-9623-9BB2A0EB9D18}" dt="2022-04-12T12:04:38.339" v="10110" actId="21"/>
          <ac:spMkLst>
            <pc:docMk/>
            <pc:sldMk cId="3461412227" sldId="278"/>
            <ac:spMk id="2" creationId="{40538893-6351-49B8-BAF9-656D373F7196}"/>
          </ac:spMkLst>
        </pc:spChg>
        <pc:spChg chg="mod">
          <ac:chgData name="Ožbot, Miha" userId="5fdfeab2-e3ac-40dc-9f9d-ac602c9b72a8" providerId="ADAL" clId="{AE99531F-D73C-4103-9623-9BB2A0EB9D18}" dt="2022-04-12T13:55:19.319" v="13852" actId="20577"/>
          <ac:spMkLst>
            <pc:docMk/>
            <pc:sldMk cId="3461412227" sldId="278"/>
            <ac:spMk id="3" creationId="{5F43D92A-C5DA-4436-A6F4-4FE1EACAF22B}"/>
          </ac:spMkLst>
        </pc:spChg>
        <pc:picChg chg="add mod">
          <ac:chgData name="Ožbot, Miha" userId="5fdfeab2-e3ac-40dc-9f9d-ac602c9b72a8" providerId="ADAL" clId="{AE99531F-D73C-4103-9623-9BB2A0EB9D18}" dt="2022-04-12T13:28:08.864" v="13151" actId="1076"/>
          <ac:picMkLst>
            <pc:docMk/>
            <pc:sldMk cId="3461412227" sldId="278"/>
            <ac:picMk id="4" creationId="{36793C1F-057D-4B6B-9D4A-9F59918B829B}"/>
          </ac:picMkLst>
        </pc:picChg>
        <pc:picChg chg="add mod">
          <ac:chgData name="Ožbot, Miha" userId="5fdfeab2-e3ac-40dc-9f9d-ac602c9b72a8" providerId="ADAL" clId="{AE99531F-D73C-4103-9623-9BB2A0EB9D18}" dt="2022-04-12T13:28:08.224" v="13150" actId="1076"/>
          <ac:picMkLst>
            <pc:docMk/>
            <pc:sldMk cId="3461412227" sldId="278"/>
            <ac:picMk id="5" creationId="{D2C874A5-9A3A-423F-80E9-B6066E1F20A5}"/>
          </ac:picMkLst>
        </pc:picChg>
        <pc:picChg chg="add mod">
          <ac:chgData name="Ožbot, Miha" userId="5fdfeab2-e3ac-40dc-9f9d-ac602c9b72a8" providerId="ADAL" clId="{AE99531F-D73C-4103-9623-9BB2A0EB9D18}" dt="2022-04-12T12:08:47.891" v="10188"/>
          <ac:picMkLst>
            <pc:docMk/>
            <pc:sldMk cId="3461412227" sldId="278"/>
            <ac:picMk id="6" creationId="{D55EECF9-C2AE-49D0-9E53-EC859609BA5F}"/>
          </ac:picMkLst>
        </pc:picChg>
      </pc:sldChg>
      <pc:sldChg chg="addSp delSp modSp new mod">
        <pc:chgData name="Ožbot, Miha" userId="5fdfeab2-e3ac-40dc-9f9d-ac602c9b72a8" providerId="ADAL" clId="{AE99531F-D73C-4103-9623-9BB2A0EB9D18}" dt="2022-04-12T12:08:45.746" v="10187"/>
        <pc:sldMkLst>
          <pc:docMk/>
          <pc:sldMk cId="2849575153" sldId="279"/>
        </pc:sldMkLst>
        <pc:spChg chg="mod">
          <ac:chgData name="Ožbot, Miha" userId="5fdfeab2-e3ac-40dc-9f9d-ac602c9b72a8" providerId="ADAL" clId="{AE99531F-D73C-4103-9623-9BB2A0EB9D18}" dt="2022-04-12T11:24:14.625" v="9614" actId="20577"/>
          <ac:spMkLst>
            <pc:docMk/>
            <pc:sldMk cId="2849575153" sldId="279"/>
            <ac:spMk id="2" creationId="{5DD53BE2-3A1A-408D-AF5E-B16509C26E3D}"/>
          </ac:spMkLst>
        </pc:spChg>
        <pc:spChg chg="mod">
          <ac:chgData name="Ožbot, Miha" userId="5fdfeab2-e3ac-40dc-9f9d-ac602c9b72a8" providerId="ADAL" clId="{AE99531F-D73C-4103-9623-9BB2A0EB9D18}" dt="2022-04-12T11:39:47.249" v="9675" actId="20577"/>
          <ac:spMkLst>
            <pc:docMk/>
            <pc:sldMk cId="2849575153" sldId="279"/>
            <ac:spMk id="3" creationId="{9B7BDED3-60BE-4F4C-8872-B171FE820D8D}"/>
          </ac:spMkLst>
        </pc:spChg>
        <pc:picChg chg="add mod">
          <ac:chgData name="Ožbot, Miha" userId="5fdfeab2-e3ac-40dc-9f9d-ac602c9b72a8" providerId="ADAL" clId="{AE99531F-D73C-4103-9623-9BB2A0EB9D18}" dt="2022-04-12T12:08:22.950" v="10185" actId="1076"/>
          <ac:picMkLst>
            <pc:docMk/>
            <pc:sldMk cId="2849575153" sldId="279"/>
            <ac:picMk id="4" creationId="{05AE727E-5F2F-448B-B67B-8E426C9AD95E}"/>
          </ac:picMkLst>
        </pc:picChg>
        <pc:picChg chg="add mod">
          <ac:chgData name="Ožbot, Miha" userId="5fdfeab2-e3ac-40dc-9f9d-ac602c9b72a8" providerId="ADAL" clId="{AE99531F-D73C-4103-9623-9BB2A0EB9D18}" dt="2022-04-12T12:08:22.950" v="10185" actId="1076"/>
          <ac:picMkLst>
            <pc:docMk/>
            <pc:sldMk cId="2849575153" sldId="279"/>
            <ac:picMk id="5" creationId="{4C194844-4B49-488E-95FC-55F500B7250E}"/>
          </ac:picMkLst>
        </pc:picChg>
        <pc:picChg chg="add mod">
          <ac:chgData name="Ožbot, Miha" userId="5fdfeab2-e3ac-40dc-9f9d-ac602c9b72a8" providerId="ADAL" clId="{AE99531F-D73C-4103-9623-9BB2A0EB9D18}" dt="2022-04-12T12:08:22.950" v="10185" actId="1076"/>
          <ac:picMkLst>
            <pc:docMk/>
            <pc:sldMk cId="2849575153" sldId="279"/>
            <ac:picMk id="6" creationId="{D299FABD-8B15-4E2C-B0B2-06D58E33344B}"/>
          </ac:picMkLst>
        </pc:picChg>
        <pc:picChg chg="add mod">
          <ac:chgData name="Ožbot, Miha" userId="5fdfeab2-e3ac-40dc-9f9d-ac602c9b72a8" providerId="ADAL" clId="{AE99531F-D73C-4103-9623-9BB2A0EB9D18}" dt="2022-04-12T11:56:14.055" v="9692" actId="1076"/>
          <ac:picMkLst>
            <pc:docMk/>
            <pc:sldMk cId="2849575153" sldId="279"/>
            <ac:picMk id="7" creationId="{B8D96EC5-A7EA-4DD7-9156-AA907DF54DEE}"/>
          </ac:picMkLst>
        </pc:picChg>
        <pc:picChg chg="add del mod">
          <ac:chgData name="Ožbot, Miha" userId="5fdfeab2-e3ac-40dc-9f9d-ac602c9b72a8" providerId="ADAL" clId="{AE99531F-D73C-4103-9623-9BB2A0EB9D18}" dt="2022-04-12T11:55:06.479" v="9689" actId="478"/>
          <ac:picMkLst>
            <pc:docMk/>
            <pc:sldMk cId="2849575153" sldId="279"/>
            <ac:picMk id="8" creationId="{97FDED00-151B-402A-BD32-AF2152CF3820}"/>
          </ac:picMkLst>
        </pc:picChg>
        <pc:picChg chg="add mod">
          <ac:chgData name="Ožbot, Miha" userId="5fdfeab2-e3ac-40dc-9f9d-ac602c9b72a8" providerId="ADAL" clId="{AE99531F-D73C-4103-9623-9BB2A0EB9D18}" dt="2022-04-12T12:08:45.746" v="10187"/>
          <ac:picMkLst>
            <pc:docMk/>
            <pc:sldMk cId="2849575153" sldId="279"/>
            <ac:picMk id="9" creationId="{61AB9704-DDE9-431A-8EAA-398DAB228CCF}"/>
          </ac:picMkLst>
        </pc:picChg>
      </pc:sldChg>
      <pc:sldChg chg="addSp delSp modSp new mod modNotesTx">
        <pc:chgData name="Ožbot, Miha" userId="5fdfeab2-e3ac-40dc-9f9d-ac602c9b72a8" providerId="ADAL" clId="{AE99531F-D73C-4103-9623-9BB2A0EB9D18}" dt="2022-04-12T13:27:55.803" v="13149" actId="404"/>
        <pc:sldMkLst>
          <pc:docMk/>
          <pc:sldMk cId="2584916931" sldId="280"/>
        </pc:sldMkLst>
        <pc:spChg chg="mod">
          <ac:chgData name="Ožbot, Miha" userId="5fdfeab2-e3ac-40dc-9f9d-ac602c9b72a8" providerId="ADAL" clId="{AE99531F-D73C-4103-9623-9BB2A0EB9D18}" dt="2022-04-12T12:04:44.863" v="10117" actId="20577"/>
          <ac:spMkLst>
            <pc:docMk/>
            <pc:sldMk cId="2584916931" sldId="280"/>
            <ac:spMk id="2" creationId="{1D5CB862-DD5F-49D0-8566-F38BA2AA6CE5}"/>
          </ac:spMkLst>
        </pc:spChg>
        <pc:spChg chg="mod">
          <ac:chgData name="Ožbot, Miha" userId="5fdfeab2-e3ac-40dc-9f9d-ac602c9b72a8" providerId="ADAL" clId="{AE99531F-D73C-4103-9623-9BB2A0EB9D18}" dt="2022-04-12T13:27:55.803" v="13149" actId="404"/>
          <ac:spMkLst>
            <pc:docMk/>
            <pc:sldMk cId="2584916931" sldId="280"/>
            <ac:spMk id="3" creationId="{12886D7A-D4E7-495E-908F-E15497B16D57}"/>
          </ac:spMkLst>
        </pc:spChg>
        <pc:spChg chg="add del">
          <ac:chgData name="Ožbot, Miha" userId="5fdfeab2-e3ac-40dc-9f9d-ac602c9b72a8" providerId="ADAL" clId="{AE99531F-D73C-4103-9623-9BB2A0EB9D18}" dt="2022-04-12T12:19:06.830" v="11081" actId="478"/>
          <ac:spMkLst>
            <pc:docMk/>
            <pc:sldMk cId="2584916931" sldId="280"/>
            <ac:spMk id="5" creationId="{025E45C4-5116-49DB-AFD5-EC8D98ADFF65}"/>
          </ac:spMkLst>
        </pc:spChg>
        <pc:spChg chg="add del">
          <ac:chgData name="Ožbot, Miha" userId="5fdfeab2-e3ac-40dc-9f9d-ac602c9b72a8" providerId="ADAL" clId="{AE99531F-D73C-4103-9623-9BB2A0EB9D18}" dt="2022-04-12T12:20:05.964" v="11228" actId="478"/>
          <ac:spMkLst>
            <pc:docMk/>
            <pc:sldMk cId="2584916931" sldId="280"/>
            <ac:spMk id="6" creationId="{F762F0AE-73F1-416A-94BF-20FF8C77B321}"/>
          </ac:spMkLst>
        </pc:spChg>
        <pc:picChg chg="add mod">
          <ac:chgData name="Ožbot, Miha" userId="5fdfeab2-e3ac-40dc-9f9d-ac602c9b72a8" providerId="ADAL" clId="{AE99531F-D73C-4103-9623-9BB2A0EB9D18}" dt="2022-04-12T12:08:49.393" v="10189"/>
          <ac:picMkLst>
            <pc:docMk/>
            <pc:sldMk cId="2584916931" sldId="280"/>
            <ac:picMk id="4" creationId="{6372B4F0-06F5-438E-A44C-05CBF48F2354}"/>
          </ac:picMkLst>
        </pc:picChg>
        <pc:picChg chg="add mod">
          <ac:chgData name="Ožbot, Miha" userId="5fdfeab2-e3ac-40dc-9f9d-ac602c9b72a8" providerId="ADAL" clId="{AE99531F-D73C-4103-9623-9BB2A0EB9D18}" dt="2022-04-12T12:21:49.212" v="11350" actId="1076"/>
          <ac:picMkLst>
            <pc:docMk/>
            <pc:sldMk cId="2584916931" sldId="280"/>
            <ac:picMk id="7" creationId="{3EFBE3DE-D154-408C-90ED-EB5CCA9656FB}"/>
          </ac:picMkLst>
        </pc:picChg>
        <pc:picChg chg="add mod">
          <ac:chgData name="Ožbot, Miha" userId="5fdfeab2-e3ac-40dc-9f9d-ac602c9b72a8" providerId="ADAL" clId="{AE99531F-D73C-4103-9623-9BB2A0EB9D18}" dt="2022-04-12T12:21:54.285" v="11352" actId="1076"/>
          <ac:picMkLst>
            <pc:docMk/>
            <pc:sldMk cId="2584916931" sldId="280"/>
            <ac:picMk id="8" creationId="{7DA9D3D4-84B5-4902-B19B-1A093CCC949F}"/>
          </ac:picMkLst>
        </pc:picChg>
      </pc:sldChg>
      <pc:sldChg chg="addSp delSp modSp new mod modNotesTx">
        <pc:chgData name="Ožbot, Miha" userId="5fdfeab2-e3ac-40dc-9f9d-ac602c9b72a8" providerId="ADAL" clId="{AE99531F-D73C-4103-9623-9BB2A0EB9D18}" dt="2022-04-12T14:34:13.747" v="15665" actId="20577"/>
        <pc:sldMkLst>
          <pc:docMk/>
          <pc:sldMk cId="3904152926" sldId="281"/>
        </pc:sldMkLst>
        <pc:spChg chg="mod">
          <ac:chgData name="Ožbot, Miha" userId="5fdfeab2-e3ac-40dc-9f9d-ac602c9b72a8" providerId="ADAL" clId="{AE99531F-D73C-4103-9623-9BB2A0EB9D18}" dt="2022-04-12T12:22:38.189" v="11397" actId="20577"/>
          <ac:spMkLst>
            <pc:docMk/>
            <pc:sldMk cId="3904152926" sldId="281"/>
            <ac:spMk id="2" creationId="{EBCEABC0-1914-41D7-80CD-2099FA5A140A}"/>
          </ac:spMkLst>
        </pc:spChg>
        <pc:spChg chg="add del mod">
          <ac:chgData name="Ožbot, Miha" userId="5fdfeab2-e3ac-40dc-9f9d-ac602c9b72a8" providerId="ADAL" clId="{AE99531F-D73C-4103-9623-9BB2A0EB9D18}" dt="2022-04-12T14:34:13.747" v="15665" actId="20577"/>
          <ac:spMkLst>
            <pc:docMk/>
            <pc:sldMk cId="3904152926" sldId="281"/>
            <ac:spMk id="3" creationId="{FF9CEB20-11ED-49A7-A1FC-827249F25E3F}"/>
          </ac:spMkLst>
        </pc:spChg>
        <pc:spChg chg="add del">
          <ac:chgData name="Ožbot, Miha" userId="5fdfeab2-e3ac-40dc-9f9d-ac602c9b72a8" providerId="ADAL" clId="{AE99531F-D73C-4103-9623-9BB2A0EB9D18}" dt="2022-04-12T12:25:19.372" v="11695" actId="478"/>
          <ac:spMkLst>
            <pc:docMk/>
            <pc:sldMk cId="3904152926" sldId="281"/>
            <ac:spMk id="4" creationId="{4F2A0CB8-07DB-4867-AD3C-7A83E213974B}"/>
          </ac:spMkLst>
        </pc:spChg>
        <pc:spChg chg="add del">
          <ac:chgData name="Ožbot, Miha" userId="5fdfeab2-e3ac-40dc-9f9d-ac602c9b72a8" providerId="ADAL" clId="{AE99531F-D73C-4103-9623-9BB2A0EB9D18}" dt="2022-04-12T13:08:19.322" v="12301" actId="478"/>
          <ac:spMkLst>
            <pc:docMk/>
            <pc:sldMk cId="3904152926" sldId="281"/>
            <ac:spMk id="6" creationId="{367E6364-44EB-4AD6-B05B-36DD1A0EBF6C}"/>
          </ac:spMkLst>
        </pc:spChg>
        <pc:spChg chg="add del mod">
          <ac:chgData name="Ožbot, Miha" userId="5fdfeab2-e3ac-40dc-9f9d-ac602c9b72a8" providerId="ADAL" clId="{AE99531F-D73C-4103-9623-9BB2A0EB9D18}" dt="2022-04-12T13:08:18.553" v="12300" actId="478"/>
          <ac:spMkLst>
            <pc:docMk/>
            <pc:sldMk cId="3904152926" sldId="281"/>
            <ac:spMk id="7" creationId="{AC1D56FC-F508-4178-A044-A4140ADCD738}"/>
          </ac:spMkLst>
        </pc:spChg>
        <pc:spChg chg="add del mod">
          <ac:chgData name="Ožbot, Miha" userId="5fdfeab2-e3ac-40dc-9f9d-ac602c9b72a8" providerId="ADAL" clId="{AE99531F-D73C-4103-9623-9BB2A0EB9D18}" dt="2022-04-12T13:08:11.277" v="12296" actId="478"/>
          <ac:spMkLst>
            <pc:docMk/>
            <pc:sldMk cId="3904152926" sldId="281"/>
            <ac:spMk id="8" creationId="{B5157D7F-0F0D-42D9-A7AF-5FE61A06B514}"/>
          </ac:spMkLst>
        </pc:spChg>
        <pc:spChg chg="add del mod">
          <ac:chgData name="Ožbot, Miha" userId="5fdfeab2-e3ac-40dc-9f9d-ac602c9b72a8" providerId="ADAL" clId="{AE99531F-D73C-4103-9623-9BB2A0EB9D18}" dt="2022-04-12T13:08:23.929" v="12304" actId="478"/>
          <ac:spMkLst>
            <pc:docMk/>
            <pc:sldMk cId="3904152926" sldId="281"/>
            <ac:spMk id="9" creationId="{650619ED-05E8-43F8-92D9-44B9B7EA31B7}"/>
          </ac:spMkLst>
        </pc:spChg>
        <pc:picChg chg="add mod">
          <ac:chgData name="Ožbot, Miha" userId="5fdfeab2-e3ac-40dc-9f9d-ac602c9b72a8" providerId="ADAL" clId="{AE99531F-D73C-4103-9623-9BB2A0EB9D18}" dt="2022-04-12T14:33:38.866" v="15655" actId="1076"/>
          <ac:picMkLst>
            <pc:docMk/>
            <pc:sldMk cId="3904152926" sldId="281"/>
            <ac:picMk id="5" creationId="{85FA5BB3-5F27-498A-A5B1-638AB5C57B3F}"/>
          </ac:picMkLst>
        </pc:picChg>
        <pc:picChg chg="add mod">
          <ac:chgData name="Ožbot, Miha" userId="5fdfeab2-e3ac-40dc-9f9d-ac602c9b72a8" providerId="ADAL" clId="{AE99531F-D73C-4103-9623-9BB2A0EB9D18}" dt="2022-04-12T13:11:09.647" v="12338"/>
          <ac:picMkLst>
            <pc:docMk/>
            <pc:sldMk cId="3904152926" sldId="281"/>
            <ac:picMk id="10" creationId="{0B61EA95-4EAE-46A4-BC11-7E20A4889CD2}"/>
          </ac:picMkLst>
        </pc:picChg>
      </pc:sldChg>
      <pc:sldChg chg="addSp delSp modSp new mod">
        <pc:chgData name="Ožbot, Miha" userId="5fdfeab2-e3ac-40dc-9f9d-ac602c9b72a8" providerId="ADAL" clId="{AE99531F-D73C-4103-9623-9BB2A0EB9D18}" dt="2022-04-12T14:18:25.060" v="14991" actId="1076"/>
        <pc:sldMkLst>
          <pc:docMk/>
          <pc:sldMk cId="877783051" sldId="282"/>
        </pc:sldMkLst>
        <pc:spChg chg="mod">
          <ac:chgData name="Ožbot, Miha" userId="5fdfeab2-e3ac-40dc-9f9d-ac602c9b72a8" providerId="ADAL" clId="{AE99531F-D73C-4103-9623-9BB2A0EB9D18}" dt="2022-04-12T13:19:20.873" v="12538" actId="20577"/>
          <ac:spMkLst>
            <pc:docMk/>
            <pc:sldMk cId="877783051" sldId="282"/>
            <ac:spMk id="2" creationId="{08293A48-0358-45D5-99AB-1890A56BBB06}"/>
          </ac:spMkLst>
        </pc:spChg>
        <pc:spChg chg="add del mod">
          <ac:chgData name="Ožbot, Miha" userId="5fdfeab2-e3ac-40dc-9f9d-ac602c9b72a8" providerId="ADAL" clId="{AE99531F-D73C-4103-9623-9BB2A0EB9D18}" dt="2022-04-12T14:18:22.965" v="14990" actId="5793"/>
          <ac:spMkLst>
            <pc:docMk/>
            <pc:sldMk cId="877783051" sldId="282"/>
            <ac:spMk id="3" creationId="{09770A0F-0E9E-4F08-871D-40BE89BE243D}"/>
          </ac:spMkLst>
        </pc:spChg>
        <pc:picChg chg="add del mod">
          <ac:chgData name="Ožbot, Miha" userId="5fdfeab2-e3ac-40dc-9f9d-ac602c9b72a8" providerId="ADAL" clId="{AE99531F-D73C-4103-9623-9BB2A0EB9D18}" dt="2022-04-12T13:11:12.541" v="12340"/>
          <ac:picMkLst>
            <pc:docMk/>
            <pc:sldMk cId="877783051" sldId="282"/>
            <ac:picMk id="4" creationId="{46876A8D-6827-43C1-BB80-E8BDBCDCBC0C}"/>
          </ac:picMkLst>
        </pc:picChg>
        <pc:picChg chg="add mod">
          <ac:chgData name="Ožbot, Miha" userId="5fdfeab2-e3ac-40dc-9f9d-ac602c9b72a8" providerId="ADAL" clId="{AE99531F-D73C-4103-9623-9BB2A0EB9D18}" dt="2022-04-12T13:11:13.388" v="12341"/>
          <ac:picMkLst>
            <pc:docMk/>
            <pc:sldMk cId="877783051" sldId="282"/>
            <ac:picMk id="5" creationId="{F6BFB80F-971E-4EED-AC4F-C5779921748D}"/>
          </ac:picMkLst>
        </pc:picChg>
        <pc:picChg chg="add mod">
          <ac:chgData name="Ožbot, Miha" userId="5fdfeab2-e3ac-40dc-9f9d-ac602c9b72a8" providerId="ADAL" clId="{AE99531F-D73C-4103-9623-9BB2A0EB9D18}" dt="2022-04-12T14:18:25.060" v="14991" actId="1076"/>
          <ac:picMkLst>
            <pc:docMk/>
            <pc:sldMk cId="877783051" sldId="282"/>
            <ac:picMk id="6" creationId="{22993324-5225-4517-8700-DCDAE7E8F727}"/>
          </ac:picMkLst>
        </pc:picChg>
      </pc:sldChg>
      <pc:sldChg chg="addSp delSp modSp new mod">
        <pc:chgData name="Ožbot, Miha" userId="5fdfeab2-e3ac-40dc-9f9d-ac602c9b72a8" providerId="ADAL" clId="{AE99531F-D73C-4103-9623-9BB2A0EB9D18}" dt="2022-04-12T14:33:24.692" v="15654" actId="20577"/>
        <pc:sldMkLst>
          <pc:docMk/>
          <pc:sldMk cId="996068835" sldId="283"/>
        </pc:sldMkLst>
        <pc:spChg chg="mod">
          <ac:chgData name="Ožbot, Miha" userId="5fdfeab2-e3ac-40dc-9f9d-ac602c9b72a8" providerId="ADAL" clId="{AE99531F-D73C-4103-9623-9BB2A0EB9D18}" dt="2022-04-12T13:57:08.599" v="13983" actId="20577"/>
          <ac:spMkLst>
            <pc:docMk/>
            <pc:sldMk cId="996068835" sldId="283"/>
            <ac:spMk id="2" creationId="{48A86C58-8A74-461B-B93C-6CB631DC2D59}"/>
          </ac:spMkLst>
        </pc:spChg>
        <pc:spChg chg="add del mod">
          <ac:chgData name="Ožbot, Miha" userId="5fdfeab2-e3ac-40dc-9f9d-ac602c9b72a8" providerId="ADAL" clId="{AE99531F-D73C-4103-9623-9BB2A0EB9D18}" dt="2022-04-12T14:33:24.692" v="15654" actId="20577"/>
          <ac:spMkLst>
            <pc:docMk/>
            <pc:sldMk cId="996068835" sldId="283"/>
            <ac:spMk id="3" creationId="{937870A5-48CA-42D8-91E1-59D70059D2FD}"/>
          </ac:spMkLst>
        </pc:spChg>
        <pc:spChg chg="add del mod">
          <ac:chgData name="Ožbot, Miha" userId="5fdfeab2-e3ac-40dc-9f9d-ac602c9b72a8" providerId="ADAL" clId="{AE99531F-D73C-4103-9623-9BB2A0EB9D18}" dt="2022-04-12T14:20:45.204" v="15143" actId="478"/>
          <ac:spMkLst>
            <pc:docMk/>
            <pc:sldMk cId="996068835" sldId="283"/>
            <ac:spMk id="4" creationId="{68F47EE7-2478-4717-842A-E149A8C59B2A}"/>
          </ac:spMkLst>
        </pc:spChg>
        <pc:spChg chg="add del mod">
          <ac:chgData name="Ožbot, Miha" userId="5fdfeab2-e3ac-40dc-9f9d-ac602c9b72a8" providerId="ADAL" clId="{AE99531F-D73C-4103-9623-9BB2A0EB9D18}" dt="2022-04-12T14:20:41.334" v="15141" actId="478"/>
          <ac:spMkLst>
            <pc:docMk/>
            <pc:sldMk cId="996068835" sldId="283"/>
            <ac:spMk id="5" creationId="{F7847674-97D1-47C5-BE22-0C01F1851DCC}"/>
          </ac:spMkLst>
        </pc:spChg>
        <pc:spChg chg="add del">
          <ac:chgData name="Ožbot, Miha" userId="5fdfeab2-e3ac-40dc-9f9d-ac602c9b72a8" providerId="ADAL" clId="{AE99531F-D73C-4103-9623-9BB2A0EB9D18}" dt="2022-04-12T14:23:39.284" v="15274" actId="478"/>
          <ac:spMkLst>
            <pc:docMk/>
            <pc:sldMk cId="996068835" sldId="283"/>
            <ac:spMk id="6" creationId="{39CFD043-B3D5-4B3C-87E7-1C4CA40CC0A1}"/>
          </ac:spMkLst>
        </pc:spChg>
      </pc:sldChg>
      <pc:sldChg chg="addSp delSp modSp new mod">
        <pc:chgData name="Ožbot, Miha" userId="5fdfeab2-e3ac-40dc-9f9d-ac602c9b72a8" providerId="ADAL" clId="{AE99531F-D73C-4103-9623-9BB2A0EB9D18}" dt="2022-04-12T14:37:22.131" v="15677" actId="1076"/>
        <pc:sldMkLst>
          <pc:docMk/>
          <pc:sldMk cId="862989043" sldId="284"/>
        </pc:sldMkLst>
        <pc:graphicFrameChg chg="add mod">
          <ac:chgData name="Ožbot, Miha" userId="5fdfeab2-e3ac-40dc-9f9d-ac602c9b72a8" providerId="ADAL" clId="{AE99531F-D73C-4103-9623-9BB2A0EB9D18}" dt="2022-04-12T14:37:22.131" v="15677" actId="1076"/>
          <ac:graphicFrameMkLst>
            <pc:docMk/>
            <pc:sldMk cId="862989043" sldId="284"/>
            <ac:graphicFrameMk id="7" creationId="{C90C24EF-A9AF-4456-89A1-749796B2A5DF}"/>
          </ac:graphicFrameMkLst>
        </pc:graphicFrameChg>
        <pc:picChg chg="add mod">
          <ac:chgData name="Ožbot, Miha" userId="5fdfeab2-e3ac-40dc-9f9d-ac602c9b72a8" providerId="ADAL" clId="{AE99531F-D73C-4103-9623-9BB2A0EB9D18}" dt="2022-04-12T14:36:02.555" v="15668" actId="1076"/>
          <ac:picMkLst>
            <pc:docMk/>
            <pc:sldMk cId="862989043" sldId="284"/>
            <ac:picMk id="4" creationId="{C088F720-0C4B-497B-AD63-5833701D8B02}"/>
          </ac:picMkLst>
        </pc:picChg>
        <pc:picChg chg="add del mod">
          <ac:chgData name="Ožbot, Miha" userId="5fdfeab2-e3ac-40dc-9f9d-ac602c9b72a8" providerId="ADAL" clId="{AE99531F-D73C-4103-9623-9BB2A0EB9D18}" dt="2022-04-12T14:36:11.075" v="15672" actId="478"/>
          <ac:picMkLst>
            <pc:docMk/>
            <pc:sldMk cId="862989043" sldId="284"/>
            <ac:picMk id="5" creationId="{7733F6F5-200F-4AA8-A2B6-03AA5E788B14}"/>
          </ac:picMkLst>
        </pc:picChg>
        <pc:picChg chg="add del mod">
          <ac:chgData name="Ožbot, Miha" userId="5fdfeab2-e3ac-40dc-9f9d-ac602c9b72a8" providerId="ADAL" clId="{AE99531F-D73C-4103-9623-9BB2A0EB9D18}" dt="2022-04-12T14:36:51.506" v="15675" actId="478"/>
          <ac:picMkLst>
            <pc:docMk/>
            <pc:sldMk cId="862989043" sldId="284"/>
            <ac:picMk id="6" creationId="{D65F68C2-13EB-4709-BBE5-335D7C438BA3}"/>
          </ac:picMkLst>
        </pc:picChg>
      </pc:sldChg>
    </pc:docChg>
  </pc:docChgLst>
  <pc:docChgLst>
    <pc:chgData name="Ožbot, Miha" userId="5fdfeab2-e3ac-40dc-9f9d-ac602c9b72a8" providerId="ADAL" clId="{DE325AE3-D4EB-4B3A-973B-D751563C2A91}"/>
    <pc:docChg chg="undo custSel addSld delSld modSld sldOrd">
      <pc:chgData name="Ožbot, Miha" userId="5fdfeab2-e3ac-40dc-9f9d-ac602c9b72a8" providerId="ADAL" clId="{DE325AE3-D4EB-4B3A-973B-D751563C2A91}" dt="2022-04-14T09:30:18.255" v="3663" actId="20577"/>
      <pc:docMkLst>
        <pc:docMk/>
      </pc:docMkLst>
      <pc:sldChg chg="modSp mod">
        <pc:chgData name="Ožbot, Miha" userId="5fdfeab2-e3ac-40dc-9f9d-ac602c9b72a8" providerId="ADAL" clId="{DE325AE3-D4EB-4B3A-973B-D751563C2A91}" dt="2022-04-14T09:12:02.497" v="3266" actId="20577"/>
        <pc:sldMkLst>
          <pc:docMk/>
          <pc:sldMk cId="3904398675" sldId="268"/>
        </pc:sldMkLst>
        <pc:spChg chg="mod">
          <ac:chgData name="Ožbot, Miha" userId="5fdfeab2-e3ac-40dc-9f9d-ac602c9b72a8" providerId="ADAL" clId="{DE325AE3-D4EB-4B3A-973B-D751563C2A91}" dt="2022-04-14T08:53:35.054" v="3058" actId="20577"/>
          <ac:spMkLst>
            <pc:docMk/>
            <pc:sldMk cId="3904398675" sldId="268"/>
            <ac:spMk id="9" creationId="{BED5F910-92AB-4FEF-8283-1ED6658F7DBE}"/>
          </ac:spMkLst>
        </pc:spChg>
        <pc:spChg chg="mod">
          <ac:chgData name="Ožbot, Miha" userId="5fdfeab2-e3ac-40dc-9f9d-ac602c9b72a8" providerId="ADAL" clId="{DE325AE3-D4EB-4B3A-973B-D751563C2A91}" dt="2022-04-14T09:12:02.497" v="3266" actId="20577"/>
          <ac:spMkLst>
            <pc:docMk/>
            <pc:sldMk cId="3904398675" sldId="268"/>
            <ac:spMk id="376" creationId="{E0BEF5DF-8F40-4BAD-97E9-BA7D1BA9D39E}"/>
          </ac:spMkLst>
        </pc:spChg>
      </pc:sldChg>
      <pc:sldChg chg="modSp mod">
        <pc:chgData name="Ožbot, Miha" userId="5fdfeab2-e3ac-40dc-9f9d-ac602c9b72a8" providerId="ADAL" clId="{DE325AE3-D4EB-4B3A-973B-D751563C2A91}" dt="2022-04-14T09:12:24.447" v="3274" actId="20577"/>
        <pc:sldMkLst>
          <pc:docMk/>
          <pc:sldMk cId="2374509314" sldId="269"/>
        </pc:sldMkLst>
        <pc:spChg chg="mod">
          <ac:chgData name="Ožbot, Miha" userId="5fdfeab2-e3ac-40dc-9f9d-ac602c9b72a8" providerId="ADAL" clId="{DE325AE3-D4EB-4B3A-973B-D751563C2A91}" dt="2022-04-14T09:12:24.447" v="3274" actId="20577"/>
          <ac:spMkLst>
            <pc:docMk/>
            <pc:sldMk cId="2374509314" sldId="269"/>
            <ac:spMk id="11" creationId="{D72A7E1A-61AD-4148-8518-0D206CBD7628}"/>
          </ac:spMkLst>
        </pc:spChg>
        <pc:spChg chg="mod">
          <ac:chgData name="Ožbot, Miha" userId="5fdfeab2-e3ac-40dc-9f9d-ac602c9b72a8" providerId="ADAL" clId="{DE325AE3-D4EB-4B3A-973B-D751563C2A91}" dt="2022-04-14T09:12:20.527" v="3269" actId="20577"/>
          <ac:spMkLst>
            <pc:docMk/>
            <pc:sldMk cId="2374509314" sldId="269"/>
            <ac:spMk id="152" creationId="{E5C10B8F-0F49-47BB-9E2B-012BBFAC83C1}"/>
          </ac:spMkLst>
        </pc:spChg>
      </pc:sldChg>
      <pc:sldChg chg="addSp delSp modSp mod addCm modCm">
        <pc:chgData name="Ožbot, Miha" userId="5fdfeab2-e3ac-40dc-9f9d-ac602c9b72a8" providerId="ADAL" clId="{DE325AE3-D4EB-4B3A-973B-D751563C2A91}" dt="2022-04-14T09:12:37.086" v="3280" actId="20577"/>
        <pc:sldMkLst>
          <pc:docMk/>
          <pc:sldMk cId="4184736895" sldId="271"/>
        </pc:sldMkLst>
        <pc:spChg chg="mod">
          <ac:chgData name="Ožbot, Miha" userId="5fdfeab2-e3ac-40dc-9f9d-ac602c9b72a8" providerId="ADAL" clId="{DE325AE3-D4EB-4B3A-973B-D751563C2A91}" dt="2022-04-13T06:42:47.766" v="145" actId="404"/>
          <ac:spMkLst>
            <pc:docMk/>
            <pc:sldMk cId="4184736895" sldId="271"/>
            <ac:spMk id="3" creationId="{5C52BD9D-B5F3-48BF-8D2A-ED3911753E0F}"/>
          </ac:spMkLst>
        </pc:spChg>
        <pc:spChg chg="mod">
          <ac:chgData name="Ožbot, Miha" userId="5fdfeab2-e3ac-40dc-9f9d-ac602c9b72a8" providerId="ADAL" clId="{DE325AE3-D4EB-4B3A-973B-D751563C2A91}" dt="2022-04-14T09:12:37.086" v="3280" actId="20577"/>
          <ac:spMkLst>
            <pc:docMk/>
            <pc:sldMk cId="4184736895" sldId="271"/>
            <ac:spMk id="12" creationId="{66AE3DA9-C9DD-4E3C-8F91-4AAB9CE3EA88}"/>
          </ac:spMkLst>
        </pc:spChg>
        <pc:spChg chg="mod">
          <ac:chgData name="Ožbot, Miha" userId="5fdfeab2-e3ac-40dc-9f9d-ac602c9b72a8" providerId="ADAL" clId="{DE325AE3-D4EB-4B3A-973B-D751563C2A91}" dt="2022-04-14T09:12:35.006" v="3278" actId="20577"/>
          <ac:spMkLst>
            <pc:docMk/>
            <pc:sldMk cId="4184736895" sldId="271"/>
            <ac:spMk id="15" creationId="{85B2A9F3-9775-4B33-A2DB-F8CB7347BA99}"/>
          </ac:spMkLst>
        </pc:spChg>
        <pc:picChg chg="mod">
          <ac:chgData name="Ožbot, Miha" userId="5fdfeab2-e3ac-40dc-9f9d-ac602c9b72a8" providerId="ADAL" clId="{DE325AE3-D4EB-4B3A-973B-D751563C2A91}" dt="2022-04-13T11:27:50.796" v="1639" actId="1076"/>
          <ac:picMkLst>
            <pc:docMk/>
            <pc:sldMk cId="4184736895" sldId="271"/>
            <ac:picMk id="5" creationId="{FD157AA9-FEBF-4B62-A48E-F757866162F8}"/>
          </ac:picMkLst>
        </pc:picChg>
        <pc:picChg chg="add del mod">
          <ac:chgData name="Ožbot, Miha" userId="5fdfeab2-e3ac-40dc-9f9d-ac602c9b72a8" providerId="ADAL" clId="{DE325AE3-D4EB-4B3A-973B-D751563C2A91}" dt="2022-04-13T11:27:32.748" v="1635" actId="478"/>
          <ac:picMkLst>
            <pc:docMk/>
            <pc:sldMk cId="4184736895" sldId="271"/>
            <ac:picMk id="7" creationId="{C66863A7-BE4F-4F3A-934E-DC1316CD0576}"/>
          </ac:picMkLst>
        </pc:picChg>
        <pc:picChg chg="add mod">
          <ac:chgData name="Ožbot, Miha" userId="5fdfeab2-e3ac-40dc-9f9d-ac602c9b72a8" providerId="ADAL" clId="{DE325AE3-D4EB-4B3A-973B-D751563C2A91}" dt="2022-04-13T11:28:20.539" v="1654" actId="1076"/>
          <ac:picMkLst>
            <pc:docMk/>
            <pc:sldMk cId="4184736895" sldId="271"/>
            <ac:picMk id="9" creationId="{2E0403B4-7E8A-4C65-8B7F-3EFA96F851A4}"/>
          </ac:picMkLst>
        </pc:picChg>
        <pc:picChg chg="add mod">
          <ac:chgData name="Ožbot, Miha" userId="5fdfeab2-e3ac-40dc-9f9d-ac602c9b72a8" providerId="ADAL" clId="{DE325AE3-D4EB-4B3A-973B-D751563C2A91}" dt="2022-04-13T11:28:24.052" v="1656" actId="1076"/>
          <ac:picMkLst>
            <pc:docMk/>
            <pc:sldMk cId="4184736895" sldId="271"/>
            <ac:picMk id="11" creationId="{54E9ED50-A3E4-4040-8F2C-1F9E782B0BAF}"/>
          </ac:picMkLst>
        </pc:picChg>
      </pc:sldChg>
      <pc:sldChg chg="addSp modSp mod addCm delCm modNotesTx">
        <pc:chgData name="Ožbot, Miha" userId="5fdfeab2-e3ac-40dc-9f9d-ac602c9b72a8" providerId="ADAL" clId="{DE325AE3-D4EB-4B3A-973B-D751563C2A91}" dt="2022-04-14T09:16:54.272" v="3356" actId="1036"/>
        <pc:sldMkLst>
          <pc:docMk/>
          <pc:sldMk cId="4208559629" sldId="272"/>
        </pc:sldMkLst>
        <pc:spChg chg="mod">
          <ac:chgData name="Ožbot, Miha" userId="5fdfeab2-e3ac-40dc-9f9d-ac602c9b72a8" providerId="ADAL" clId="{DE325AE3-D4EB-4B3A-973B-D751563C2A91}" dt="2022-04-14T09:16:54.272" v="3356" actId="1036"/>
          <ac:spMkLst>
            <pc:docMk/>
            <pc:sldMk cId="4208559629" sldId="272"/>
            <ac:spMk id="3" creationId="{1531599C-9051-4E2D-A5D8-F217221C0753}"/>
          </ac:spMkLst>
        </pc:spChg>
        <pc:spChg chg="mod">
          <ac:chgData name="Ožbot, Miha" userId="5fdfeab2-e3ac-40dc-9f9d-ac602c9b72a8" providerId="ADAL" clId="{DE325AE3-D4EB-4B3A-973B-D751563C2A91}" dt="2022-04-14T09:16:47.663" v="3354" actId="20577"/>
          <ac:spMkLst>
            <pc:docMk/>
            <pc:sldMk cId="4208559629" sldId="272"/>
            <ac:spMk id="14" creationId="{F226FB7F-DADB-4F0F-94E9-EDA726B94010}"/>
          </ac:spMkLst>
        </pc:spChg>
        <pc:picChg chg="mod">
          <ac:chgData name="Ožbot, Miha" userId="5fdfeab2-e3ac-40dc-9f9d-ac602c9b72a8" providerId="ADAL" clId="{DE325AE3-D4EB-4B3A-973B-D751563C2A91}" dt="2022-04-13T12:09:18.437" v="1670" actId="1076"/>
          <ac:picMkLst>
            <pc:docMk/>
            <pc:sldMk cId="4208559629" sldId="272"/>
            <ac:picMk id="7" creationId="{B716A637-5B18-4C90-97D1-63B8180BAB81}"/>
          </ac:picMkLst>
        </pc:picChg>
        <pc:picChg chg="add mod">
          <ac:chgData name="Ožbot, Miha" userId="5fdfeab2-e3ac-40dc-9f9d-ac602c9b72a8" providerId="ADAL" clId="{DE325AE3-D4EB-4B3A-973B-D751563C2A91}" dt="2022-04-14T08:59:29.493" v="3188" actId="1076"/>
          <ac:picMkLst>
            <pc:docMk/>
            <pc:sldMk cId="4208559629" sldId="272"/>
            <ac:picMk id="8" creationId="{4A8E360B-A1E2-4AED-9D54-4F79BE2BA04D}"/>
          </ac:picMkLst>
        </pc:picChg>
        <pc:picChg chg="mod">
          <ac:chgData name="Ožbot, Miha" userId="5fdfeab2-e3ac-40dc-9f9d-ac602c9b72a8" providerId="ADAL" clId="{DE325AE3-D4EB-4B3A-973B-D751563C2A91}" dt="2022-04-13T11:08:47.766" v="1465" actId="1076"/>
          <ac:picMkLst>
            <pc:docMk/>
            <pc:sldMk cId="4208559629" sldId="272"/>
            <ac:picMk id="9" creationId="{57EAB7B9-C178-4EC6-9A26-2FCA9232B392}"/>
          </ac:picMkLst>
        </pc:picChg>
        <pc:picChg chg="mod">
          <ac:chgData name="Ožbot, Miha" userId="5fdfeab2-e3ac-40dc-9f9d-ac602c9b72a8" providerId="ADAL" clId="{DE325AE3-D4EB-4B3A-973B-D751563C2A91}" dt="2022-04-14T08:59:30.581" v="3189" actId="1076"/>
          <ac:picMkLst>
            <pc:docMk/>
            <pc:sldMk cId="4208559629" sldId="272"/>
            <ac:picMk id="11" creationId="{908DF426-1E34-4908-A0BC-B039426CE6CD}"/>
          </ac:picMkLst>
        </pc:picChg>
        <pc:picChg chg="add mod">
          <ac:chgData name="Ožbot, Miha" userId="5fdfeab2-e3ac-40dc-9f9d-ac602c9b72a8" providerId="ADAL" clId="{DE325AE3-D4EB-4B3A-973B-D751563C2A91}" dt="2022-04-14T08:59:26.941" v="3186" actId="1076"/>
          <ac:picMkLst>
            <pc:docMk/>
            <pc:sldMk cId="4208559629" sldId="272"/>
            <ac:picMk id="12" creationId="{35BE1C1F-18FF-41CA-8072-6B4D8C91FD66}"/>
          </ac:picMkLst>
        </pc:picChg>
      </pc:sldChg>
      <pc:sldChg chg="addSp delSp modSp mod setBg modCm">
        <pc:chgData name="Ožbot, Miha" userId="5fdfeab2-e3ac-40dc-9f9d-ac602c9b72a8" providerId="ADAL" clId="{DE325AE3-D4EB-4B3A-973B-D751563C2A91}" dt="2022-04-14T09:18:59.934" v="3410" actId="20577"/>
        <pc:sldMkLst>
          <pc:docMk/>
          <pc:sldMk cId="3240517478" sldId="273"/>
        </pc:sldMkLst>
        <pc:spChg chg="mod">
          <ac:chgData name="Ožbot, Miha" userId="5fdfeab2-e3ac-40dc-9f9d-ac602c9b72a8" providerId="ADAL" clId="{DE325AE3-D4EB-4B3A-973B-D751563C2A91}" dt="2022-04-13T06:33:12.547" v="19" actId="26606"/>
          <ac:spMkLst>
            <pc:docMk/>
            <pc:sldMk cId="3240517478" sldId="273"/>
            <ac:spMk id="2" creationId="{57EC456E-D405-4E59-BBB5-E6494BC69DF5}"/>
          </ac:spMkLst>
        </pc:spChg>
        <pc:spChg chg="mod">
          <ac:chgData name="Ožbot, Miha" userId="5fdfeab2-e3ac-40dc-9f9d-ac602c9b72a8" providerId="ADAL" clId="{DE325AE3-D4EB-4B3A-973B-D751563C2A91}" dt="2022-04-14T09:18:59.934" v="3410" actId="20577"/>
          <ac:spMkLst>
            <pc:docMk/>
            <pc:sldMk cId="3240517478" sldId="273"/>
            <ac:spMk id="3" creationId="{0C8395A6-C043-47BC-A1BA-EF142E98D3BB}"/>
          </ac:spMkLst>
        </pc:spChg>
        <pc:spChg chg="mod">
          <ac:chgData name="Ožbot, Miha" userId="5fdfeab2-e3ac-40dc-9f9d-ac602c9b72a8" providerId="ADAL" clId="{DE325AE3-D4EB-4B3A-973B-D751563C2A91}" dt="2022-04-13T06:33:12.547" v="19" actId="26606"/>
          <ac:spMkLst>
            <pc:docMk/>
            <pc:sldMk cId="3240517478" sldId="273"/>
            <ac:spMk id="11" creationId="{2454B71B-2949-4EE9-AA67-6232A6F2F9AF}"/>
          </ac:spMkLst>
        </pc:spChg>
        <pc:spChg chg="add">
          <ac:chgData name="Ožbot, Miha" userId="5fdfeab2-e3ac-40dc-9f9d-ac602c9b72a8" providerId="ADAL" clId="{DE325AE3-D4EB-4B3A-973B-D751563C2A91}" dt="2022-04-13T06:33:12.547" v="19" actId="26606"/>
          <ac:spMkLst>
            <pc:docMk/>
            <pc:sldMk cId="3240517478" sldId="273"/>
            <ac:spMk id="13" creationId="{650D18FE-0824-4A46-B22C-A86B52E5780A}"/>
          </ac:spMkLst>
        </pc:spChg>
        <pc:spChg chg="add">
          <ac:chgData name="Ožbot, Miha" userId="5fdfeab2-e3ac-40dc-9f9d-ac602c9b72a8" providerId="ADAL" clId="{DE325AE3-D4EB-4B3A-973B-D751563C2A91}" dt="2022-04-13T06:33:12.547" v="19" actId="26606"/>
          <ac:spMkLst>
            <pc:docMk/>
            <pc:sldMk cId="3240517478" sldId="273"/>
            <ac:spMk id="16" creationId="{743AA782-23D1-4521-8CAD-47662984AA08}"/>
          </ac:spMkLst>
        </pc:spChg>
        <pc:picChg chg="del">
          <ac:chgData name="Ožbot, Miha" userId="5fdfeab2-e3ac-40dc-9f9d-ac602c9b72a8" providerId="ADAL" clId="{DE325AE3-D4EB-4B3A-973B-D751563C2A91}" dt="2022-04-13T06:33:07.123" v="17" actId="21"/>
          <ac:picMkLst>
            <pc:docMk/>
            <pc:sldMk cId="3240517478" sldId="273"/>
            <ac:picMk id="4" creationId="{3F3AFED0-7D85-4DB1-B837-435F27380387}"/>
          </ac:picMkLst>
        </pc:picChg>
        <pc:picChg chg="ord">
          <ac:chgData name="Ožbot, Miha" userId="5fdfeab2-e3ac-40dc-9f9d-ac602c9b72a8" providerId="ADAL" clId="{DE325AE3-D4EB-4B3A-973B-D751563C2A91}" dt="2022-04-13T06:33:12.547" v="19" actId="26606"/>
          <ac:picMkLst>
            <pc:docMk/>
            <pc:sldMk cId="3240517478" sldId="273"/>
            <ac:picMk id="7" creationId="{49B23FB3-161C-4BD6-AD9B-09220DB3C249}"/>
          </ac:picMkLst>
        </pc:picChg>
        <pc:picChg chg="mod ord">
          <ac:chgData name="Ožbot, Miha" userId="5fdfeab2-e3ac-40dc-9f9d-ac602c9b72a8" providerId="ADAL" clId="{DE325AE3-D4EB-4B3A-973B-D751563C2A91}" dt="2022-04-13T06:33:33.653" v="27" actId="1076"/>
          <ac:picMkLst>
            <pc:docMk/>
            <pc:sldMk cId="3240517478" sldId="273"/>
            <ac:picMk id="8" creationId="{F057BFDF-3E42-4BB8-8623-4B77CC94745D}"/>
          </ac:picMkLst>
        </pc:picChg>
        <pc:picChg chg="del">
          <ac:chgData name="Ožbot, Miha" userId="5fdfeab2-e3ac-40dc-9f9d-ac602c9b72a8" providerId="ADAL" clId="{DE325AE3-D4EB-4B3A-973B-D751563C2A91}" dt="2022-04-13T06:33:07.123" v="17" actId="21"/>
          <ac:picMkLst>
            <pc:docMk/>
            <pc:sldMk cId="3240517478" sldId="273"/>
            <ac:picMk id="12" creationId="{343D4B0F-C721-4B90-90A4-B4AE13244FC7}"/>
          </ac:picMkLst>
        </pc:picChg>
        <pc:picChg chg="add mod">
          <ac:chgData name="Ožbot, Miha" userId="5fdfeab2-e3ac-40dc-9f9d-ac602c9b72a8" providerId="ADAL" clId="{DE325AE3-D4EB-4B3A-973B-D751563C2A91}" dt="2022-04-13T06:33:30.264" v="25" actId="1076"/>
          <ac:picMkLst>
            <pc:docMk/>
            <pc:sldMk cId="3240517478" sldId="273"/>
            <ac:picMk id="14" creationId="{55479145-6CF5-47A0-93D5-23934F8F8EFF}"/>
          </ac:picMkLst>
        </pc:picChg>
        <pc:picChg chg="add mod">
          <ac:chgData name="Ožbot, Miha" userId="5fdfeab2-e3ac-40dc-9f9d-ac602c9b72a8" providerId="ADAL" clId="{DE325AE3-D4EB-4B3A-973B-D751563C2A91}" dt="2022-04-13T06:33:32.119" v="26" actId="1076"/>
          <ac:picMkLst>
            <pc:docMk/>
            <pc:sldMk cId="3240517478" sldId="273"/>
            <ac:picMk id="15" creationId="{9B312533-066A-49D1-9F28-DEFD44A7DEF8}"/>
          </ac:picMkLst>
        </pc:picChg>
        <pc:picChg chg="add mod">
          <ac:chgData name="Ožbot, Miha" userId="5fdfeab2-e3ac-40dc-9f9d-ac602c9b72a8" providerId="ADAL" clId="{DE325AE3-D4EB-4B3A-973B-D751563C2A91}" dt="2022-04-13T06:33:28.115" v="24" actId="1076"/>
          <ac:picMkLst>
            <pc:docMk/>
            <pc:sldMk cId="3240517478" sldId="273"/>
            <ac:picMk id="17" creationId="{593A5D32-7A7C-4F7C-B891-CFFFAA1A15C4}"/>
          </ac:picMkLst>
        </pc:picChg>
        <pc:picChg chg="del">
          <ac:chgData name="Ožbot, Miha" userId="5fdfeab2-e3ac-40dc-9f9d-ac602c9b72a8" providerId="ADAL" clId="{DE325AE3-D4EB-4B3A-973B-D751563C2A91}" dt="2022-04-13T06:33:07.123" v="17" actId="21"/>
          <ac:picMkLst>
            <pc:docMk/>
            <pc:sldMk cId="3240517478" sldId="273"/>
            <ac:picMk id="18" creationId="{BA5F74D1-61BB-4FBF-B3E2-A7E8A5AEA00C}"/>
          </ac:picMkLst>
        </pc:picChg>
        <pc:picChg chg="add mod">
          <ac:chgData name="Ožbot, Miha" userId="5fdfeab2-e3ac-40dc-9f9d-ac602c9b72a8" providerId="ADAL" clId="{DE325AE3-D4EB-4B3A-973B-D751563C2A91}" dt="2022-04-13T06:36:04.521" v="59" actId="1076"/>
          <ac:picMkLst>
            <pc:docMk/>
            <pc:sldMk cId="3240517478" sldId="273"/>
            <ac:picMk id="19" creationId="{D35C37BC-E55C-473D-B7A2-48AD29E8CD53}"/>
          </ac:picMkLst>
        </pc:picChg>
        <pc:picChg chg="del">
          <ac:chgData name="Ožbot, Miha" userId="5fdfeab2-e3ac-40dc-9f9d-ac602c9b72a8" providerId="ADAL" clId="{DE325AE3-D4EB-4B3A-973B-D751563C2A91}" dt="2022-04-13T06:33:07.123" v="17" actId="21"/>
          <ac:picMkLst>
            <pc:docMk/>
            <pc:sldMk cId="3240517478" sldId="273"/>
            <ac:picMk id="20" creationId="{0983AF6A-70FF-4949-ADD1-CE01E87B976D}"/>
          </ac:picMkLst>
        </pc:picChg>
      </pc:sldChg>
      <pc:sldChg chg="addSp delSp modSp mod">
        <pc:chgData name="Ožbot, Miha" userId="5fdfeab2-e3ac-40dc-9f9d-ac602c9b72a8" providerId="ADAL" clId="{DE325AE3-D4EB-4B3A-973B-D751563C2A91}" dt="2022-04-14T09:20:06.287" v="3444" actId="20577"/>
        <pc:sldMkLst>
          <pc:docMk/>
          <pc:sldMk cId="888014937" sldId="274"/>
        </pc:sldMkLst>
        <pc:spChg chg="mod">
          <ac:chgData name="Ožbot, Miha" userId="5fdfeab2-e3ac-40dc-9f9d-ac602c9b72a8" providerId="ADAL" clId="{DE325AE3-D4EB-4B3A-973B-D751563C2A91}" dt="2022-04-13T06:53:17.516" v="286" actId="26606"/>
          <ac:spMkLst>
            <pc:docMk/>
            <pc:sldMk cId="888014937" sldId="274"/>
            <ac:spMk id="2" creationId="{FB044FD0-1EE5-42EF-861C-E6A70CA8DEBE}"/>
          </ac:spMkLst>
        </pc:spChg>
        <pc:spChg chg="mod">
          <ac:chgData name="Ožbot, Miha" userId="5fdfeab2-e3ac-40dc-9f9d-ac602c9b72a8" providerId="ADAL" clId="{DE325AE3-D4EB-4B3A-973B-D751563C2A91}" dt="2022-04-14T09:20:06.287" v="3444" actId="20577"/>
          <ac:spMkLst>
            <pc:docMk/>
            <pc:sldMk cId="888014937" sldId="274"/>
            <ac:spMk id="3" creationId="{FDC65FC8-07E2-4ADE-BD82-136E54F8BF01}"/>
          </ac:spMkLst>
        </pc:spChg>
        <pc:spChg chg="mod">
          <ac:chgData name="Ožbot, Miha" userId="5fdfeab2-e3ac-40dc-9f9d-ac602c9b72a8" providerId="ADAL" clId="{DE325AE3-D4EB-4B3A-973B-D751563C2A91}" dt="2022-04-13T06:53:17.516" v="286" actId="26606"/>
          <ac:spMkLst>
            <pc:docMk/>
            <pc:sldMk cId="888014937" sldId="274"/>
            <ac:spMk id="4" creationId="{5352933B-F06D-4267-87AB-9A97A4C456A9}"/>
          </ac:spMkLst>
        </pc:spChg>
        <pc:spChg chg="del">
          <ac:chgData name="Ožbot, Miha" userId="5fdfeab2-e3ac-40dc-9f9d-ac602c9b72a8" providerId="ADAL" clId="{DE325AE3-D4EB-4B3A-973B-D751563C2A91}" dt="2022-04-13T06:53:17.516" v="286" actId="26606"/>
          <ac:spMkLst>
            <pc:docMk/>
            <pc:sldMk cId="888014937" sldId="274"/>
            <ac:spMk id="10" creationId="{100EDD19-6802-4EC3-95CE-CFFAB042CFD6}"/>
          </ac:spMkLst>
        </pc:spChg>
        <pc:spChg chg="del">
          <ac:chgData name="Ožbot, Miha" userId="5fdfeab2-e3ac-40dc-9f9d-ac602c9b72a8" providerId="ADAL" clId="{DE325AE3-D4EB-4B3A-973B-D751563C2A91}" dt="2022-04-13T06:53:17.516" v="286" actId="26606"/>
          <ac:spMkLst>
            <pc:docMk/>
            <pc:sldMk cId="888014937" sldId="274"/>
            <ac:spMk id="12" creationId="{DB17E863-922E-4C26-BD64-E8FD41D28661}"/>
          </ac:spMkLst>
        </pc:spChg>
        <pc:spChg chg="add">
          <ac:chgData name="Ožbot, Miha" userId="5fdfeab2-e3ac-40dc-9f9d-ac602c9b72a8" providerId="ADAL" clId="{DE325AE3-D4EB-4B3A-973B-D751563C2A91}" dt="2022-04-13T06:53:17.516" v="286" actId="26606"/>
          <ac:spMkLst>
            <pc:docMk/>
            <pc:sldMk cId="888014937" sldId="274"/>
            <ac:spMk id="17" creationId="{777A147A-9ED8-46B4-8660-1B3C2AA880B5}"/>
          </ac:spMkLst>
        </pc:spChg>
        <pc:spChg chg="add">
          <ac:chgData name="Ožbot, Miha" userId="5fdfeab2-e3ac-40dc-9f9d-ac602c9b72a8" providerId="ADAL" clId="{DE325AE3-D4EB-4B3A-973B-D751563C2A91}" dt="2022-04-13T06:53:17.516" v="286" actId="26606"/>
          <ac:spMkLst>
            <pc:docMk/>
            <pc:sldMk cId="888014937" sldId="274"/>
            <ac:spMk id="19" creationId="{5D6C15A0-C087-4593-8414-2B4EC1CDC3DE}"/>
          </ac:spMkLst>
        </pc:spChg>
        <pc:picChg chg="ord">
          <ac:chgData name="Ožbot, Miha" userId="5fdfeab2-e3ac-40dc-9f9d-ac602c9b72a8" providerId="ADAL" clId="{DE325AE3-D4EB-4B3A-973B-D751563C2A91}" dt="2022-04-13T06:53:17.516" v="286" actId="26606"/>
          <ac:picMkLst>
            <pc:docMk/>
            <pc:sldMk cId="888014937" sldId="274"/>
            <ac:picMk id="5" creationId="{065E7503-2AA0-4D7F-93AE-7C63C0457B05}"/>
          </ac:picMkLst>
        </pc:picChg>
      </pc:sldChg>
      <pc:sldChg chg="modSp mod modNotesTx">
        <pc:chgData name="Ožbot, Miha" userId="5fdfeab2-e3ac-40dc-9f9d-ac602c9b72a8" providerId="ADAL" clId="{DE325AE3-D4EB-4B3A-973B-D751563C2A91}" dt="2022-04-14T09:20:56.959" v="3467" actId="20577"/>
        <pc:sldMkLst>
          <pc:docMk/>
          <pc:sldMk cId="605482339" sldId="275"/>
        </pc:sldMkLst>
        <pc:spChg chg="mod">
          <ac:chgData name="Ožbot, Miha" userId="5fdfeab2-e3ac-40dc-9f9d-ac602c9b72a8" providerId="ADAL" clId="{DE325AE3-D4EB-4B3A-973B-D751563C2A91}" dt="2022-04-14T08:37:09.360" v="2925" actId="1076"/>
          <ac:spMkLst>
            <pc:docMk/>
            <pc:sldMk cId="605482339" sldId="275"/>
            <ac:spMk id="2" creationId="{4CF62523-0C75-4FB1-8825-13E7EE36684A}"/>
          </ac:spMkLst>
        </pc:spChg>
        <pc:spChg chg="mod">
          <ac:chgData name="Ožbot, Miha" userId="5fdfeab2-e3ac-40dc-9f9d-ac602c9b72a8" providerId="ADAL" clId="{DE325AE3-D4EB-4B3A-973B-D751563C2A91}" dt="2022-04-14T09:20:56.959" v="3467" actId="20577"/>
          <ac:spMkLst>
            <pc:docMk/>
            <pc:sldMk cId="605482339" sldId="275"/>
            <ac:spMk id="3" creationId="{2EBF0C0C-9362-444A-A2F4-408EE67818B7}"/>
          </ac:spMkLst>
        </pc:spChg>
        <pc:spChg chg="mod">
          <ac:chgData name="Ožbot, Miha" userId="5fdfeab2-e3ac-40dc-9f9d-ac602c9b72a8" providerId="ADAL" clId="{DE325AE3-D4EB-4B3A-973B-D751563C2A91}" dt="2022-04-14T07:52:50.890" v="2345" actId="207"/>
          <ac:spMkLst>
            <pc:docMk/>
            <pc:sldMk cId="605482339" sldId="275"/>
            <ac:spMk id="12" creationId="{DDCF7009-4B8A-44B0-9C8A-E92773DB389F}"/>
          </ac:spMkLst>
        </pc:spChg>
      </pc:sldChg>
      <pc:sldChg chg="addSp delSp modSp mod ord">
        <pc:chgData name="Ožbot, Miha" userId="5fdfeab2-e3ac-40dc-9f9d-ac602c9b72a8" providerId="ADAL" clId="{DE325AE3-D4EB-4B3A-973B-D751563C2A91}" dt="2022-04-14T09:13:19.198" v="3294" actId="20577"/>
        <pc:sldMkLst>
          <pc:docMk/>
          <pc:sldMk cId="1974032223" sldId="276"/>
        </pc:sldMkLst>
        <pc:spChg chg="mod">
          <ac:chgData name="Ožbot, Miha" userId="5fdfeab2-e3ac-40dc-9f9d-ac602c9b72a8" providerId="ADAL" clId="{DE325AE3-D4EB-4B3A-973B-D751563C2A91}" dt="2022-04-13T06:49:09.902" v="225" actId="26606"/>
          <ac:spMkLst>
            <pc:docMk/>
            <pc:sldMk cId="1974032223" sldId="276"/>
            <ac:spMk id="2" creationId="{DDEFDC10-7C15-4C14-A50B-D3AC13E6CE14}"/>
          </ac:spMkLst>
        </pc:spChg>
        <pc:spChg chg="mod">
          <ac:chgData name="Ožbot, Miha" userId="5fdfeab2-e3ac-40dc-9f9d-ac602c9b72a8" providerId="ADAL" clId="{DE325AE3-D4EB-4B3A-973B-D751563C2A91}" dt="2022-04-14T08:56:36.830" v="3130" actId="20577"/>
          <ac:spMkLst>
            <pc:docMk/>
            <pc:sldMk cId="1974032223" sldId="276"/>
            <ac:spMk id="3" creationId="{03DBCEB0-1B80-4DF7-B8D5-E463545749EC}"/>
          </ac:spMkLst>
        </pc:spChg>
        <pc:spChg chg="mod">
          <ac:chgData name="Ožbot, Miha" userId="5fdfeab2-e3ac-40dc-9f9d-ac602c9b72a8" providerId="ADAL" clId="{DE325AE3-D4EB-4B3A-973B-D751563C2A91}" dt="2022-04-13T06:49:09.902" v="225" actId="26606"/>
          <ac:spMkLst>
            <pc:docMk/>
            <pc:sldMk cId="1974032223" sldId="276"/>
            <ac:spMk id="4" creationId="{19D77640-8D38-4CB3-89E5-FF21B19302FD}"/>
          </ac:spMkLst>
        </pc:spChg>
        <pc:spChg chg="mod">
          <ac:chgData name="Ožbot, Miha" userId="5fdfeab2-e3ac-40dc-9f9d-ac602c9b72a8" providerId="ADAL" clId="{DE325AE3-D4EB-4B3A-973B-D751563C2A91}" dt="2022-04-14T09:13:19.198" v="3294" actId="20577"/>
          <ac:spMkLst>
            <pc:docMk/>
            <pc:sldMk cId="1974032223" sldId="276"/>
            <ac:spMk id="9" creationId="{FC1A6328-5AB3-4859-BE43-A2BCBF085DA7}"/>
          </ac:spMkLst>
        </pc:spChg>
        <pc:spChg chg="del">
          <ac:chgData name="Ožbot, Miha" userId="5fdfeab2-e3ac-40dc-9f9d-ac602c9b72a8" providerId="ADAL" clId="{DE325AE3-D4EB-4B3A-973B-D751563C2A91}" dt="2022-04-13T06:49:09.902" v="225" actId="26606"/>
          <ac:spMkLst>
            <pc:docMk/>
            <pc:sldMk cId="1974032223" sldId="276"/>
            <ac:spMk id="17" creationId="{100EDD19-6802-4EC3-95CE-CFFAB042CFD6}"/>
          </ac:spMkLst>
        </pc:spChg>
        <pc:spChg chg="del">
          <ac:chgData name="Ožbot, Miha" userId="5fdfeab2-e3ac-40dc-9f9d-ac602c9b72a8" providerId="ADAL" clId="{DE325AE3-D4EB-4B3A-973B-D751563C2A91}" dt="2022-04-13T06:49:09.902" v="225" actId="26606"/>
          <ac:spMkLst>
            <pc:docMk/>
            <pc:sldMk cId="1974032223" sldId="276"/>
            <ac:spMk id="18" creationId="{DB17E863-922E-4C26-BD64-E8FD41D28661}"/>
          </ac:spMkLst>
        </pc:spChg>
        <pc:spChg chg="add">
          <ac:chgData name="Ožbot, Miha" userId="5fdfeab2-e3ac-40dc-9f9d-ac602c9b72a8" providerId="ADAL" clId="{DE325AE3-D4EB-4B3A-973B-D751563C2A91}" dt="2022-04-13T06:49:09.902" v="225" actId="26606"/>
          <ac:spMkLst>
            <pc:docMk/>
            <pc:sldMk cId="1974032223" sldId="276"/>
            <ac:spMk id="23" creationId="{777A147A-9ED8-46B4-8660-1B3C2AA880B5}"/>
          </ac:spMkLst>
        </pc:spChg>
        <pc:spChg chg="add">
          <ac:chgData name="Ožbot, Miha" userId="5fdfeab2-e3ac-40dc-9f9d-ac602c9b72a8" providerId="ADAL" clId="{DE325AE3-D4EB-4B3A-973B-D751563C2A91}" dt="2022-04-13T06:49:09.902" v="225" actId="26606"/>
          <ac:spMkLst>
            <pc:docMk/>
            <pc:sldMk cId="1974032223" sldId="276"/>
            <ac:spMk id="25" creationId="{5D6C15A0-C087-4593-8414-2B4EC1CDC3DE}"/>
          </ac:spMkLst>
        </pc:spChg>
        <pc:picChg chg="ord">
          <ac:chgData name="Ožbot, Miha" userId="5fdfeab2-e3ac-40dc-9f9d-ac602c9b72a8" providerId="ADAL" clId="{DE325AE3-D4EB-4B3A-973B-D751563C2A91}" dt="2022-04-13T06:49:09.902" v="225" actId="26606"/>
          <ac:picMkLst>
            <pc:docMk/>
            <pc:sldMk cId="1974032223" sldId="276"/>
            <ac:picMk id="8" creationId="{3087ADEC-0877-4E2C-892B-C7B672B98F29}"/>
          </ac:picMkLst>
        </pc:picChg>
      </pc:sldChg>
      <pc:sldChg chg="addSp modSp mod addCm">
        <pc:chgData name="Ožbot, Miha" userId="5fdfeab2-e3ac-40dc-9f9d-ac602c9b72a8" providerId="ADAL" clId="{DE325AE3-D4EB-4B3A-973B-D751563C2A91}" dt="2022-04-14T09:22:07.023" v="3499" actId="20577"/>
        <pc:sldMkLst>
          <pc:docMk/>
          <pc:sldMk cId="1777168465" sldId="277"/>
        </pc:sldMkLst>
        <pc:spChg chg="mod">
          <ac:chgData name="Ožbot, Miha" userId="5fdfeab2-e3ac-40dc-9f9d-ac602c9b72a8" providerId="ADAL" clId="{DE325AE3-D4EB-4B3A-973B-D751563C2A91}" dt="2022-04-14T09:22:07.023" v="3499" actId="20577"/>
          <ac:spMkLst>
            <pc:docMk/>
            <pc:sldMk cId="1777168465" sldId="277"/>
            <ac:spMk id="3" creationId="{354E9BDB-FFAF-4691-A07B-B175C22DE297}"/>
          </ac:spMkLst>
        </pc:spChg>
        <pc:picChg chg="mod">
          <ac:chgData name="Ožbot, Miha" userId="5fdfeab2-e3ac-40dc-9f9d-ac602c9b72a8" providerId="ADAL" clId="{DE325AE3-D4EB-4B3A-973B-D751563C2A91}" dt="2022-04-13T11:06:31.815" v="1432" actId="1076"/>
          <ac:picMkLst>
            <pc:docMk/>
            <pc:sldMk cId="1777168465" sldId="277"/>
            <ac:picMk id="5" creationId="{9285C982-D10D-4F3A-8964-EB41CAA88E0D}"/>
          </ac:picMkLst>
        </pc:picChg>
        <pc:picChg chg="mod">
          <ac:chgData name="Ožbot, Miha" userId="5fdfeab2-e3ac-40dc-9f9d-ac602c9b72a8" providerId="ADAL" clId="{DE325AE3-D4EB-4B3A-973B-D751563C2A91}" dt="2022-04-13T11:06:32.438" v="1433" actId="1076"/>
          <ac:picMkLst>
            <pc:docMk/>
            <pc:sldMk cId="1777168465" sldId="277"/>
            <ac:picMk id="6" creationId="{E9FA8733-898D-4316-BA85-8FDE057BA093}"/>
          </ac:picMkLst>
        </pc:picChg>
        <pc:picChg chg="mod">
          <ac:chgData name="Ožbot, Miha" userId="5fdfeab2-e3ac-40dc-9f9d-ac602c9b72a8" providerId="ADAL" clId="{DE325AE3-D4EB-4B3A-973B-D751563C2A91}" dt="2022-04-13T11:06:34.047" v="1434" actId="1076"/>
          <ac:picMkLst>
            <pc:docMk/>
            <pc:sldMk cId="1777168465" sldId="277"/>
            <ac:picMk id="8" creationId="{A291E1AF-4115-4282-B2FE-8F606C019ADE}"/>
          </ac:picMkLst>
        </pc:picChg>
        <pc:picChg chg="mod">
          <ac:chgData name="Ožbot, Miha" userId="5fdfeab2-e3ac-40dc-9f9d-ac602c9b72a8" providerId="ADAL" clId="{DE325AE3-D4EB-4B3A-973B-D751563C2A91}" dt="2022-04-13T11:06:30.823" v="1431" actId="1076"/>
          <ac:picMkLst>
            <pc:docMk/>
            <pc:sldMk cId="1777168465" sldId="277"/>
            <ac:picMk id="9" creationId="{08397847-3EC8-41A8-845B-2FBD81FACC24}"/>
          </ac:picMkLst>
        </pc:picChg>
        <pc:picChg chg="add mod">
          <ac:chgData name="Ožbot, Miha" userId="5fdfeab2-e3ac-40dc-9f9d-ac602c9b72a8" providerId="ADAL" clId="{DE325AE3-D4EB-4B3A-973B-D751563C2A91}" dt="2022-04-13T11:06:36.103" v="1436" actId="1076"/>
          <ac:picMkLst>
            <pc:docMk/>
            <pc:sldMk cId="1777168465" sldId="277"/>
            <ac:picMk id="10" creationId="{B04AA810-EACD-4DFC-9DCC-E0C693123864}"/>
          </ac:picMkLst>
        </pc:picChg>
        <pc:picChg chg="mod">
          <ac:chgData name="Ožbot, Miha" userId="5fdfeab2-e3ac-40dc-9f9d-ac602c9b72a8" providerId="ADAL" clId="{DE325AE3-D4EB-4B3A-973B-D751563C2A91}" dt="2022-04-13T11:06:29.502" v="1430" actId="1076"/>
          <ac:picMkLst>
            <pc:docMk/>
            <pc:sldMk cId="1777168465" sldId="277"/>
            <ac:picMk id="11" creationId="{034D35BE-C44A-447B-BBD7-5C6D40613EAE}"/>
          </ac:picMkLst>
        </pc:picChg>
        <pc:picChg chg="mod">
          <ac:chgData name="Ožbot, Miha" userId="5fdfeab2-e3ac-40dc-9f9d-ac602c9b72a8" providerId="ADAL" clId="{DE325AE3-D4EB-4B3A-973B-D751563C2A91}" dt="2022-04-13T06:47:23.580" v="214" actId="1076"/>
          <ac:picMkLst>
            <pc:docMk/>
            <pc:sldMk cId="1777168465" sldId="277"/>
            <ac:picMk id="12" creationId="{9E3844B7-9FB4-4EC3-B021-7666C8705B2C}"/>
          </ac:picMkLst>
        </pc:picChg>
        <pc:picChg chg="mod">
          <ac:chgData name="Ožbot, Miha" userId="5fdfeab2-e3ac-40dc-9f9d-ac602c9b72a8" providerId="ADAL" clId="{DE325AE3-D4EB-4B3A-973B-D751563C2A91}" dt="2022-04-13T06:47:26.413" v="215" actId="1076"/>
          <ac:picMkLst>
            <pc:docMk/>
            <pc:sldMk cId="1777168465" sldId="277"/>
            <ac:picMk id="13" creationId="{7E163A39-C47C-4ABB-8365-825A3596D2EF}"/>
          </ac:picMkLst>
        </pc:picChg>
        <pc:picChg chg="mod">
          <ac:chgData name="Ožbot, Miha" userId="5fdfeab2-e3ac-40dc-9f9d-ac602c9b72a8" providerId="ADAL" clId="{DE325AE3-D4EB-4B3A-973B-D751563C2A91}" dt="2022-04-13T06:47:19.877" v="210" actId="1076"/>
          <ac:picMkLst>
            <pc:docMk/>
            <pc:sldMk cId="1777168465" sldId="277"/>
            <ac:picMk id="15" creationId="{A72A30FA-8B45-42DA-8F3F-0D95941C3C0D}"/>
          </ac:picMkLst>
        </pc:picChg>
        <pc:picChg chg="mod">
          <ac:chgData name="Ožbot, Miha" userId="5fdfeab2-e3ac-40dc-9f9d-ac602c9b72a8" providerId="ADAL" clId="{DE325AE3-D4EB-4B3A-973B-D751563C2A91}" dt="2022-04-13T11:06:35.023" v="1435" actId="1076"/>
          <ac:picMkLst>
            <pc:docMk/>
            <pc:sldMk cId="1777168465" sldId="277"/>
            <ac:picMk id="16" creationId="{C0305A5C-8631-4428-868E-2FC70A2C8434}"/>
          </ac:picMkLst>
        </pc:picChg>
      </pc:sldChg>
      <pc:sldChg chg="addSp delSp modSp mod addCm modNotesTx">
        <pc:chgData name="Ožbot, Miha" userId="5fdfeab2-e3ac-40dc-9f9d-ac602c9b72a8" providerId="ADAL" clId="{DE325AE3-D4EB-4B3A-973B-D751563C2A91}" dt="2022-04-14T09:25:42.447" v="3548" actId="20577"/>
        <pc:sldMkLst>
          <pc:docMk/>
          <pc:sldMk cId="3461412227" sldId="278"/>
        </pc:sldMkLst>
        <pc:spChg chg="mod">
          <ac:chgData name="Ožbot, Miha" userId="5fdfeab2-e3ac-40dc-9f9d-ac602c9b72a8" providerId="ADAL" clId="{DE325AE3-D4EB-4B3A-973B-D751563C2A91}" dt="2022-04-13T10:44:19.734" v="937" actId="20577"/>
          <ac:spMkLst>
            <pc:docMk/>
            <pc:sldMk cId="3461412227" sldId="278"/>
            <ac:spMk id="2" creationId="{40538893-6351-49B8-BAF9-656D373F7196}"/>
          </ac:spMkLst>
        </pc:spChg>
        <pc:spChg chg="mod">
          <ac:chgData name="Ožbot, Miha" userId="5fdfeab2-e3ac-40dc-9f9d-ac602c9b72a8" providerId="ADAL" clId="{DE325AE3-D4EB-4B3A-973B-D751563C2A91}" dt="2022-04-14T09:25:42.447" v="3548" actId="20577"/>
          <ac:spMkLst>
            <pc:docMk/>
            <pc:sldMk cId="3461412227" sldId="278"/>
            <ac:spMk id="3" creationId="{5F43D92A-C5DA-4436-A6F4-4FE1EACAF22B}"/>
          </ac:spMkLst>
        </pc:spChg>
        <pc:spChg chg="add mod">
          <ac:chgData name="Ožbot, Miha" userId="5fdfeab2-e3ac-40dc-9f9d-ac602c9b72a8" providerId="ADAL" clId="{DE325AE3-D4EB-4B3A-973B-D751563C2A91}" dt="2022-04-14T08:36:48.892" v="2923" actId="1076"/>
          <ac:spMkLst>
            <pc:docMk/>
            <pc:sldMk cId="3461412227" sldId="278"/>
            <ac:spMk id="14" creationId="{659BB0DD-E54D-45D6-981F-495B4591D76A}"/>
          </ac:spMkLst>
        </pc:spChg>
        <pc:spChg chg="add mod">
          <ac:chgData name="Ožbot, Miha" userId="5fdfeab2-e3ac-40dc-9f9d-ac602c9b72a8" providerId="ADAL" clId="{DE325AE3-D4EB-4B3A-973B-D751563C2A91}" dt="2022-04-14T08:37:38.420" v="2929" actId="1076"/>
          <ac:spMkLst>
            <pc:docMk/>
            <pc:sldMk cId="3461412227" sldId="278"/>
            <ac:spMk id="15" creationId="{B66F7651-EB00-4AF5-A215-D37F5B5259D7}"/>
          </ac:spMkLst>
        </pc:spChg>
        <pc:spChg chg="add mod">
          <ac:chgData name="Ožbot, Miha" userId="5fdfeab2-e3ac-40dc-9f9d-ac602c9b72a8" providerId="ADAL" clId="{DE325AE3-D4EB-4B3A-973B-D751563C2A91}" dt="2022-04-14T08:38:31.972" v="2945" actId="1076"/>
          <ac:spMkLst>
            <pc:docMk/>
            <pc:sldMk cId="3461412227" sldId="278"/>
            <ac:spMk id="17" creationId="{77150E8D-6E5A-4C36-A15E-68BF3B1337EC}"/>
          </ac:spMkLst>
        </pc:spChg>
        <pc:spChg chg="add mod">
          <ac:chgData name="Ožbot, Miha" userId="5fdfeab2-e3ac-40dc-9f9d-ac602c9b72a8" providerId="ADAL" clId="{DE325AE3-D4EB-4B3A-973B-D751563C2A91}" dt="2022-04-14T08:38:45.341" v="2954" actId="1076"/>
          <ac:spMkLst>
            <pc:docMk/>
            <pc:sldMk cId="3461412227" sldId="278"/>
            <ac:spMk id="19" creationId="{2B75B386-0979-4657-9906-858708464A9F}"/>
          </ac:spMkLst>
        </pc:spChg>
        <pc:spChg chg="add mod">
          <ac:chgData name="Ožbot, Miha" userId="5fdfeab2-e3ac-40dc-9f9d-ac602c9b72a8" providerId="ADAL" clId="{DE325AE3-D4EB-4B3A-973B-D751563C2A91}" dt="2022-04-14T08:38:53.317" v="2958" actId="1076"/>
          <ac:spMkLst>
            <pc:docMk/>
            <pc:sldMk cId="3461412227" sldId="278"/>
            <ac:spMk id="21" creationId="{A6A300C9-CB27-410E-84D8-3ECA5F29B146}"/>
          </ac:spMkLst>
        </pc:spChg>
        <pc:picChg chg="mod">
          <ac:chgData name="Ožbot, Miha" userId="5fdfeab2-e3ac-40dc-9f9d-ac602c9b72a8" providerId="ADAL" clId="{DE325AE3-D4EB-4B3A-973B-D751563C2A91}" dt="2022-04-14T08:37:27.957" v="2926" actId="1076"/>
          <ac:picMkLst>
            <pc:docMk/>
            <pc:sldMk cId="3461412227" sldId="278"/>
            <ac:picMk id="4" creationId="{36793C1F-057D-4B6B-9D4A-9F59918B829B}"/>
          </ac:picMkLst>
        </pc:picChg>
        <pc:picChg chg="mod">
          <ac:chgData name="Ožbot, Miha" userId="5fdfeab2-e3ac-40dc-9f9d-ac602c9b72a8" providerId="ADAL" clId="{DE325AE3-D4EB-4B3A-973B-D751563C2A91}" dt="2022-04-14T08:38:07.119" v="2933" actId="1076"/>
          <ac:picMkLst>
            <pc:docMk/>
            <pc:sldMk cId="3461412227" sldId="278"/>
            <ac:picMk id="5" creationId="{D2C874A5-9A3A-423F-80E9-B6066E1F20A5}"/>
          </ac:picMkLst>
        </pc:picChg>
        <pc:picChg chg="add mod">
          <ac:chgData name="Ožbot, Miha" userId="5fdfeab2-e3ac-40dc-9f9d-ac602c9b72a8" providerId="ADAL" clId="{DE325AE3-D4EB-4B3A-973B-D751563C2A91}" dt="2022-04-14T08:38:34.804" v="2947" actId="1076"/>
          <ac:picMkLst>
            <pc:docMk/>
            <pc:sldMk cId="3461412227" sldId="278"/>
            <ac:picMk id="9" creationId="{4CE520FE-C4F6-43B8-B031-17947DA23B4B}"/>
          </ac:picMkLst>
        </pc:picChg>
        <pc:picChg chg="add del mod">
          <ac:chgData name="Ožbot, Miha" userId="5fdfeab2-e3ac-40dc-9f9d-ac602c9b72a8" providerId="ADAL" clId="{DE325AE3-D4EB-4B3A-973B-D751563C2A91}" dt="2022-04-13T08:11:33.114" v="680" actId="478"/>
          <ac:picMkLst>
            <pc:docMk/>
            <pc:sldMk cId="3461412227" sldId="278"/>
            <ac:picMk id="11" creationId="{D91D28DF-68E6-4892-A7BA-B624D5DC10E6}"/>
          </ac:picMkLst>
        </pc:picChg>
        <pc:picChg chg="add mod">
          <ac:chgData name="Ožbot, Miha" userId="5fdfeab2-e3ac-40dc-9f9d-ac602c9b72a8" providerId="ADAL" clId="{DE325AE3-D4EB-4B3A-973B-D751563C2A91}" dt="2022-04-14T08:38:25.029" v="2941" actId="1076"/>
          <ac:picMkLst>
            <pc:docMk/>
            <pc:sldMk cId="3461412227" sldId="278"/>
            <ac:picMk id="13" creationId="{2996BBE6-449F-40ED-A9B1-36B3DCF47889}"/>
          </ac:picMkLst>
        </pc:picChg>
        <pc:picChg chg="add del mod">
          <ac:chgData name="Ožbot, Miha" userId="5fdfeab2-e3ac-40dc-9f9d-ac602c9b72a8" providerId="ADAL" clId="{DE325AE3-D4EB-4B3A-973B-D751563C2A91}" dt="2022-04-13T11:22:19.934" v="1596" actId="478"/>
          <ac:picMkLst>
            <pc:docMk/>
            <pc:sldMk cId="3461412227" sldId="278"/>
            <ac:picMk id="15" creationId="{D2262E33-3741-40BA-AFDD-3A1D7DADBAD7}"/>
          </ac:picMkLst>
        </pc:picChg>
        <pc:picChg chg="add del mod">
          <ac:chgData name="Ožbot, Miha" userId="5fdfeab2-e3ac-40dc-9f9d-ac602c9b72a8" providerId="ADAL" clId="{DE325AE3-D4EB-4B3A-973B-D751563C2A91}" dt="2022-04-13T11:00:17.461" v="1320" actId="21"/>
          <ac:picMkLst>
            <pc:docMk/>
            <pc:sldMk cId="3461412227" sldId="278"/>
            <ac:picMk id="16" creationId="{1E2A16CE-FAE1-4350-9A69-D9C3D2007297}"/>
          </ac:picMkLst>
        </pc:picChg>
        <pc:picChg chg="add mod">
          <ac:chgData name="Ožbot, Miha" userId="5fdfeab2-e3ac-40dc-9f9d-ac602c9b72a8" providerId="ADAL" clId="{DE325AE3-D4EB-4B3A-973B-D751563C2A91}" dt="2022-04-13T11:24:17.725" v="1627" actId="1076"/>
          <ac:picMkLst>
            <pc:docMk/>
            <pc:sldMk cId="3461412227" sldId="278"/>
            <ac:picMk id="18" creationId="{93682EC8-A214-42AB-9C93-DB4608C51882}"/>
          </ac:picMkLst>
        </pc:picChg>
        <pc:picChg chg="add mod">
          <ac:chgData name="Ožbot, Miha" userId="5fdfeab2-e3ac-40dc-9f9d-ac602c9b72a8" providerId="ADAL" clId="{DE325AE3-D4EB-4B3A-973B-D751563C2A91}" dt="2022-04-14T08:38:28.988" v="2944" actId="1076"/>
          <ac:picMkLst>
            <pc:docMk/>
            <pc:sldMk cId="3461412227" sldId="278"/>
            <ac:picMk id="20" creationId="{90C3A944-1147-4C9D-95F1-94FE4D6DDF1F}"/>
          </ac:picMkLst>
        </pc:picChg>
      </pc:sldChg>
      <pc:sldChg chg="addSp delSp modSp mod addCm delCm modCm modNotesTx">
        <pc:chgData name="Ožbot, Miha" userId="5fdfeab2-e3ac-40dc-9f9d-ac602c9b72a8" providerId="ADAL" clId="{DE325AE3-D4EB-4B3A-973B-D751563C2A91}" dt="2022-04-14T09:24:58.094" v="3527" actId="20577"/>
        <pc:sldMkLst>
          <pc:docMk/>
          <pc:sldMk cId="2849575153" sldId="279"/>
        </pc:sldMkLst>
        <pc:spChg chg="add del mod">
          <ac:chgData name="Ožbot, Miha" userId="5fdfeab2-e3ac-40dc-9f9d-ac602c9b72a8" providerId="ADAL" clId="{DE325AE3-D4EB-4B3A-973B-D751563C2A91}" dt="2022-04-14T09:24:58.094" v="3527" actId="20577"/>
          <ac:spMkLst>
            <pc:docMk/>
            <pc:sldMk cId="2849575153" sldId="279"/>
            <ac:spMk id="3" creationId="{9B7BDED3-60BE-4F4C-8872-B171FE820D8D}"/>
          </ac:spMkLst>
        </pc:spChg>
        <pc:spChg chg="add del">
          <ac:chgData name="Ožbot, Miha" userId="5fdfeab2-e3ac-40dc-9f9d-ac602c9b72a8" providerId="ADAL" clId="{DE325AE3-D4EB-4B3A-973B-D751563C2A91}" dt="2022-04-13T13:46:16.150" v="1737" actId="478"/>
          <ac:spMkLst>
            <pc:docMk/>
            <pc:sldMk cId="2849575153" sldId="279"/>
            <ac:spMk id="19" creationId="{B1B5BE6E-E260-477B-A626-4C039E737DCE}"/>
          </ac:spMkLst>
        </pc:spChg>
        <pc:spChg chg="add mod">
          <ac:chgData name="Ožbot, Miha" userId="5fdfeab2-e3ac-40dc-9f9d-ac602c9b72a8" providerId="ADAL" clId="{DE325AE3-D4EB-4B3A-973B-D751563C2A91}" dt="2022-04-14T08:32:00.973" v="2869" actId="20577"/>
          <ac:spMkLst>
            <pc:docMk/>
            <pc:sldMk cId="2849575153" sldId="279"/>
            <ac:spMk id="19" creationId="{CADD5001-A18F-4BF1-B595-346D270DD558}"/>
          </ac:spMkLst>
        </pc:spChg>
        <pc:spChg chg="add del mod">
          <ac:chgData name="Ožbot, Miha" userId="5fdfeab2-e3ac-40dc-9f9d-ac602c9b72a8" providerId="ADAL" clId="{DE325AE3-D4EB-4B3A-973B-D751563C2A91}" dt="2022-04-13T13:46:13.273" v="1736" actId="478"/>
          <ac:spMkLst>
            <pc:docMk/>
            <pc:sldMk cId="2849575153" sldId="279"/>
            <ac:spMk id="20" creationId="{47AE259A-9A44-4166-AD85-AD5D9AFA33A3}"/>
          </ac:spMkLst>
        </pc:spChg>
        <pc:spChg chg="add mod">
          <ac:chgData name="Ožbot, Miha" userId="5fdfeab2-e3ac-40dc-9f9d-ac602c9b72a8" providerId="ADAL" clId="{DE325AE3-D4EB-4B3A-973B-D751563C2A91}" dt="2022-04-14T08:32:32.469" v="2874" actId="1076"/>
          <ac:spMkLst>
            <pc:docMk/>
            <pc:sldMk cId="2849575153" sldId="279"/>
            <ac:spMk id="20" creationId="{EEB6E38A-B324-425B-A7E6-5ED8994D4796}"/>
          </ac:spMkLst>
        </pc:spChg>
        <pc:spChg chg="add mod">
          <ac:chgData name="Ožbot, Miha" userId="5fdfeab2-e3ac-40dc-9f9d-ac602c9b72a8" providerId="ADAL" clId="{DE325AE3-D4EB-4B3A-973B-D751563C2A91}" dt="2022-04-14T08:32:43.117" v="2879" actId="20577"/>
          <ac:spMkLst>
            <pc:docMk/>
            <pc:sldMk cId="2849575153" sldId="279"/>
            <ac:spMk id="21" creationId="{4CC39A68-71EF-4C6F-93D6-0715F89D1241}"/>
          </ac:spMkLst>
        </pc:spChg>
        <pc:spChg chg="add del mod">
          <ac:chgData name="Ožbot, Miha" userId="5fdfeab2-e3ac-40dc-9f9d-ac602c9b72a8" providerId="ADAL" clId="{DE325AE3-D4EB-4B3A-973B-D751563C2A91}" dt="2022-04-13T13:46:28.887" v="1743" actId="478"/>
          <ac:spMkLst>
            <pc:docMk/>
            <pc:sldMk cId="2849575153" sldId="279"/>
            <ac:spMk id="21" creationId="{FE31E07F-64B1-46FE-9B2C-6462371096EC}"/>
          </ac:spMkLst>
        </pc:spChg>
        <pc:spChg chg="add mod">
          <ac:chgData name="Ožbot, Miha" userId="5fdfeab2-e3ac-40dc-9f9d-ac602c9b72a8" providerId="ADAL" clId="{DE325AE3-D4EB-4B3A-973B-D751563C2A91}" dt="2022-04-14T08:32:57.740" v="2888" actId="1076"/>
          <ac:spMkLst>
            <pc:docMk/>
            <pc:sldMk cId="2849575153" sldId="279"/>
            <ac:spMk id="22" creationId="{0447E4F2-8716-4FA2-B427-ACEE334300CC}"/>
          </ac:spMkLst>
        </pc:spChg>
        <pc:spChg chg="add mod">
          <ac:chgData name="Ožbot, Miha" userId="5fdfeab2-e3ac-40dc-9f9d-ac602c9b72a8" providerId="ADAL" clId="{DE325AE3-D4EB-4B3A-973B-D751563C2A91}" dt="2022-04-14T08:33:52.964" v="2897" actId="1076"/>
          <ac:spMkLst>
            <pc:docMk/>
            <pc:sldMk cId="2849575153" sldId="279"/>
            <ac:spMk id="24" creationId="{9D09225A-910B-442F-8D11-03A7C434E191}"/>
          </ac:spMkLst>
        </pc:spChg>
        <pc:spChg chg="add mod">
          <ac:chgData name="Ožbot, Miha" userId="5fdfeab2-e3ac-40dc-9f9d-ac602c9b72a8" providerId="ADAL" clId="{DE325AE3-D4EB-4B3A-973B-D751563C2A91}" dt="2022-04-14T08:34:03.629" v="2902" actId="1076"/>
          <ac:spMkLst>
            <pc:docMk/>
            <pc:sldMk cId="2849575153" sldId="279"/>
            <ac:spMk id="26" creationId="{8CD1597B-473A-40F6-8BBE-C7794A5B100D}"/>
          </ac:spMkLst>
        </pc:spChg>
        <pc:picChg chg="mod">
          <ac:chgData name="Ožbot, Miha" userId="5fdfeab2-e3ac-40dc-9f9d-ac602c9b72a8" providerId="ADAL" clId="{DE325AE3-D4EB-4B3A-973B-D751563C2A91}" dt="2022-04-14T08:30:02.180" v="2820" actId="1076"/>
          <ac:picMkLst>
            <pc:docMk/>
            <pc:sldMk cId="2849575153" sldId="279"/>
            <ac:picMk id="4" creationId="{05AE727E-5F2F-448B-B67B-8E426C9AD95E}"/>
          </ac:picMkLst>
        </pc:picChg>
        <pc:picChg chg="mod">
          <ac:chgData name="Ožbot, Miha" userId="5fdfeab2-e3ac-40dc-9f9d-ac602c9b72a8" providerId="ADAL" clId="{DE325AE3-D4EB-4B3A-973B-D751563C2A91}" dt="2022-04-14T08:30:07.092" v="2825" actId="1076"/>
          <ac:picMkLst>
            <pc:docMk/>
            <pc:sldMk cId="2849575153" sldId="279"/>
            <ac:picMk id="5" creationId="{4C194844-4B49-488E-95FC-55F500B7250E}"/>
          </ac:picMkLst>
        </pc:picChg>
        <pc:picChg chg="mod">
          <ac:chgData name="Ožbot, Miha" userId="5fdfeab2-e3ac-40dc-9f9d-ac602c9b72a8" providerId="ADAL" clId="{DE325AE3-D4EB-4B3A-973B-D751563C2A91}" dt="2022-04-14T08:30:04.437" v="2823" actId="1076"/>
          <ac:picMkLst>
            <pc:docMk/>
            <pc:sldMk cId="2849575153" sldId="279"/>
            <ac:picMk id="6" creationId="{D299FABD-8B15-4E2C-B0B2-06D58E33344B}"/>
          </ac:picMkLst>
        </pc:picChg>
        <pc:picChg chg="mod">
          <ac:chgData name="Ožbot, Miha" userId="5fdfeab2-e3ac-40dc-9f9d-ac602c9b72a8" providerId="ADAL" clId="{DE325AE3-D4EB-4B3A-973B-D751563C2A91}" dt="2022-04-14T08:30:14.957" v="2831" actId="1076"/>
          <ac:picMkLst>
            <pc:docMk/>
            <pc:sldMk cId="2849575153" sldId="279"/>
            <ac:picMk id="7" creationId="{B8D96EC5-A7EA-4DD7-9156-AA907DF54DEE}"/>
          </ac:picMkLst>
        </pc:picChg>
        <pc:picChg chg="del mod">
          <ac:chgData name="Ožbot, Miha" userId="5fdfeab2-e3ac-40dc-9f9d-ac602c9b72a8" providerId="ADAL" clId="{DE325AE3-D4EB-4B3A-973B-D751563C2A91}" dt="2022-04-14T08:29:18.444" v="2786" actId="478"/>
          <ac:picMkLst>
            <pc:docMk/>
            <pc:sldMk cId="2849575153" sldId="279"/>
            <ac:picMk id="10" creationId="{78C6B1A8-541D-468B-A2E2-1A29D3A6CE43}"/>
          </ac:picMkLst>
        </pc:picChg>
        <pc:picChg chg="del mod">
          <ac:chgData name="Ožbot, Miha" userId="5fdfeab2-e3ac-40dc-9f9d-ac602c9b72a8" providerId="ADAL" clId="{DE325AE3-D4EB-4B3A-973B-D751563C2A91}" dt="2022-04-14T08:29:19.404" v="2787" actId="478"/>
          <ac:picMkLst>
            <pc:docMk/>
            <pc:sldMk cId="2849575153" sldId="279"/>
            <ac:picMk id="12" creationId="{8E30AE7B-FC11-425D-8493-C870E16D44C0}"/>
          </ac:picMkLst>
        </pc:picChg>
        <pc:picChg chg="add del mod">
          <ac:chgData name="Ožbot, Miha" userId="5fdfeab2-e3ac-40dc-9f9d-ac602c9b72a8" providerId="ADAL" clId="{DE325AE3-D4EB-4B3A-973B-D751563C2A91}" dt="2022-04-14T08:29:17.386" v="2785" actId="478"/>
          <ac:picMkLst>
            <pc:docMk/>
            <pc:sldMk cId="2849575153" sldId="279"/>
            <ac:picMk id="13" creationId="{1488F8C6-9C92-44CD-88DC-6435E4A17C6E}"/>
          </ac:picMkLst>
        </pc:picChg>
        <pc:picChg chg="mod">
          <ac:chgData name="Ožbot, Miha" userId="5fdfeab2-e3ac-40dc-9f9d-ac602c9b72a8" providerId="ADAL" clId="{DE325AE3-D4EB-4B3A-973B-D751563C2A91}" dt="2022-04-14T08:31:40.766" v="2865" actId="1076"/>
          <ac:picMkLst>
            <pc:docMk/>
            <pc:sldMk cId="2849575153" sldId="279"/>
            <ac:picMk id="14" creationId="{5CCB4BE9-CBDD-45AF-AA81-7DCEE4C1DEE0}"/>
          </ac:picMkLst>
        </pc:picChg>
        <pc:picChg chg="add mod">
          <ac:chgData name="Ožbot, Miha" userId="5fdfeab2-e3ac-40dc-9f9d-ac602c9b72a8" providerId="ADAL" clId="{DE325AE3-D4EB-4B3A-973B-D751563C2A91}" dt="2022-04-14T08:31:40.142" v="2863" actId="1076"/>
          <ac:picMkLst>
            <pc:docMk/>
            <pc:sldMk cId="2849575153" sldId="279"/>
            <ac:picMk id="15" creationId="{1A77BCA0-EEE7-4F69-8A51-C23D6C7089FE}"/>
          </ac:picMkLst>
        </pc:picChg>
        <pc:picChg chg="add del mod">
          <ac:chgData name="Ožbot, Miha" userId="5fdfeab2-e3ac-40dc-9f9d-ac602c9b72a8" providerId="ADAL" clId="{DE325AE3-D4EB-4B3A-973B-D751563C2A91}" dt="2022-04-13T11:07:06.239" v="1442" actId="478"/>
          <ac:picMkLst>
            <pc:docMk/>
            <pc:sldMk cId="2849575153" sldId="279"/>
            <ac:picMk id="16" creationId="{D1014155-33FD-4CBD-9572-720DD9D27BB6}"/>
          </ac:picMkLst>
        </pc:picChg>
        <pc:picChg chg="add mod">
          <ac:chgData name="Ožbot, Miha" userId="5fdfeab2-e3ac-40dc-9f9d-ac602c9b72a8" providerId="ADAL" clId="{DE325AE3-D4EB-4B3A-973B-D751563C2A91}" dt="2022-04-14T08:31:40.482" v="2864" actId="1076"/>
          <ac:picMkLst>
            <pc:docMk/>
            <pc:sldMk cId="2849575153" sldId="279"/>
            <ac:picMk id="18" creationId="{D8221DEE-20B2-42A7-95A7-353C353DA5D7}"/>
          </ac:picMkLst>
        </pc:picChg>
      </pc:sldChg>
      <pc:sldChg chg="addSp modSp mod addCm modNotesTx">
        <pc:chgData name="Ožbot, Miha" userId="5fdfeab2-e3ac-40dc-9f9d-ac602c9b72a8" providerId="ADAL" clId="{DE325AE3-D4EB-4B3A-973B-D751563C2A91}" dt="2022-04-14T09:27:37.646" v="3606" actId="20577"/>
        <pc:sldMkLst>
          <pc:docMk/>
          <pc:sldMk cId="2584916931" sldId="280"/>
        </pc:sldMkLst>
        <pc:spChg chg="mod">
          <ac:chgData name="Ožbot, Miha" userId="5fdfeab2-e3ac-40dc-9f9d-ac602c9b72a8" providerId="ADAL" clId="{DE325AE3-D4EB-4B3A-973B-D751563C2A91}" dt="2022-04-14T09:27:37.646" v="3606" actId="20577"/>
          <ac:spMkLst>
            <pc:docMk/>
            <pc:sldMk cId="2584916931" sldId="280"/>
            <ac:spMk id="3" creationId="{12886D7A-D4E7-495E-908F-E15497B16D57}"/>
          </ac:spMkLst>
        </pc:spChg>
        <pc:spChg chg="add mod">
          <ac:chgData name="Ožbot, Miha" userId="5fdfeab2-e3ac-40dc-9f9d-ac602c9b72a8" providerId="ADAL" clId="{DE325AE3-D4EB-4B3A-973B-D751563C2A91}" dt="2022-04-14T07:55:49.188" v="2391" actId="255"/>
          <ac:spMkLst>
            <pc:docMk/>
            <pc:sldMk cId="2584916931" sldId="280"/>
            <ac:spMk id="11" creationId="{26E6E58B-1A7F-446C-AE9D-86AB99F46FB1}"/>
          </ac:spMkLst>
        </pc:spChg>
        <pc:spChg chg="add mod">
          <ac:chgData name="Ožbot, Miha" userId="5fdfeab2-e3ac-40dc-9f9d-ac602c9b72a8" providerId="ADAL" clId="{DE325AE3-D4EB-4B3A-973B-D751563C2A91}" dt="2022-04-14T07:57:40.044" v="2426" actId="1076"/>
          <ac:spMkLst>
            <pc:docMk/>
            <pc:sldMk cId="2584916931" sldId="280"/>
            <ac:spMk id="13" creationId="{DF6AB5CB-144E-4300-B1F9-120315A1B523}"/>
          </ac:spMkLst>
        </pc:spChg>
        <pc:spChg chg="add mod">
          <ac:chgData name="Ožbot, Miha" userId="5fdfeab2-e3ac-40dc-9f9d-ac602c9b72a8" providerId="ADAL" clId="{DE325AE3-D4EB-4B3A-973B-D751563C2A91}" dt="2022-04-14T07:57:32.060" v="2425" actId="20577"/>
          <ac:spMkLst>
            <pc:docMk/>
            <pc:sldMk cId="2584916931" sldId="280"/>
            <ac:spMk id="14" creationId="{6B91DC60-BD89-46DF-92EC-99C6E7DCF1CD}"/>
          </ac:spMkLst>
        </pc:spChg>
        <pc:picChg chg="mod">
          <ac:chgData name="Ožbot, Miha" userId="5fdfeab2-e3ac-40dc-9f9d-ac602c9b72a8" providerId="ADAL" clId="{DE325AE3-D4EB-4B3A-973B-D751563C2A91}" dt="2022-04-14T07:57:22.763" v="2415" actId="1076"/>
          <ac:picMkLst>
            <pc:docMk/>
            <pc:sldMk cId="2584916931" sldId="280"/>
            <ac:picMk id="7" creationId="{3EFBE3DE-D154-408C-90ED-EB5CCA9656FB}"/>
          </ac:picMkLst>
        </pc:picChg>
        <pc:picChg chg="mod">
          <ac:chgData name="Ožbot, Miha" userId="5fdfeab2-e3ac-40dc-9f9d-ac602c9b72a8" providerId="ADAL" clId="{DE325AE3-D4EB-4B3A-973B-D751563C2A91}" dt="2022-04-14T07:57:26.444" v="2417" actId="1076"/>
          <ac:picMkLst>
            <pc:docMk/>
            <pc:sldMk cId="2584916931" sldId="280"/>
            <ac:picMk id="8" creationId="{7DA9D3D4-84B5-4902-B19B-1A093CCC949F}"/>
          </ac:picMkLst>
        </pc:picChg>
        <pc:picChg chg="add mod">
          <ac:chgData name="Ožbot, Miha" userId="5fdfeab2-e3ac-40dc-9f9d-ac602c9b72a8" providerId="ADAL" clId="{DE325AE3-D4EB-4B3A-973B-D751563C2A91}" dt="2022-04-14T07:57:40.044" v="2426" actId="1076"/>
          <ac:picMkLst>
            <pc:docMk/>
            <pc:sldMk cId="2584916931" sldId="280"/>
            <ac:picMk id="9" creationId="{157CEC1B-36E1-4CFC-944A-F6C0BF7E768F}"/>
          </ac:picMkLst>
        </pc:picChg>
      </pc:sldChg>
      <pc:sldChg chg="addSp delSp modSp add del mod addCm modNotesTx">
        <pc:chgData name="Ožbot, Miha" userId="5fdfeab2-e3ac-40dc-9f9d-ac602c9b72a8" providerId="ADAL" clId="{DE325AE3-D4EB-4B3A-973B-D751563C2A91}" dt="2022-04-14T09:29:07.711" v="3638" actId="20577"/>
        <pc:sldMkLst>
          <pc:docMk/>
          <pc:sldMk cId="3904152926" sldId="281"/>
        </pc:sldMkLst>
        <pc:spChg chg="mod">
          <ac:chgData name="Ožbot, Miha" userId="5fdfeab2-e3ac-40dc-9f9d-ac602c9b72a8" providerId="ADAL" clId="{DE325AE3-D4EB-4B3A-973B-D751563C2A91}" dt="2022-04-14T09:29:07.711" v="3638" actId="20577"/>
          <ac:spMkLst>
            <pc:docMk/>
            <pc:sldMk cId="3904152926" sldId="281"/>
            <ac:spMk id="3" creationId="{FF9CEB20-11ED-49A7-A1FC-827249F25E3F}"/>
          </ac:spMkLst>
        </pc:spChg>
        <pc:spChg chg="add del mod">
          <ac:chgData name="Ožbot, Miha" userId="5fdfeab2-e3ac-40dc-9f9d-ac602c9b72a8" providerId="ADAL" clId="{DE325AE3-D4EB-4B3A-973B-D751563C2A91}" dt="2022-04-14T07:38:37.034" v="2265" actId="478"/>
          <ac:spMkLst>
            <pc:docMk/>
            <pc:sldMk cId="3904152926" sldId="281"/>
            <ac:spMk id="11" creationId="{1BE816CF-C892-4E62-95F4-99B7F3A13B77}"/>
          </ac:spMkLst>
        </pc:spChg>
        <pc:spChg chg="add mod">
          <ac:chgData name="Ožbot, Miha" userId="5fdfeab2-e3ac-40dc-9f9d-ac602c9b72a8" providerId="ADAL" clId="{DE325AE3-D4EB-4B3A-973B-D751563C2A91}" dt="2022-04-14T07:40:56.885" v="2296" actId="207"/>
          <ac:spMkLst>
            <pc:docMk/>
            <pc:sldMk cId="3904152926" sldId="281"/>
            <ac:spMk id="12" creationId="{7BDBCDF1-8F7D-4AF8-9E1B-038AAD58F273}"/>
          </ac:spMkLst>
        </pc:spChg>
      </pc:sldChg>
      <pc:sldChg chg="modSp mod addCm">
        <pc:chgData name="Ožbot, Miha" userId="5fdfeab2-e3ac-40dc-9f9d-ac602c9b72a8" providerId="ADAL" clId="{DE325AE3-D4EB-4B3A-973B-D751563C2A91}" dt="2022-04-14T09:29:54.047" v="3656" actId="20577"/>
        <pc:sldMkLst>
          <pc:docMk/>
          <pc:sldMk cId="877783051" sldId="282"/>
        </pc:sldMkLst>
        <pc:spChg chg="mod">
          <ac:chgData name="Ožbot, Miha" userId="5fdfeab2-e3ac-40dc-9f9d-ac602c9b72a8" providerId="ADAL" clId="{DE325AE3-D4EB-4B3A-973B-D751563C2A91}" dt="2022-04-14T09:29:54.047" v="3656" actId="20577"/>
          <ac:spMkLst>
            <pc:docMk/>
            <pc:sldMk cId="877783051" sldId="282"/>
            <ac:spMk id="3" creationId="{09770A0F-0E9E-4F08-871D-40BE89BE243D}"/>
          </ac:spMkLst>
        </pc:spChg>
      </pc:sldChg>
      <pc:sldChg chg="modSp mod">
        <pc:chgData name="Ožbot, Miha" userId="5fdfeab2-e3ac-40dc-9f9d-ac602c9b72a8" providerId="ADAL" clId="{DE325AE3-D4EB-4B3A-973B-D751563C2A91}" dt="2022-04-14T09:30:18.255" v="3663" actId="20577"/>
        <pc:sldMkLst>
          <pc:docMk/>
          <pc:sldMk cId="996068835" sldId="283"/>
        </pc:sldMkLst>
        <pc:spChg chg="mod">
          <ac:chgData name="Ožbot, Miha" userId="5fdfeab2-e3ac-40dc-9f9d-ac602c9b72a8" providerId="ADAL" clId="{DE325AE3-D4EB-4B3A-973B-D751563C2A91}" dt="2022-04-14T09:30:18.255" v="3663" actId="20577"/>
          <ac:spMkLst>
            <pc:docMk/>
            <pc:sldMk cId="996068835" sldId="283"/>
            <ac:spMk id="9" creationId="{FB891943-C082-4EEA-A448-1BFE4DCC071B}"/>
          </ac:spMkLst>
        </pc:spChg>
      </pc:sldChg>
      <pc:sldChg chg="modSp mod">
        <pc:chgData name="Ožbot, Miha" userId="5fdfeab2-e3ac-40dc-9f9d-ac602c9b72a8" providerId="ADAL" clId="{DE325AE3-D4EB-4B3A-973B-D751563C2A91}" dt="2022-04-13T07:18:02.650" v="506" actId="1076"/>
        <pc:sldMkLst>
          <pc:docMk/>
          <pc:sldMk cId="862989043" sldId="284"/>
        </pc:sldMkLst>
        <pc:spChg chg="mod ord">
          <ac:chgData name="Ožbot, Miha" userId="5fdfeab2-e3ac-40dc-9f9d-ac602c9b72a8" providerId="ADAL" clId="{DE325AE3-D4EB-4B3A-973B-D751563C2A91}" dt="2022-04-13T07:17:57.261" v="503" actId="166"/>
          <ac:spMkLst>
            <pc:docMk/>
            <pc:sldMk cId="862989043" sldId="284"/>
            <ac:spMk id="2" creationId="{33AC806F-76B1-43B6-8CA1-6EDE0AFBE77F}"/>
          </ac:spMkLst>
        </pc:spChg>
        <pc:picChg chg="mod">
          <ac:chgData name="Ožbot, Miha" userId="5fdfeab2-e3ac-40dc-9f9d-ac602c9b72a8" providerId="ADAL" clId="{DE325AE3-D4EB-4B3A-973B-D751563C2A91}" dt="2022-04-13T07:18:00.178" v="505" actId="1076"/>
          <ac:picMkLst>
            <pc:docMk/>
            <pc:sldMk cId="862989043" sldId="284"/>
            <ac:picMk id="16" creationId="{7169D02A-738F-4A1D-841C-7AD1C268E525}"/>
          </ac:picMkLst>
        </pc:picChg>
        <pc:picChg chg="mod ord">
          <ac:chgData name="Ožbot, Miha" userId="5fdfeab2-e3ac-40dc-9f9d-ac602c9b72a8" providerId="ADAL" clId="{DE325AE3-D4EB-4B3A-973B-D751563C2A91}" dt="2022-04-13T07:18:02.650" v="506" actId="1076"/>
          <ac:picMkLst>
            <pc:docMk/>
            <pc:sldMk cId="862989043" sldId="284"/>
            <ac:picMk id="22" creationId="{6B9EAAC1-1378-43B9-A00C-895749E308DA}"/>
          </ac:picMkLst>
        </pc:picChg>
      </pc:sldChg>
      <pc:sldChg chg="modSp mod">
        <pc:chgData name="Ožbot, Miha" userId="5fdfeab2-e3ac-40dc-9f9d-ac602c9b72a8" providerId="ADAL" clId="{DE325AE3-D4EB-4B3A-973B-D751563C2A91}" dt="2022-04-14T09:12:03.712" v="3267" actId="20577"/>
        <pc:sldMkLst>
          <pc:docMk/>
          <pc:sldMk cId="1239167803" sldId="285"/>
        </pc:sldMkLst>
        <pc:spChg chg="mod">
          <ac:chgData name="Ožbot, Miha" userId="5fdfeab2-e3ac-40dc-9f9d-ac602c9b72a8" providerId="ADAL" clId="{DE325AE3-D4EB-4B3A-973B-D751563C2A91}" dt="2022-04-14T09:11:36.030" v="3250" actId="20577"/>
          <ac:spMkLst>
            <pc:docMk/>
            <pc:sldMk cId="1239167803" sldId="285"/>
            <ac:spMk id="9" creationId="{2CBCB694-F4D3-4289-A2F5-836A72C0514D}"/>
          </ac:spMkLst>
        </pc:spChg>
        <pc:spChg chg="mod">
          <ac:chgData name="Ožbot, Miha" userId="5fdfeab2-e3ac-40dc-9f9d-ac602c9b72a8" providerId="ADAL" clId="{DE325AE3-D4EB-4B3A-973B-D751563C2A91}" dt="2022-04-14T09:12:03.712" v="3267" actId="20577"/>
          <ac:spMkLst>
            <pc:docMk/>
            <pc:sldMk cId="1239167803" sldId="285"/>
            <ac:spMk id="166" creationId="{B8D13A2C-0815-46E8-A56B-7231923908FB}"/>
          </ac:spMkLst>
        </pc:spChg>
      </pc:sldChg>
      <pc:sldChg chg="modSp mod">
        <pc:chgData name="Ožbot, Miha" userId="5fdfeab2-e3ac-40dc-9f9d-ac602c9b72a8" providerId="ADAL" clId="{DE325AE3-D4EB-4B3A-973B-D751563C2A91}" dt="2022-04-14T09:13:09.174" v="3291" actId="1076"/>
        <pc:sldMkLst>
          <pc:docMk/>
          <pc:sldMk cId="3372332676" sldId="286"/>
        </pc:sldMkLst>
        <pc:spChg chg="mod">
          <ac:chgData name="Ožbot, Miha" userId="5fdfeab2-e3ac-40dc-9f9d-ac602c9b72a8" providerId="ADAL" clId="{DE325AE3-D4EB-4B3A-973B-D751563C2A91}" dt="2022-04-14T09:12:49.758" v="3282" actId="20577"/>
          <ac:spMkLst>
            <pc:docMk/>
            <pc:sldMk cId="3372332676" sldId="286"/>
            <ac:spMk id="3" creationId="{8B963D87-ED67-48B8-B813-8E848277554D}"/>
          </ac:spMkLst>
        </pc:spChg>
        <pc:spChg chg="mod">
          <ac:chgData name="Ožbot, Miha" userId="5fdfeab2-e3ac-40dc-9f9d-ac602c9b72a8" providerId="ADAL" clId="{DE325AE3-D4EB-4B3A-973B-D751563C2A91}" dt="2022-04-14T09:12:59.215" v="3286" actId="20577"/>
          <ac:spMkLst>
            <pc:docMk/>
            <pc:sldMk cId="3372332676" sldId="286"/>
            <ac:spMk id="11" creationId="{E8A72E00-ECD2-47B7-AC49-7FC491FC70D8}"/>
          </ac:spMkLst>
        </pc:spChg>
        <pc:spChg chg="mod">
          <ac:chgData name="Ožbot, Miha" userId="5fdfeab2-e3ac-40dc-9f9d-ac602c9b72a8" providerId="ADAL" clId="{DE325AE3-D4EB-4B3A-973B-D751563C2A91}" dt="2022-04-14T09:13:01.326" v="3288" actId="20577"/>
          <ac:spMkLst>
            <pc:docMk/>
            <pc:sldMk cId="3372332676" sldId="286"/>
            <ac:spMk id="13" creationId="{AAC12749-6FD6-482D-B1B0-6D2E11D2EFE0}"/>
          </ac:spMkLst>
        </pc:spChg>
        <pc:picChg chg="mod">
          <ac:chgData name="Ožbot, Miha" userId="5fdfeab2-e3ac-40dc-9f9d-ac602c9b72a8" providerId="ADAL" clId="{DE325AE3-D4EB-4B3A-973B-D751563C2A91}" dt="2022-04-14T09:13:09.174" v="3291" actId="1076"/>
          <ac:picMkLst>
            <pc:docMk/>
            <pc:sldMk cId="3372332676" sldId="286"/>
            <ac:picMk id="10" creationId="{2EE79E24-625E-4E2A-8A73-BDF3D154713C}"/>
          </ac:picMkLst>
        </pc:picChg>
      </pc:sldChg>
      <pc:sldChg chg="modSp mod ord">
        <pc:chgData name="Ožbot, Miha" userId="5fdfeab2-e3ac-40dc-9f9d-ac602c9b72a8" providerId="ADAL" clId="{DE325AE3-D4EB-4B3A-973B-D751563C2A91}" dt="2022-04-13T06:45:13.581" v="196" actId="1076"/>
        <pc:sldMkLst>
          <pc:docMk/>
          <pc:sldMk cId="1082004255" sldId="287"/>
        </pc:sldMkLst>
        <pc:spChg chg="mod">
          <ac:chgData name="Ožbot, Miha" userId="5fdfeab2-e3ac-40dc-9f9d-ac602c9b72a8" providerId="ADAL" clId="{DE325AE3-D4EB-4B3A-973B-D751563C2A91}" dt="2022-04-13T06:45:08.425" v="193" actId="27636"/>
          <ac:spMkLst>
            <pc:docMk/>
            <pc:sldMk cId="1082004255" sldId="287"/>
            <ac:spMk id="2" creationId="{33AC806F-76B1-43B6-8CA1-6EDE0AFBE77F}"/>
          </ac:spMkLst>
        </pc:spChg>
        <pc:picChg chg="mod">
          <ac:chgData name="Ožbot, Miha" userId="5fdfeab2-e3ac-40dc-9f9d-ac602c9b72a8" providerId="ADAL" clId="{DE325AE3-D4EB-4B3A-973B-D751563C2A91}" dt="2022-04-13T06:45:13.581" v="196" actId="1076"/>
          <ac:picMkLst>
            <pc:docMk/>
            <pc:sldMk cId="1082004255" sldId="287"/>
            <ac:picMk id="10" creationId="{334DCAF6-D811-4BAD-B565-AED2BC4F1862}"/>
          </ac:picMkLst>
        </pc:picChg>
        <pc:picChg chg="mod">
          <ac:chgData name="Ožbot, Miha" userId="5fdfeab2-e3ac-40dc-9f9d-ac602c9b72a8" providerId="ADAL" clId="{DE325AE3-D4EB-4B3A-973B-D751563C2A91}" dt="2022-04-13T06:45:10.193" v="194" actId="1076"/>
          <ac:picMkLst>
            <pc:docMk/>
            <pc:sldMk cId="1082004255" sldId="287"/>
            <ac:picMk id="14" creationId="{1E118952-D35D-497A-8FC7-BAB88B34EA86}"/>
          </ac:picMkLst>
        </pc:picChg>
        <pc:picChg chg="mod">
          <ac:chgData name="Ožbot, Miha" userId="5fdfeab2-e3ac-40dc-9f9d-ac602c9b72a8" providerId="ADAL" clId="{DE325AE3-D4EB-4B3A-973B-D751563C2A91}" dt="2022-04-13T06:45:01.110" v="188" actId="1076"/>
          <ac:picMkLst>
            <pc:docMk/>
            <pc:sldMk cId="1082004255" sldId="287"/>
            <ac:picMk id="21" creationId="{AE611F5A-ECCA-44F7-9198-67E064EA7552}"/>
          </ac:picMkLst>
        </pc:picChg>
        <pc:picChg chg="mod">
          <ac:chgData name="Ožbot, Miha" userId="5fdfeab2-e3ac-40dc-9f9d-ac602c9b72a8" providerId="ADAL" clId="{DE325AE3-D4EB-4B3A-973B-D751563C2A91}" dt="2022-04-13T06:45:12.680" v="195" actId="1076"/>
          <ac:picMkLst>
            <pc:docMk/>
            <pc:sldMk cId="1082004255" sldId="287"/>
            <ac:picMk id="24" creationId="{480621F9-EF07-4C21-A82F-9480BF7F1A83}"/>
          </ac:picMkLst>
        </pc:picChg>
      </pc:sldChg>
      <pc:sldChg chg="addSp delSp modSp mod">
        <pc:chgData name="Ožbot, Miha" userId="5fdfeab2-e3ac-40dc-9f9d-ac602c9b72a8" providerId="ADAL" clId="{DE325AE3-D4EB-4B3A-973B-D751563C2A91}" dt="2022-04-13T12:09:50.458" v="1672"/>
        <pc:sldMkLst>
          <pc:docMk/>
          <pc:sldMk cId="4277249247" sldId="288"/>
        </pc:sldMkLst>
        <pc:graphicFrameChg chg="del">
          <ac:chgData name="Ožbot, Miha" userId="5fdfeab2-e3ac-40dc-9f9d-ac602c9b72a8" providerId="ADAL" clId="{DE325AE3-D4EB-4B3A-973B-D751563C2A91}" dt="2022-04-13T06:45:19.627" v="197" actId="478"/>
          <ac:graphicFrameMkLst>
            <pc:docMk/>
            <pc:sldMk cId="4277249247" sldId="288"/>
            <ac:graphicFrameMk id="5" creationId="{BB075082-82A7-4C0B-9C04-EE5BEDBA67B5}"/>
          </ac:graphicFrameMkLst>
        </pc:graphicFrameChg>
        <pc:picChg chg="add mod">
          <ac:chgData name="Ožbot, Miha" userId="5fdfeab2-e3ac-40dc-9f9d-ac602c9b72a8" providerId="ADAL" clId="{DE325AE3-D4EB-4B3A-973B-D751563C2A91}" dt="2022-04-13T12:09:50.458" v="1672"/>
          <ac:picMkLst>
            <pc:docMk/>
            <pc:sldMk cId="4277249247" sldId="288"/>
            <ac:picMk id="6" creationId="{46738694-986F-45B7-B7F7-D4F61B9DF590}"/>
          </ac:picMkLst>
        </pc:picChg>
      </pc:sldChg>
      <pc:sldChg chg="addSp delSp modSp new mod setBg addCm modCm modNotesTx">
        <pc:chgData name="Ožbot, Miha" userId="5fdfeab2-e3ac-40dc-9f9d-ac602c9b72a8" providerId="ADAL" clId="{DE325AE3-D4EB-4B3A-973B-D751563C2A91}" dt="2022-04-14T09:26:19.983" v="3568" actId="20577"/>
        <pc:sldMkLst>
          <pc:docMk/>
          <pc:sldMk cId="236193050" sldId="289"/>
        </pc:sldMkLst>
        <pc:spChg chg="mod">
          <ac:chgData name="Ožbot, Miha" userId="5fdfeab2-e3ac-40dc-9f9d-ac602c9b72a8" providerId="ADAL" clId="{DE325AE3-D4EB-4B3A-973B-D751563C2A91}" dt="2022-04-13T11:20:39.471" v="1544" actId="26606"/>
          <ac:spMkLst>
            <pc:docMk/>
            <pc:sldMk cId="236193050" sldId="289"/>
            <ac:spMk id="2" creationId="{ADE6F06D-CBC0-4C63-81F2-CF0BE62BD18E}"/>
          </ac:spMkLst>
        </pc:spChg>
        <pc:spChg chg="del">
          <ac:chgData name="Ožbot, Miha" userId="5fdfeab2-e3ac-40dc-9f9d-ac602c9b72a8" providerId="ADAL" clId="{DE325AE3-D4EB-4B3A-973B-D751563C2A91}" dt="2022-04-13T10:44:47.581" v="939" actId="22"/>
          <ac:spMkLst>
            <pc:docMk/>
            <pc:sldMk cId="236193050" sldId="289"/>
            <ac:spMk id="3" creationId="{0096DBC9-5CF0-4AAB-8E2B-F2E49954DDD7}"/>
          </ac:spMkLst>
        </pc:spChg>
        <pc:spChg chg="mod ord">
          <ac:chgData name="Ožbot, Miha" userId="5fdfeab2-e3ac-40dc-9f9d-ac602c9b72a8" providerId="ADAL" clId="{DE325AE3-D4EB-4B3A-973B-D751563C2A91}" dt="2022-04-13T11:20:39.471" v="1544" actId="26606"/>
          <ac:spMkLst>
            <pc:docMk/>
            <pc:sldMk cId="236193050" sldId="289"/>
            <ac:spMk id="4" creationId="{659A0EAC-3961-45B1-8498-74C4999668AC}"/>
          </ac:spMkLst>
        </pc:spChg>
        <pc:spChg chg="add mod">
          <ac:chgData name="Ožbot, Miha" userId="5fdfeab2-e3ac-40dc-9f9d-ac602c9b72a8" providerId="ADAL" clId="{DE325AE3-D4EB-4B3A-973B-D751563C2A91}" dt="2022-04-14T07:41:11.789" v="2297" actId="948"/>
          <ac:spMkLst>
            <pc:docMk/>
            <pc:sldMk cId="236193050" sldId="289"/>
            <ac:spMk id="11" creationId="{2A391543-806C-4A98-98B8-2FC8901204B2}"/>
          </ac:spMkLst>
        </pc:spChg>
        <pc:spChg chg="add mod">
          <ac:chgData name="Ožbot, Miha" userId="5fdfeab2-e3ac-40dc-9f9d-ac602c9b72a8" providerId="ADAL" clId="{DE325AE3-D4EB-4B3A-973B-D751563C2A91}" dt="2022-04-14T08:08:33.580" v="2584" actId="20577"/>
          <ac:spMkLst>
            <pc:docMk/>
            <pc:sldMk cId="236193050" sldId="289"/>
            <ac:spMk id="12" creationId="{F220E5E9-1191-46C3-9B1C-BCAE2949A659}"/>
          </ac:spMkLst>
        </pc:spChg>
        <pc:spChg chg="add mod">
          <ac:chgData name="Ožbot, Miha" userId="5fdfeab2-e3ac-40dc-9f9d-ac602c9b72a8" providerId="ADAL" clId="{DE325AE3-D4EB-4B3A-973B-D751563C2A91}" dt="2022-04-14T09:26:19.983" v="3568" actId="20577"/>
          <ac:spMkLst>
            <pc:docMk/>
            <pc:sldMk cId="236193050" sldId="289"/>
            <ac:spMk id="13" creationId="{56187702-45A0-47FE-A28D-88475E6114A6}"/>
          </ac:spMkLst>
        </pc:spChg>
        <pc:spChg chg="add mod">
          <ac:chgData name="Ožbot, Miha" userId="5fdfeab2-e3ac-40dc-9f9d-ac602c9b72a8" providerId="ADAL" clId="{DE325AE3-D4EB-4B3A-973B-D751563C2A91}" dt="2022-04-14T08:08:41.804" v="2589" actId="20577"/>
          <ac:spMkLst>
            <pc:docMk/>
            <pc:sldMk cId="236193050" sldId="289"/>
            <ac:spMk id="14" creationId="{4384DDC9-1599-4223-AFAB-6C05DFACAD20}"/>
          </ac:spMkLst>
        </pc:spChg>
        <pc:spChg chg="add del mod">
          <ac:chgData name="Ožbot, Miha" userId="5fdfeab2-e3ac-40dc-9f9d-ac602c9b72a8" providerId="ADAL" clId="{DE325AE3-D4EB-4B3A-973B-D751563C2A91}" dt="2022-04-13T11:20:30.035" v="1541"/>
          <ac:spMkLst>
            <pc:docMk/>
            <pc:sldMk cId="236193050" sldId="289"/>
            <ac:spMk id="15" creationId="{7ECF1002-62C8-4055-B785-49B165C2B995}"/>
          </ac:spMkLst>
        </pc:spChg>
        <pc:spChg chg="add">
          <ac:chgData name="Ožbot, Miha" userId="5fdfeab2-e3ac-40dc-9f9d-ac602c9b72a8" providerId="ADAL" clId="{DE325AE3-D4EB-4B3A-973B-D751563C2A91}" dt="2022-04-13T11:20:39.471" v="1544" actId="26606"/>
          <ac:spMkLst>
            <pc:docMk/>
            <pc:sldMk cId="236193050" sldId="289"/>
            <ac:spMk id="21" creationId="{2B97F24A-32CE-4C1C-A50D-3016B394DCFB}"/>
          </ac:spMkLst>
        </pc:spChg>
        <pc:spChg chg="add">
          <ac:chgData name="Ožbot, Miha" userId="5fdfeab2-e3ac-40dc-9f9d-ac602c9b72a8" providerId="ADAL" clId="{DE325AE3-D4EB-4B3A-973B-D751563C2A91}" dt="2022-04-13T11:20:39.471" v="1544" actId="26606"/>
          <ac:spMkLst>
            <pc:docMk/>
            <pc:sldMk cId="236193050" sldId="289"/>
            <ac:spMk id="23" creationId="{CD8B4F24-440B-49E9-B85D-733523DC064B}"/>
          </ac:spMkLst>
        </pc:spChg>
        <pc:picChg chg="add del mod ord">
          <ac:chgData name="Ožbot, Miha" userId="5fdfeab2-e3ac-40dc-9f9d-ac602c9b72a8" providerId="ADAL" clId="{DE325AE3-D4EB-4B3A-973B-D751563C2A91}" dt="2022-04-13T11:20:25.301" v="1539" actId="21"/>
          <ac:picMkLst>
            <pc:docMk/>
            <pc:sldMk cId="236193050" sldId="289"/>
            <ac:picMk id="6" creationId="{CA1D2712-165F-47E1-B96B-7C27BD1694DA}"/>
          </ac:picMkLst>
        </pc:picChg>
        <pc:picChg chg="add del mod">
          <ac:chgData name="Ožbot, Miha" userId="5fdfeab2-e3ac-40dc-9f9d-ac602c9b72a8" providerId="ADAL" clId="{DE325AE3-D4EB-4B3A-973B-D751563C2A91}" dt="2022-04-13T10:53:23.602" v="994" actId="478"/>
          <ac:picMkLst>
            <pc:docMk/>
            <pc:sldMk cId="236193050" sldId="289"/>
            <ac:picMk id="8" creationId="{A0E59036-70FE-4984-B673-1E58E33E572B}"/>
          </ac:picMkLst>
        </pc:picChg>
        <pc:picChg chg="add del mod">
          <ac:chgData name="Ožbot, Miha" userId="5fdfeab2-e3ac-40dc-9f9d-ac602c9b72a8" providerId="ADAL" clId="{DE325AE3-D4EB-4B3A-973B-D751563C2A91}" dt="2022-04-13T11:20:31.826" v="1543" actId="21"/>
          <ac:picMkLst>
            <pc:docMk/>
            <pc:sldMk cId="236193050" sldId="289"/>
            <ac:picMk id="10" creationId="{290F3006-5925-45E5-B94C-651D2B1C0694}"/>
          </ac:picMkLst>
        </pc:picChg>
        <pc:picChg chg="add del mod">
          <ac:chgData name="Ožbot, Miha" userId="5fdfeab2-e3ac-40dc-9f9d-ac602c9b72a8" providerId="ADAL" clId="{DE325AE3-D4EB-4B3A-973B-D751563C2A91}" dt="2022-04-13T11:00:21.984" v="1324" actId="478"/>
          <ac:picMkLst>
            <pc:docMk/>
            <pc:sldMk cId="236193050" sldId="289"/>
            <ac:picMk id="11" creationId="{9414DE03-3C4A-4985-9935-C926C2841F15}"/>
          </ac:picMkLst>
        </pc:picChg>
        <pc:picChg chg="add mod">
          <ac:chgData name="Ožbot, Miha" userId="5fdfeab2-e3ac-40dc-9f9d-ac602c9b72a8" providerId="ADAL" clId="{DE325AE3-D4EB-4B3A-973B-D751563C2A91}" dt="2022-04-13T15:26:53.085" v="2190" actId="1076"/>
          <ac:picMkLst>
            <pc:docMk/>
            <pc:sldMk cId="236193050" sldId="289"/>
            <ac:picMk id="16" creationId="{D1666D87-9A10-419E-B128-18E00B231993}"/>
          </ac:picMkLst>
        </pc:picChg>
        <pc:picChg chg="add mod">
          <ac:chgData name="Ožbot, Miha" userId="5fdfeab2-e3ac-40dc-9f9d-ac602c9b72a8" providerId="ADAL" clId="{DE325AE3-D4EB-4B3A-973B-D751563C2A91}" dt="2022-04-13T14:53:17.491" v="2114" actId="1076"/>
          <ac:picMkLst>
            <pc:docMk/>
            <pc:sldMk cId="236193050" sldId="289"/>
            <ac:picMk id="19" creationId="{42663209-40E7-4D5F-8D68-EB48F75F7800}"/>
          </ac:picMkLst>
        </pc:picChg>
        <pc:picChg chg="add mod">
          <ac:chgData name="Ožbot, Miha" userId="5fdfeab2-e3ac-40dc-9f9d-ac602c9b72a8" providerId="ADAL" clId="{DE325AE3-D4EB-4B3A-973B-D751563C2A91}" dt="2022-04-13T12:09:44.473" v="1671"/>
          <ac:picMkLst>
            <pc:docMk/>
            <pc:sldMk cId="236193050" sldId="289"/>
            <ac:picMk id="20" creationId="{E0D5EAF2-CA5F-4C44-A2F0-70321E4E8B0B}"/>
          </ac:picMkLst>
        </pc:picChg>
      </pc:sldChg>
      <pc:sldChg chg="addSp delSp add del setBg delDesignElem">
        <pc:chgData name="Ožbot, Miha" userId="5fdfeab2-e3ac-40dc-9f9d-ac602c9b72a8" providerId="ADAL" clId="{DE325AE3-D4EB-4B3A-973B-D751563C2A91}" dt="2022-04-13T06:36:23.420" v="75"/>
        <pc:sldMkLst>
          <pc:docMk/>
          <pc:sldMk cId="1598527986" sldId="289"/>
        </pc:sldMkLst>
        <pc:spChg chg="add del">
          <ac:chgData name="Ožbot, Miha" userId="5fdfeab2-e3ac-40dc-9f9d-ac602c9b72a8" providerId="ADAL" clId="{DE325AE3-D4EB-4B3A-973B-D751563C2A91}" dt="2022-04-13T06:36:23.420" v="75"/>
          <ac:spMkLst>
            <pc:docMk/>
            <pc:sldMk cId="1598527986" sldId="289"/>
            <ac:spMk id="13" creationId="{650D18FE-0824-4A46-B22C-A86B52E5780A}"/>
          </ac:spMkLst>
        </pc:spChg>
        <pc:spChg chg="add del">
          <ac:chgData name="Ožbot, Miha" userId="5fdfeab2-e3ac-40dc-9f9d-ac602c9b72a8" providerId="ADAL" clId="{DE325AE3-D4EB-4B3A-973B-D751563C2A91}" dt="2022-04-13T06:36:23.420" v="75"/>
          <ac:spMkLst>
            <pc:docMk/>
            <pc:sldMk cId="1598527986" sldId="289"/>
            <ac:spMk id="16" creationId="{743AA782-23D1-4521-8CAD-47662984AA08}"/>
          </ac:spMkLst>
        </pc:spChg>
      </pc:sldChg>
      <pc:sldChg chg="addSp delSp add del setBg delDesignElem">
        <pc:chgData name="Ožbot, Miha" userId="5fdfeab2-e3ac-40dc-9f9d-ac602c9b72a8" providerId="ADAL" clId="{DE325AE3-D4EB-4B3A-973B-D751563C2A91}" dt="2022-04-13T06:36:16.020" v="66"/>
        <pc:sldMkLst>
          <pc:docMk/>
          <pc:sldMk cId="3036003801" sldId="289"/>
        </pc:sldMkLst>
        <pc:spChg chg="add del">
          <ac:chgData name="Ožbot, Miha" userId="5fdfeab2-e3ac-40dc-9f9d-ac602c9b72a8" providerId="ADAL" clId="{DE325AE3-D4EB-4B3A-973B-D751563C2A91}" dt="2022-04-13T06:36:16.020" v="66"/>
          <ac:spMkLst>
            <pc:docMk/>
            <pc:sldMk cId="3036003801" sldId="289"/>
            <ac:spMk id="13" creationId="{650D18FE-0824-4A46-B22C-A86B52E5780A}"/>
          </ac:spMkLst>
        </pc:spChg>
        <pc:spChg chg="add del">
          <ac:chgData name="Ožbot, Miha" userId="5fdfeab2-e3ac-40dc-9f9d-ac602c9b72a8" providerId="ADAL" clId="{DE325AE3-D4EB-4B3A-973B-D751563C2A91}" dt="2022-04-13T06:36:16.020" v="66"/>
          <ac:spMkLst>
            <pc:docMk/>
            <pc:sldMk cId="3036003801" sldId="289"/>
            <ac:spMk id="16" creationId="{743AA782-23D1-4521-8CAD-47662984AA08}"/>
          </ac:spMkLst>
        </pc:spChg>
      </pc:sldChg>
      <pc:sldChg chg="delSp add del ord setBg delDesignElem">
        <pc:chgData name="Ožbot, Miha" userId="5fdfeab2-e3ac-40dc-9f9d-ac602c9b72a8" providerId="ADAL" clId="{DE325AE3-D4EB-4B3A-973B-D751563C2A91}" dt="2022-04-13T06:36:46.813" v="80" actId="47"/>
        <pc:sldMkLst>
          <pc:docMk/>
          <pc:sldMk cId="3236709381" sldId="289"/>
        </pc:sldMkLst>
        <pc:spChg chg="del">
          <ac:chgData name="Ožbot, Miha" userId="5fdfeab2-e3ac-40dc-9f9d-ac602c9b72a8" providerId="ADAL" clId="{DE325AE3-D4EB-4B3A-973B-D751563C2A91}" dt="2022-04-13T06:36:24.733" v="77"/>
          <ac:spMkLst>
            <pc:docMk/>
            <pc:sldMk cId="3236709381" sldId="289"/>
            <ac:spMk id="13" creationId="{650D18FE-0824-4A46-B22C-A86B52E5780A}"/>
          </ac:spMkLst>
        </pc:spChg>
        <pc:spChg chg="del">
          <ac:chgData name="Ožbot, Miha" userId="5fdfeab2-e3ac-40dc-9f9d-ac602c9b72a8" providerId="ADAL" clId="{DE325AE3-D4EB-4B3A-973B-D751563C2A91}" dt="2022-04-13T06:36:24.733" v="77"/>
          <ac:spMkLst>
            <pc:docMk/>
            <pc:sldMk cId="3236709381" sldId="289"/>
            <ac:spMk id="16" creationId="{743AA782-23D1-4521-8CAD-47662984AA08}"/>
          </ac:spMkLst>
        </pc:spChg>
      </pc:sldChg>
      <pc:sldChg chg="addSp delSp add del setBg delDesignElem">
        <pc:chgData name="Ožbot, Miha" userId="5fdfeab2-e3ac-40dc-9f9d-ac602c9b72a8" providerId="ADAL" clId="{DE325AE3-D4EB-4B3A-973B-D751563C2A91}" dt="2022-04-13T06:36:11.654" v="63"/>
        <pc:sldMkLst>
          <pc:docMk/>
          <pc:sldMk cId="3489092803" sldId="289"/>
        </pc:sldMkLst>
        <pc:spChg chg="add del">
          <ac:chgData name="Ožbot, Miha" userId="5fdfeab2-e3ac-40dc-9f9d-ac602c9b72a8" providerId="ADAL" clId="{DE325AE3-D4EB-4B3A-973B-D751563C2A91}" dt="2022-04-13T06:36:11.654" v="63"/>
          <ac:spMkLst>
            <pc:docMk/>
            <pc:sldMk cId="3489092803" sldId="289"/>
            <ac:spMk id="13" creationId="{650D18FE-0824-4A46-B22C-A86B52E5780A}"/>
          </ac:spMkLst>
        </pc:spChg>
        <pc:spChg chg="add del">
          <ac:chgData name="Ožbot, Miha" userId="5fdfeab2-e3ac-40dc-9f9d-ac602c9b72a8" providerId="ADAL" clId="{DE325AE3-D4EB-4B3A-973B-D751563C2A91}" dt="2022-04-13T06:36:11.654" v="63"/>
          <ac:spMkLst>
            <pc:docMk/>
            <pc:sldMk cId="3489092803" sldId="289"/>
            <ac:spMk id="16" creationId="{743AA782-23D1-4521-8CAD-47662984AA08}"/>
          </ac:spMkLst>
        </pc:spChg>
      </pc:sldChg>
    </pc:docChg>
  </pc:docChgLst>
  <pc:docChgLst>
    <pc:chgData name="OŽBOT, MIHA" userId="36448ee4-d56c-450a-8c5f-e012d647b106" providerId="ADAL" clId="{327D865C-4B1F-4AEE-9BBD-C0A0A0777F1B}"/>
    <pc:docChg chg="undo custSel addSld modSld">
      <pc:chgData name="OŽBOT, MIHA" userId="36448ee4-d56c-450a-8c5f-e012d647b106" providerId="ADAL" clId="{327D865C-4B1F-4AEE-9BBD-C0A0A0777F1B}" dt="2022-04-13T20:51:31.258" v="1498" actId="1076"/>
      <pc:docMkLst>
        <pc:docMk/>
      </pc:docMkLst>
      <pc:sldChg chg="delSp modSp mod">
        <pc:chgData name="OŽBOT, MIHA" userId="36448ee4-d56c-450a-8c5f-e012d647b106" providerId="ADAL" clId="{327D865C-4B1F-4AEE-9BBD-C0A0A0777F1B}" dt="2022-04-12T18:03:03.469" v="399" actId="478"/>
        <pc:sldMkLst>
          <pc:docMk/>
          <pc:sldMk cId="64491679" sldId="267"/>
        </pc:sldMkLst>
        <pc:spChg chg="del mod">
          <ac:chgData name="OŽBOT, MIHA" userId="36448ee4-d56c-450a-8c5f-e012d647b106" providerId="ADAL" clId="{327D865C-4B1F-4AEE-9BBD-C0A0A0777F1B}" dt="2022-04-12T18:03:03.469" v="399" actId="478"/>
          <ac:spMkLst>
            <pc:docMk/>
            <pc:sldMk cId="64491679" sldId="267"/>
            <ac:spMk id="2" creationId="{4F5B7E73-8F97-4568-8438-A97032AA3716}"/>
          </ac:spMkLst>
        </pc:spChg>
      </pc:sldChg>
      <pc:sldChg chg="addSp modSp mod modNotesTx">
        <pc:chgData name="OŽBOT, MIHA" userId="36448ee4-d56c-450a-8c5f-e012d647b106" providerId="ADAL" clId="{327D865C-4B1F-4AEE-9BBD-C0A0A0777F1B}" dt="2022-04-13T19:29:33.614" v="804" actId="1076"/>
        <pc:sldMkLst>
          <pc:docMk/>
          <pc:sldMk cId="3904398675" sldId="268"/>
        </pc:sldMkLst>
        <pc:spChg chg="add mod">
          <ac:chgData name="OŽBOT, MIHA" userId="36448ee4-d56c-450a-8c5f-e012d647b106" providerId="ADAL" clId="{327D865C-4B1F-4AEE-9BBD-C0A0A0777F1B}" dt="2022-04-13T19:29:33.614" v="804" actId="1076"/>
          <ac:spMkLst>
            <pc:docMk/>
            <pc:sldMk cId="3904398675" sldId="268"/>
            <ac:spMk id="9" creationId="{BED5F910-92AB-4FEF-8283-1ED6658F7DBE}"/>
          </ac:spMkLst>
        </pc:spChg>
        <pc:spChg chg="mod">
          <ac:chgData name="OŽBOT, MIHA" userId="36448ee4-d56c-450a-8c5f-e012d647b106" providerId="ADAL" clId="{327D865C-4B1F-4AEE-9BBD-C0A0A0777F1B}" dt="2022-04-13T19:26:05.940" v="762"/>
          <ac:spMkLst>
            <pc:docMk/>
            <pc:sldMk cId="3904398675" sldId="268"/>
            <ac:spMk id="376" creationId="{E0BEF5DF-8F40-4BAD-97E9-BA7D1BA9D39E}"/>
          </ac:spMkLst>
        </pc:spChg>
      </pc:sldChg>
      <pc:sldChg chg="addSp delSp modSp mod modNotesTx">
        <pc:chgData name="OŽBOT, MIHA" userId="36448ee4-d56c-450a-8c5f-e012d647b106" providerId="ADAL" clId="{327D865C-4B1F-4AEE-9BBD-C0A0A0777F1B}" dt="2022-04-13T19:46:49.112" v="1056" actId="20577"/>
        <pc:sldMkLst>
          <pc:docMk/>
          <pc:sldMk cId="2374509314" sldId="269"/>
        </pc:sldMkLst>
        <pc:spChg chg="add del mod">
          <ac:chgData name="OŽBOT, MIHA" userId="36448ee4-d56c-450a-8c5f-e012d647b106" providerId="ADAL" clId="{327D865C-4B1F-4AEE-9BBD-C0A0A0777F1B}" dt="2022-04-13T19:31:02.745" v="823" actId="478"/>
          <ac:spMkLst>
            <pc:docMk/>
            <pc:sldMk cId="2374509314" sldId="269"/>
            <ac:spMk id="9" creationId="{C228BDDF-18DA-4727-8A34-D331A7FDB8F6}"/>
          </ac:spMkLst>
        </pc:spChg>
        <pc:spChg chg="add mod">
          <ac:chgData name="OŽBOT, MIHA" userId="36448ee4-d56c-450a-8c5f-e012d647b106" providerId="ADAL" clId="{327D865C-4B1F-4AEE-9BBD-C0A0A0777F1B}" dt="2022-04-13T19:31:19.310" v="835" actId="207"/>
          <ac:spMkLst>
            <pc:docMk/>
            <pc:sldMk cId="2374509314" sldId="269"/>
            <ac:spMk id="11" creationId="{D72A7E1A-61AD-4148-8518-0D206CBD7628}"/>
          </ac:spMkLst>
        </pc:spChg>
        <pc:spChg chg="mod">
          <ac:chgData name="OŽBOT, MIHA" userId="36448ee4-d56c-450a-8c5f-e012d647b106" providerId="ADAL" clId="{327D865C-4B1F-4AEE-9BBD-C0A0A0777F1B}" dt="2022-04-13T19:46:49.112" v="1056" actId="20577"/>
          <ac:spMkLst>
            <pc:docMk/>
            <pc:sldMk cId="2374509314" sldId="269"/>
            <ac:spMk id="152" creationId="{E5C10B8F-0F49-47BB-9E2B-012BBFAC83C1}"/>
          </ac:spMkLst>
        </pc:spChg>
      </pc:sldChg>
      <pc:sldChg chg="addSp delSp modSp mod">
        <pc:chgData name="OŽBOT, MIHA" userId="36448ee4-d56c-450a-8c5f-e012d647b106" providerId="ADAL" clId="{327D865C-4B1F-4AEE-9BBD-C0A0A0777F1B}" dt="2022-04-13T19:34:32.692" v="891" actId="1076"/>
        <pc:sldMkLst>
          <pc:docMk/>
          <pc:sldMk cId="4184736895" sldId="271"/>
        </pc:sldMkLst>
        <pc:spChg chg="mod ord">
          <ac:chgData name="OŽBOT, MIHA" userId="36448ee4-d56c-450a-8c5f-e012d647b106" providerId="ADAL" clId="{327D865C-4B1F-4AEE-9BBD-C0A0A0777F1B}" dt="2022-04-13T19:34:23.514" v="888" actId="20577"/>
          <ac:spMkLst>
            <pc:docMk/>
            <pc:sldMk cId="4184736895" sldId="271"/>
            <ac:spMk id="3" creationId="{5C52BD9D-B5F3-48BF-8D2A-ED3911753E0F}"/>
          </ac:spMkLst>
        </pc:spChg>
        <pc:spChg chg="add mod">
          <ac:chgData name="OŽBOT, MIHA" userId="36448ee4-d56c-450a-8c5f-e012d647b106" providerId="ADAL" clId="{327D865C-4B1F-4AEE-9BBD-C0A0A0777F1B}" dt="2022-04-13T19:32:32.869" v="857" actId="1076"/>
          <ac:spMkLst>
            <pc:docMk/>
            <pc:sldMk cId="4184736895" sldId="271"/>
            <ac:spMk id="12" creationId="{66AE3DA9-C9DD-4E3C-8F91-4AAB9CE3EA88}"/>
          </ac:spMkLst>
        </pc:spChg>
        <pc:spChg chg="add mod">
          <ac:chgData name="OŽBOT, MIHA" userId="36448ee4-d56c-450a-8c5f-e012d647b106" providerId="ADAL" clId="{327D865C-4B1F-4AEE-9BBD-C0A0A0777F1B}" dt="2022-04-13T19:34:32.692" v="891" actId="1076"/>
          <ac:spMkLst>
            <pc:docMk/>
            <pc:sldMk cId="4184736895" sldId="271"/>
            <ac:spMk id="15" creationId="{85B2A9F3-9775-4B33-A2DB-F8CB7347BA99}"/>
          </ac:spMkLst>
        </pc:spChg>
        <pc:picChg chg="add del mod">
          <ac:chgData name="OŽBOT, MIHA" userId="36448ee4-d56c-450a-8c5f-e012d647b106" providerId="ADAL" clId="{327D865C-4B1F-4AEE-9BBD-C0A0A0777F1B}" dt="2022-04-13T19:34:15.632" v="884" actId="1076"/>
          <ac:picMkLst>
            <pc:docMk/>
            <pc:sldMk cId="4184736895" sldId="271"/>
            <ac:picMk id="9" creationId="{2E0403B4-7E8A-4C65-8B7F-3EFA96F851A4}"/>
          </ac:picMkLst>
        </pc:picChg>
        <pc:picChg chg="mod ord">
          <ac:chgData name="OŽBOT, MIHA" userId="36448ee4-d56c-450a-8c5f-e012d647b106" providerId="ADAL" clId="{327D865C-4B1F-4AEE-9BBD-C0A0A0777F1B}" dt="2022-04-13T19:34:28.724" v="890" actId="1076"/>
          <ac:picMkLst>
            <pc:docMk/>
            <pc:sldMk cId="4184736895" sldId="271"/>
            <ac:picMk id="11" creationId="{54E9ED50-A3E4-4040-8F2C-1F9E782B0BAF}"/>
          </ac:picMkLst>
        </pc:picChg>
      </pc:sldChg>
      <pc:sldChg chg="addSp modSp mod modCm modNotesTx">
        <pc:chgData name="OŽBOT, MIHA" userId="36448ee4-d56c-450a-8c5f-e012d647b106" providerId="ADAL" clId="{327D865C-4B1F-4AEE-9BBD-C0A0A0777F1B}" dt="2022-04-13T19:45:44.439" v="1052" actId="1076"/>
        <pc:sldMkLst>
          <pc:docMk/>
          <pc:sldMk cId="4208559629" sldId="272"/>
        </pc:sldMkLst>
        <pc:spChg chg="mod">
          <ac:chgData name="OŽBOT, MIHA" userId="36448ee4-d56c-450a-8c5f-e012d647b106" providerId="ADAL" clId="{327D865C-4B1F-4AEE-9BBD-C0A0A0777F1B}" dt="2022-04-12T16:57:32.645" v="25" actId="20577"/>
          <ac:spMkLst>
            <pc:docMk/>
            <pc:sldMk cId="4208559629" sldId="272"/>
            <ac:spMk id="2" creationId="{765925DB-5F5D-4769-B365-53CAD80D0FDB}"/>
          </ac:spMkLst>
        </pc:spChg>
        <pc:spChg chg="mod">
          <ac:chgData name="OŽBOT, MIHA" userId="36448ee4-d56c-450a-8c5f-e012d647b106" providerId="ADAL" clId="{327D865C-4B1F-4AEE-9BBD-C0A0A0777F1B}" dt="2022-04-13T19:43:27.435" v="1020" actId="20577"/>
          <ac:spMkLst>
            <pc:docMk/>
            <pc:sldMk cId="4208559629" sldId="272"/>
            <ac:spMk id="3" creationId="{1531599C-9051-4E2D-A5D8-F217221C0753}"/>
          </ac:spMkLst>
        </pc:spChg>
        <pc:spChg chg="add mod">
          <ac:chgData name="OŽBOT, MIHA" userId="36448ee4-d56c-450a-8c5f-e012d647b106" providerId="ADAL" clId="{327D865C-4B1F-4AEE-9BBD-C0A0A0777F1B}" dt="2022-04-13T19:45:37.395" v="1048" actId="1076"/>
          <ac:spMkLst>
            <pc:docMk/>
            <pc:sldMk cId="4208559629" sldId="272"/>
            <ac:spMk id="14" creationId="{F226FB7F-DADB-4F0F-94E9-EDA726B94010}"/>
          </ac:spMkLst>
        </pc:spChg>
        <pc:picChg chg="mod">
          <ac:chgData name="OŽBOT, MIHA" userId="36448ee4-d56c-450a-8c5f-e012d647b106" providerId="ADAL" clId="{327D865C-4B1F-4AEE-9BBD-C0A0A0777F1B}" dt="2022-04-13T19:45:30.434" v="1044" actId="1076"/>
          <ac:picMkLst>
            <pc:docMk/>
            <pc:sldMk cId="4208559629" sldId="272"/>
            <ac:picMk id="7" creationId="{B716A637-5B18-4C90-97D1-63B8180BAB81}"/>
          </ac:picMkLst>
        </pc:picChg>
        <pc:picChg chg="mod">
          <ac:chgData name="OŽBOT, MIHA" userId="36448ee4-d56c-450a-8c5f-e012d647b106" providerId="ADAL" clId="{327D865C-4B1F-4AEE-9BBD-C0A0A0777F1B}" dt="2022-04-13T19:45:44.439" v="1052" actId="1076"/>
          <ac:picMkLst>
            <pc:docMk/>
            <pc:sldMk cId="4208559629" sldId="272"/>
            <ac:picMk id="8" creationId="{4A8E360B-A1E2-4AED-9D54-4F79BE2BA04D}"/>
          </ac:picMkLst>
        </pc:picChg>
        <pc:picChg chg="mod">
          <ac:chgData name="OŽBOT, MIHA" userId="36448ee4-d56c-450a-8c5f-e012d647b106" providerId="ADAL" clId="{327D865C-4B1F-4AEE-9BBD-C0A0A0777F1B}" dt="2022-04-13T19:45:41.206" v="1051" actId="1076"/>
          <ac:picMkLst>
            <pc:docMk/>
            <pc:sldMk cId="4208559629" sldId="272"/>
            <ac:picMk id="9" creationId="{57EAB7B9-C178-4EC6-9A26-2FCA9232B392}"/>
          </ac:picMkLst>
        </pc:picChg>
        <pc:picChg chg="mod">
          <ac:chgData name="OŽBOT, MIHA" userId="36448ee4-d56c-450a-8c5f-e012d647b106" providerId="ADAL" clId="{327D865C-4B1F-4AEE-9BBD-C0A0A0777F1B}" dt="2022-04-13T19:45:39.888" v="1049" actId="1076"/>
          <ac:picMkLst>
            <pc:docMk/>
            <pc:sldMk cId="4208559629" sldId="272"/>
            <ac:picMk id="11" creationId="{908DF426-1E34-4908-A0BC-B039426CE6CD}"/>
          </ac:picMkLst>
        </pc:picChg>
        <pc:picChg chg="mod">
          <ac:chgData name="OŽBOT, MIHA" userId="36448ee4-d56c-450a-8c5f-e012d647b106" providerId="ADAL" clId="{327D865C-4B1F-4AEE-9BBD-C0A0A0777F1B}" dt="2022-04-13T19:45:33.594" v="1046" actId="1076"/>
          <ac:picMkLst>
            <pc:docMk/>
            <pc:sldMk cId="4208559629" sldId="272"/>
            <ac:picMk id="12" creationId="{35BE1C1F-18FF-41CA-8072-6B4D8C91FD66}"/>
          </ac:picMkLst>
        </pc:picChg>
      </pc:sldChg>
      <pc:sldChg chg="addSp delSp modSp mod setBg addCm delCm modCm modNotesTx">
        <pc:chgData name="OŽBOT, MIHA" userId="36448ee4-d56c-450a-8c5f-e012d647b106" providerId="ADAL" clId="{327D865C-4B1F-4AEE-9BBD-C0A0A0777F1B}" dt="2022-04-13T20:44:13.333" v="1320" actId="207"/>
        <pc:sldMkLst>
          <pc:docMk/>
          <pc:sldMk cId="3240517478" sldId="273"/>
        </pc:sldMkLst>
        <pc:spChg chg="mod">
          <ac:chgData name="OŽBOT, MIHA" userId="36448ee4-d56c-450a-8c5f-e012d647b106" providerId="ADAL" clId="{327D865C-4B1F-4AEE-9BBD-C0A0A0777F1B}" dt="2022-04-13T20:22:24.049" v="1157" actId="1076"/>
          <ac:spMkLst>
            <pc:docMk/>
            <pc:sldMk cId="3240517478" sldId="273"/>
            <ac:spMk id="2" creationId="{57EC456E-D405-4E59-BBB5-E6494BC69DF5}"/>
          </ac:spMkLst>
        </pc:spChg>
        <pc:spChg chg="add del mod">
          <ac:chgData name="OŽBOT, MIHA" userId="36448ee4-d56c-450a-8c5f-e012d647b106" providerId="ADAL" clId="{327D865C-4B1F-4AEE-9BBD-C0A0A0777F1B}" dt="2022-04-13T20:44:13.333" v="1320" actId="207"/>
          <ac:spMkLst>
            <pc:docMk/>
            <pc:sldMk cId="3240517478" sldId="273"/>
            <ac:spMk id="3" creationId="{0C8395A6-C043-47BC-A1BA-EF142E98D3BB}"/>
          </ac:spMkLst>
        </pc:spChg>
        <pc:spChg chg="add del mod">
          <ac:chgData name="OŽBOT, MIHA" userId="36448ee4-d56c-450a-8c5f-e012d647b106" providerId="ADAL" clId="{327D865C-4B1F-4AEE-9BBD-C0A0A0777F1B}" dt="2022-04-13T20:43:50.979" v="1293" actId="478"/>
          <ac:spMkLst>
            <pc:docMk/>
            <pc:sldMk cId="3240517478" sldId="273"/>
            <ac:spMk id="9" creationId="{CBDDD930-2279-45F0-94B6-BCA3CE3E52A6}"/>
          </ac:spMkLst>
        </pc:spChg>
        <pc:spChg chg="add del mod">
          <ac:chgData name="OŽBOT, MIHA" userId="36448ee4-d56c-450a-8c5f-e012d647b106" providerId="ADAL" clId="{327D865C-4B1F-4AEE-9BBD-C0A0A0777F1B}" dt="2022-04-13T20:43:48.493" v="1291" actId="6549"/>
          <ac:spMkLst>
            <pc:docMk/>
            <pc:sldMk cId="3240517478" sldId="273"/>
            <ac:spMk id="10" creationId="{B5A0888B-FC45-4C22-A2E7-4B6D3FCB5259}"/>
          </ac:spMkLst>
        </pc:spChg>
        <pc:spChg chg="mod">
          <ac:chgData name="OŽBOT, MIHA" userId="36448ee4-d56c-450a-8c5f-e012d647b106" providerId="ADAL" clId="{327D865C-4B1F-4AEE-9BBD-C0A0A0777F1B}" dt="2022-04-12T18:15:14.376" v="582" actId="26606"/>
          <ac:spMkLst>
            <pc:docMk/>
            <pc:sldMk cId="3240517478" sldId="273"/>
            <ac:spMk id="11" creationId="{2454B71B-2949-4EE9-AA67-6232A6F2F9AF}"/>
          </ac:spMkLst>
        </pc:spChg>
        <pc:spChg chg="add del mod">
          <ac:chgData name="OŽBOT, MIHA" userId="36448ee4-d56c-450a-8c5f-e012d647b106" providerId="ADAL" clId="{327D865C-4B1F-4AEE-9BBD-C0A0A0777F1B}" dt="2022-04-13T20:43:39.596" v="1279" actId="478"/>
          <ac:spMkLst>
            <pc:docMk/>
            <pc:sldMk cId="3240517478" sldId="273"/>
            <ac:spMk id="12" creationId="{06CEB96D-54F1-4679-ACA1-254EB75B3C25}"/>
          </ac:spMkLst>
        </pc:spChg>
        <pc:spChg chg="add del">
          <ac:chgData name="OŽBOT, MIHA" userId="36448ee4-d56c-450a-8c5f-e012d647b106" providerId="ADAL" clId="{327D865C-4B1F-4AEE-9BBD-C0A0A0777F1B}" dt="2022-04-12T18:15:14.376" v="582" actId="26606"/>
          <ac:spMkLst>
            <pc:docMk/>
            <pc:sldMk cId="3240517478" sldId="273"/>
            <ac:spMk id="17" creationId="{15F40E44-6E4F-461E-B676-41D4FD94DD90}"/>
          </ac:spMkLst>
        </pc:spChg>
        <pc:spChg chg="add mod">
          <ac:chgData name="OŽBOT, MIHA" userId="36448ee4-d56c-450a-8c5f-e012d647b106" providerId="ADAL" clId="{327D865C-4B1F-4AEE-9BBD-C0A0A0777F1B}" dt="2022-04-13T20:22:13.152" v="1154" actId="1076"/>
          <ac:spMkLst>
            <pc:docMk/>
            <pc:sldMk cId="3240517478" sldId="273"/>
            <ac:spMk id="18" creationId="{DF3915B4-3F5A-494A-86E5-4E7AEBE329A6}"/>
          </ac:spMkLst>
        </pc:spChg>
        <pc:spChg chg="add del">
          <ac:chgData name="OŽBOT, MIHA" userId="36448ee4-d56c-450a-8c5f-e012d647b106" providerId="ADAL" clId="{327D865C-4B1F-4AEE-9BBD-C0A0A0777F1B}" dt="2022-04-12T18:15:14.376" v="582" actId="26606"/>
          <ac:spMkLst>
            <pc:docMk/>
            <pc:sldMk cId="3240517478" sldId="273"/>
            <ac:spMk id="19" creationId="{68FD15E8-8B40-4424-82F2-DA107F7F9F2B}"/>
          </ac:spMkLst>
        </pc:spChg>
        <pc:spChg chg="add mod">
          <ac:chgData name="OŽBOT, MIHA" userId="36448ee4-d56c-450a-8c5f-e012d647b106" providerId="ADAL" clId="{327D865C-4B1F-4AEE-9BBD-C0A0A0777F1B}" dt="2022-04-13T20:23:00.195" v="1163" actId="1076"/>
          <ac:spMkLst>
            <pc:docMk/>
            <pc:sldMk cId="3240517478" sldId="273"/>
            <ac:spMk id="20" creationId="{434E33A3-DA3B-4CA6-BD08-D649F531296B}"/>
          </ac:spMkLst>
        </pc:spChg>
        <pc:spChg chg="add mod">
          <ac:chgData name="OŽBOT, MIHA" userId="36448ee4-d56c-450a-8c5f-e012d647b106" providerId="ADAL" clId="{327D865C-4B1F-4AEE-9BBD-C0A0A0777F1B}" dt="2022-04-13T20:23:49.304" v="1183" actId="1076"/>
          <ac:spMkLst>
            <pc:docMk/>
            <pc:sldMk cId="3240517478" sldId="273"/>
            <ac:spMk id="21" creationId="{9B65ABBC-C6F3-4840-A57C-FFECDD082730}"/>
          </ac:spMkLst>
        </pc:spChg>
        <pc:spChg chg="add del">
          <ac:chgData name="OŽBOT, MIHA" userId="36448ee4-d56c-450a-8c5f-e012d647b106" providerId="ADAL" clId="{327D865C-4B1F-4AEE-9BBD-C0A0A0777F1B}" dt="2022-04-12T18:15:14.376" v="582" actId="26606"/>
          <ac:spMkLst>
            <pc:docMk/>
            <pc:sldMk cId="3240517478" sldId="273"/>
            <ac:spMk id="23" creationId="{866718AF-9359-4BEF-9584-028A3072A16A}"/>
          </ac:spMkLst>
        </pc:spChg>
        <pc:spChg chg="add del">
          <ac:chgData name="OŽBOT, MIHA" userId="36448ee4-d56c-450a-8c5f-e012d647b106" providerId="ADAL" clId="{327D865C-4B1F-4AEE-9BBD-C0A0A0777F1B}" dt="2022-04-12T18:15:14.376" v="582" actId="26606"/>
          <ac:spMkLst>
            <pc:docMk/>
            <pc:sldMk cId="3240517478" sldId="273"/>
            <ac:spMk id="25" creationId="{53033F67-95C8-49C5-9DF9-F7F6764ADBE2}"/>
          </ac:spMkLst>
        </pc:spChg>
        <pc:picChg chg="mod">
          <ac:chgData name="OŽBOT, MIHA" userId="36448ee4-d56c-450a-8c5f-e012d647b106" providerId="ADAL" clId="{327D865C-4B1F-4AEE-9BBD-C0A0A0777F1B}" dt="2022-04-12T18:15:51.456" v="601" actId="1076"/>
          <ac:picMkLst>
            <pc:docMk/>
            <pc:sldMk cId="3240517478" sldId="273"/>
            <ac:picMk id="4" creationId="{3F3AFED0-7D85-4DB1-B837-435F27380387}"/>
          </ac:picMkLst>
        </pc:picChg>
        <pc:picChg chg="add del mod">
          <ac:chgData name="OŽBOT, MIHA" userId="36448ee4-d56c-450a-8c5f-e012d647b106" providerId="ADAL" clId="{327D865C-4B1F-4AEE-9BBD-C0A0A0777F1B}" dt="2022-04-12T18:14:52" v="580" actId="21"/>
          <ac:picMkLst>
            <pc:docMk/>
            <pc:sldMk cId="3240517478" sldId="273"/>
            <ac:picMk id="5" creationId="{1D4D3090-ED42-4EC5-AC6F-CCF606B54EEB}"/>
          </ac:picMkLst>
        </pc:picChg>
        <pc:picChg chg="add del mod">
          <ac:chgData name="OŽBOT, MIHA" userId="36448ee4-d56c-450a-8c5f-e012d647b106" providerId="ADAL" clId="{327D865C-4B1F-4AEE-9BBD-C0A0A0777F1B}" dt="2022-04-12T18:14:52" v="580" actId="21"/>
          <ac:picMkLst>
            <pc:docMk/>
            <pc:sldMk cId="3240517478" sldId="273"/>
            <ac:picMk id="6" creationId="{4F997FC4-9C57-4852-A953-44E701F3313F}"/>
          </ac:picMkLst>
        </pc:picChg>
        <pc:picChg chg="ord">
          <ac:chgData name="OŽBOT, MIHA" userId="36448ee4-d56c-450a-8c5f-e012d647b106" providerId="ADAL" clId="{327D865C-4B1F-4AEE-9BBD-C0A0A0777F1B}" dt="2022-04-12T18:15:14.376" v="582" actId="26606"/>
          <ac:picMkLst>
            <pc:docMk/>
            <pc:sldMk cId="3240517478" sldId="273"/>
            <ac:picMk id="7" creationId="{49B23FB3-161C-4BD6-AD9B-09220DB3C249}"/>
          </ac:picMkLst>
        </pc:picChg>
        <pc:picChg chg="mod ord">
          <ac:chgData name="OŽBOT, MIHA" userId="36448ee4-d56c-450a-8c5f-e012d647b106" providerId="ADAL" clId="{327D865C-4B1F-4AEE-9BBD-C0A0A0777F1B}" dt="2022-04-13T20:22:22.092" v="1155" actId="1076"/>
          <ac:picMkLst>
            <pc:docMk/>
            <pc:sldMk cId="3240517478" sldId="273"/>
            <ac:picMk id="8" creationId="{F057BFDF-3E42-4BB8-8623-4B77CC94745D}"/>
          </ac:picMkLst>
        </pc:picChg>
        <pc:picChg chg="del">
          <ac:chgData name="OŽBOT, MIHA" userId="36448ee4-d56c-450a-8c5f-e012d647b106" providerId="ADAL" clId="{327D865C-4B1F-4AEE-9BBD-C0A0A0777F1B}" dt="2022-04-12T18:13:29.398" v="555" actId="21"/>
          <ac:picMkLst>
            <pc:docMk/>
            <pc:sldMk cId="3240517478" sldId="273"/>
            <ac:picMk id="9" creationId="{B66760BB-7A19-4077-996F-4C4F177D106F}"/>
          </ac:picMkLst>
        </pc:picChg>
        <pc:picChg chg="del">
          <ac:chgData name="OŽBOT, MIHA" userId="36448ee4-d56c-450a-8c5f-e012d647b106" providerId="ADAL" clId="{327D865C-4B1F-4AEE-9BBD-C0A0A0777F1B}" dt="2022-04-12T18:13:29.398" v="555" actId="21"/>
          <ac:picMkLst>
            <pc:docMk/>
            <pc:sldMk cId="3240517478" sldId="273"/>
            <ac:picMk id="10" creationId="{BF923FA1-C63D-4DCE-AC80-BFEF56607D14}"/>
          </ac:picMkLst>
        </pc:picChg>
        <pc:picChg chg="mod ord">
          <ac:chgData name="OŽBOT, MIHA" userId="36448ee4-d56c-450a-8c5f-e012d647b106" providerId="ADAL" clId="{327D865C-4B1F-4AEE-9BBD-C0A0A0777F1B}" dt="2022-04-12T18:15:52.537" v="602" actId="1076"/>
          <ac:picMkLst>
            <pc:docMk/>
            <pc:sldMk cId="3240517478" sldId="273"/>
            <ac:picMk id="12" creationId="{343D4B0F-C721-4B90-90A4-B4AE13244FC7}"/>
          </ac:picMkLst>
        </pc:picChg>
        <pc:picChg chg="mod">
          <ac:chgData name="OŽBOT, MIHA" userId="36448ee4-d56c-450a-8c5f-e012d647b106" providerId="ADAL" clId="{327D865C-4B1F-4AEE-9BBD-C0A0A0777F1B}" dt="2022-04-13T20:22:22.092" v="1155" actId="1076"/>
          <ac:picMkLst>
            <pc:docMk/>
            <pc:sldMk cId="3240517478" sldId="273"/>
            <ac:picMk id="14" creationId="{55479145-6CF5-47A0-93D5-23934F8F8EFF}"/>
          </ac:picMkLst>
        </pc:picChg>
        <pc:picChg chg="mod">
          <ac:chgData name="OŽBOT, MIHA" userId="36448ee4-d56c-450a-8c5f-e012d647b106" providerId="ADAL" clId="{327D865C-4B1F-4AEE-9BBD-C0A0A0777F1B}" dt="2022-04-13T20:22:22.092" v="1155" actId="1076"/>
          <ac:picMkLst>
            <pc:docMk/>
            <pc:sldMk cId="3240517478" sldId="273"/>
            <ac:picMk id="15" creationId="{9B312533-066A-49D1-9F28-DEFD44A7DEF8}"/>
          </ac:picMkLst>
        </pc:picChg>
        <pc:picChg chg="mod">
          <ac:chgData name="OŽBOT, MIHA" userId="36448ee4-d56c-450a-8c5f-e012d647b106" providerId="ADAL" clId="{327D865C-4B1F-4AEE-9BBD-C0A0A0777F1B}" dt="2022-04-13T20:22:22.092" v="1155" actId="1076"/>
          <ac:picMkLst>
            <pc:docMk/>
            <pc:sldMk cId="3240517478" sldId="273"/>
            <ac:picMk id="17" creationId="{593A5D32-7A7C-4F7C-B891-CFFFAA1A15C4}"/>
          </ac:picMkLst>
        </pc:picChg>
        <pc:picChg chg="add mod">
          <ac:chgData name="OŽBOT, MIHA" userId="36448ee4-d56c-450a-8c5f-e012d647b106" providerId="ADAL" clId="{327D865C-4B1F-4AEE-9BBD-C0A0A0777F1B}" dt="2022-04-12T18:16:07.776" v="605" actId="1076"/>
          <ac:picMkLst>
            <pc:docMk/>
            <pc:sldMk cId="3240517478" sldId="273"/>
            <ac:picMk id="18" creationId="{BA5F74D1-61BB-4FBF-B3E2-A7E8A5AEA00C}"/>
          </ac:picMkLst>
        </pc:picChg>
        <pc:picChg chg="mod">
          <ac:chgData name="OŽBOT, MIHA" userId="36448ee4-d56c-450a-8c5f-e012d647b106" providerId="ADAL" clId="{327D865C-4B1F-4AEE-9BBD-C0A0A0777F1B}" dt="2022-04-13T20:22:22.092" v="1155" actId="1076"/>
          <ac:picMkLst>
            <pc:docMk/>
            <pc:sldMk cId="3240517478" sldId="273"/>
            <ac:picMk id="19" creationId="{D35C37BC-E55C-473D-B7A2-48AD29E8CD53}"/>
          </ac:picMkLst>
        </pc:picChg>
        <pc:picChg chg="add mod">
          <ac:chgData name="OŽBOT, MIHA" userId="36448ee4-d56c-450a-8c5f-e012d647b106" providerId="ADAL" clId="{327D865C-4B1F-4AEE-9BBD-C0A0A0777F1B}" dt="2022-04-12T18:16:12.602" v="607" actId="1076"/>
          <ac:picMkLst>
            <pc:docMk/>
            <pc:sldMk cId="3240517478" sldId="273"/>
            <ac:picMk id="20" creationId="{0983AF6A-70FF-4949-ADD1-CE01E87B976D}"/>
          </ac:picMkLst>
        </pc:picChg>
        <pc:picChg chg="add del">
          <ac:chgData name="OŽBOT, MIHA" userId="36448ee4-d56c-450a-8c5f-e012d647b106" providerId="ADAL" clId="{327D865C-4B1F-4AEE-9BBD-C0A0A0777F1B}" dt="2022-04-12T18:15:14.376" v="582" actId="26606"/>
          <ac:picMkLst>
            <pc:docMk/>
            <pc:sldMk cId="3240517478" sldId="273"/>
            <ac:picMk id="21" creationId="{FCF80E2F-2954-485B-B1B5-DCB9F153FBA3}"/>
          </ac:picMkLst>
        </pc:picChg>
      </pc:sldChg>
      <pc:sldChg chg="addSp modSp mod modNotesTx">
        <pc:chgData name="OŽBOT, MIHA" userId="36448ee4-d56c-450a-8c5f-e012d647b106" providerId="ADAL" clId="{327D865C-4B1F-4AEE-9BBD-C0A0A0777F1B}" dt="2022-04-13T20:48:05.013" v="1472" actId="948"/>
        <pc:sldMkLst>
          <pc:docMk/>
          <pc:sldMk cId="888014937" sldId="274"/>
        </pc:sldMkLst>
        <pc:spChg chg="mod">
          <ac:chgData name="OŽBOT, MIHA" userId="36448ee4-d56c-450a-8c5f-e012d647b106" providerId="ADAL" clId="{327D865C-4B1F-4AEE-9BBD-C0A0A0777F1B}" dt="2022-04-13T20:46:14.356" v="1430" actId="5793"/>
          <ac:spMkLst>
            <pc:docMk/>
            <pc:sldMk cId="888014937" sldId="274"/>
            <ac:spMk id="3" creationId="{FDC65FC8-07E2-4ADE-BD82-136E54F8BF01}"/>
          </ac:spMkLst>
        </pc:spChg>
        <pc:spChg chg="add mod">
          <ac:chgData name="OŽBOT, MIHA" userId="36448ee4-d56c-450a-8c5f-e012d647b106" providerId="ADAL" clId="{327D865C-4B1F-4AEE-9BBD-C0A0A0777F1B}" dt="2022-04-13T20:48:05.013" v="1472" actId="948"/>
          <ac:spMkLst>
            <pc:docMk/>
            <pc:sldMk cId="888014937" sldId="274"/>
            <ac:spMk id="9" creationId="{C7BDDF24-BE12-45C1-B3C4-A341AB166400}"/>
          </ac:spMkLst>
        </pc:spChg>
      </pc:sldChg>
      <pc:sldChg chg="addSp delSp modSp mod modNotesTx">
        <pc:chgData name="OŽBOT, MIHA" userId="36448ee4-d56c-450a-8c5f-e012d647b106" providerId="ADAL" clId="{327D865C-4B1F-4AEE-9BBD-C0A0A0777F1B}" dt="2022-04-13T20:51:31.258" v="1498" actId="1076"/>
        <pc:sldMkLst>
          <pc:docMk/>
          <pc:sldMk cId="605482339" sldId="275"/>
        </pc:sldMkLst>
        <pc:spChg chg="mod">
          <ac:chgData name="OŽBOT, MIHA" userId="36448ee4-d56c-450a-8c5f-e012d647b106" providerId="ADAL" clId="{327D865C-4B1F-4AEE-9BBD-C0A0A0777F1B}" dt="2022-04-12T16:58:52.752" v="28" actId="20577"/>
          <ac:spMkLst>
            <pc:docMk/>
            <pc:sldMk cId="605482339" sldId="275"/>
            <ac:spMk id="3" creationId="{2EBF0C0C-9362-444A-A2F4-408EE67818B7}"/>
          </ac:spMkLst>
        </pc:spChg>
        <pc:spChg chg="add del">
          <ac:chgData name="OŽBOT, MIHA" userId="36448ee4-d56c-450a-8c5f-e012d647b106" providerId="ADAL" clId="{327D865C-4B1F-4AEE-9BBD-C0A0A0777F1B}" dt="2022-04-13T20:50:21.713" v="1474" actId="22"/>
          <ac:spMkLst>
            <pc:docMk/>
            <pc:sldMk cId="605482339" sldId="275"/>
            <ac:spMk id="10" creationId="{36EB5BD4-6B79-4777-9956-369583FD0D87}"/>
          </ac:spMkLst>
        </pc:spChg>
        <pc:spChg chg="add mod">
          <ac:chgData name="OŽBOT, MIHA" userId="36448ee4-d56c-450a-8c5f-e012d647b106" providerId="ADAL" clId="{327D865C-4B1F-4AEE-9BBD-C0A0A0777F1B}" dt="2022-04-13T20:51:31.258" v="1498" actId="1076"/>
          <ac:spMkLst>
            <pc:docMk/>
            <pc:sldMk cId="605482339" sldId="275"/>
            <ac:spMk id="12" creationId="{DDCF7009-4B8A-44B0-9C8A-E92773DB389F}"/>
          </ac:spMkLst>
        </pc:spChg>
      </pc:sldChg>
      <pc:sldChg chg="addSp modSp mod modNotesTx">
        <pc:chgData name="OŽBOT, MIHA" userId="36448ee4-d56c-450a-8c5f-e012d647b106" providerId="ADAL" clId="{327D865C-4B1F-4AEE-9BBD-C0A0A0777F1B}" dt="2022-04-13T19:37:19.496" v="965" actId="1076"/>
        <pc:sldMkLst>
          <pc:docMk/>
          <pc:sldMk cId="1974032223" sldId="276"/>
        </pc:sldMkLst>
        <pc:spChg chg="mod">
          <ac:chgData name="OŽBOT, MIHA" userId="36448ee4-d56c-450a-8c5f-e012d647b106" providerId="ADAL" clId="{327D865C-4B1F-4AEE-9BBD-C0A0A0777F1B}" dt="2022-04-13T19:37:06.700" v="952"/>
          <ac:spMkLst>
            <pc:docMk/>
            <pc:sldMk cId="1974032223" sldId="276"/>
            <ac:spMk id="2" creationId="{DDEFDC10-7C15-4C14-A50B-D3AC13E6CE14}"/>
          </ac:spMkLst>
        </pc:spChg>
        <pc:spChg chg="mod">
          <ac:chgData name="OŽBOT, MIHA" userId="36448ee4-d56c-450a-8c5f-e012d647b106" providerId="ADAL" clId="{327D865C-4B1F-4AEE-9BBD-C0A0A0777F1B}" dt="2022-04-12T16:58:20.711" v="27"/>
          <ac:spMkLst>
            <pc:docMk/>
            <pc:sldMk cId="1974032223" sldId="276"/>
            <ac:spMk id="3" creationId="{03DBCEB0-1B80-4DF7-B8D5-E463545749EC}"/>
          </ac:spMkLst>
        </pc:spChg>
        <pc:spChg chg="add mod">
          <ac:chgData name="OŽBOT, MIHA" userId="36448ee4-d56c-450a-8c5f-e012d647b106" providerId="ADAL" clId="{327D865C-4B1F-4AEE-9BBD-C0A0A0777F1B}" dt="2022-04-13T19:37:19.496" v="965" actId="1076"/>
          <ac:spMkLst>
            <pc:docMk/>
            <pc:sldMk cId="1974032223" sldId="276"/>
            <ac:spMk id="9" creationId="{FC1A6328-5AB3-4859-BE43-A2BCBF085DA7}"/>
          </ac:spMkLst>
        </pc:spChg>
      </pc:sldChg>
      <pc:sldChg chg="modSp mod">
        <pc:chgData name="OŽBOT, MIHA" userId="36448ee4-d56c-450a-8c5f-e012d647b106" providerId="ADAL" clId="{327D865C-4B1F-4AEE-9BBD-C0A0A0777F1B}" dt="2022-04-12T18:04:43.776" v="401" actId="113"/>
        <pc:sldMkLst>
          <pc:docMk/>
          <pc:sldMk cId="1777168465" sldId="277"/>
        </pc:sldMkLst>
        <pc:spChg chg="mod">
          <ac:chgData name="OŽBOT, MIHA" userId="36448ee4-d56c-450a-8c5f-e012d647b106" providerId="ADAL" clId="{327D865C-4B1F-4AEE-9BBD-C0A0A0777F1B}" dt="2022-04-12T18:04:43.776" v="401" actId="113"/>
          <ac:spMkLst>
            <pc:docMk/>
            <pc:sldMk cId="1777168465" sldId="277"/>
            <ac:spMk id="3" creationId="{354E9BDB-FFAF-4691-A07B-B175C22DE297}"/>
          </ac:spMkLst>
        </pc:spChg>
      </pc:sldChg>
      <pc:sldChg chg="modSp mod">
        <pc:chgData name="OŽBOT, MIHA" userId="36448ee4-d56c-450a-8c5f-e012d647b106" providerId="ADAL" clId="{327D865C-4B1F-4AEE-9BBD-C0A0A0777F1B}" dt="2022-04-12T16:59:23.792" v="29" actId="20577"/>
        <pc:sldMkLst>
          <pc:docMk/>
          <pc:sldMk cId="2849575153" sldId="279"/>
        </pc:sldMkLst>
        <pc:spChg chg="mod">
          <ac:chgData name="OŽBOT, MIHA" userId="36448ee4-d56c-450a-8c5f-e012d647b106" providerId="ADAL" clId="{327D865C-4B1F-4AEE-9BBD-C0A0A0777F1B}" dt="2022-04-12T16:48:51.885" v="1" actId="20577"/>
          <ac:spMkLst>
            <pc:docMk/>
            <pc:sldMk cId="2849575153" sldId="279"/>
            <ac:spMk id="2" creationId="{5DD53BE2-3A1A-408D-AF5E-B16509C26E3D}"/>
          </ac:spMkLst>
        </pc:spChg>
        <pc:spChg chg="mod">
          <ac:chgData name="OŽBOT, MIHA" userId="36448ee4-d56c-450a-8c5f-e012d647b106" providerId="ADAL" clId="{327D865C-4B1F-4AEE-9BBD-C0A0A0777F1B}" dt="2022-04-12T16:59:23.792" v="29" actId="20577"/>
          <ac:spMkLst>
            <pc:docMk/>
            <pc:sldMk cId="2849575153" sldId="279"/>
            <ac:spMk id="3" creationId="{9B7BDED3-60BE-4F4C-8872-B171FE820D8D}"/>
          </ac:spMkLst>
        </pc:spChg>
      </pc:sldChg>
      <pc:sldChg chg="modSp mod">
        <pc:chgData name="OŽBOT, MIHA" userId="36448ee4-d56c-450a-8c5f-e012d647b106" providerId="ADAL" clId="{327D865C-4B1F-4AEE-9BBD-C0A0A0777F1B}" dt="2022-04-13T20:42:27.258" v="1271" actId="1076"/>
        <pc:sldMkLst>
          <pc:docMk/>
          <pc:sldMk cId="2584916931" sldId="280"/>
        </pc:sldMkLst>
        <pc:spChg chg="mod">
          <ac:chgData name="OŽBOT, MIHA" userId="36448ee4-d56c-450a-8c5f-e012d647b106" providerId="ADAL" clId="{327D865C-4B1F-4AEE-9BBD-C0A0A0777F1B}" dt="2022-04-13T20:42:19.686" v="1269" actId="113"/>
          <ac:spMkLst>
            <pc:docMk/>
            <pc:sldMk cId="2584916931" sldId="280"/>
            <ac:spMk id="3" creationId="{12886D7A-D4E7-495E-908F-E15497B16D57}"/>
          </ac:spMkLst>
        </pc:spChg>
        <pc:picChg chg="mod">
          <ac:chgData name="OŽBOT, MIHA" userId="36448ee4-d56c-450a-8c5f-e012d647b106" providerId="ADAL" clId="{327D865C-4B1F-4AEE-9BBD-C0A0A0777F1B}" dt="2022-04-13T20:42:27.258" v="1271" actId="1076"/>
          <ac:picMkLst>
            <pc:docMk/>
            <pc:sldMk cId="2584916931" sldId="280"/>
            <ac:picMk id="7" creationId="{3EFBE3DE-D154-408C-90ED-EB5CCA9656FB}"/>
          </ac:picMkLst>
        </pc:picChg>
        <pc:picChg chg="mod">
          <ac:chgData name="OŽBOT, MIHA" userId="36448ee4-d56c-450a-8c5f-e012d647b106" providerId="ADAL" clId="{327D865C-4B1F-4AEE-9BBD-C0A0A0777F1B}" dt="2022-04-13T20:42:26.015" v="1270" actId="1076"/>
          <ac:picMkLst>
            <pc:docMk/>
            <pc:sldMk cId="2584916931" sldId="280"/>
            <ac:picMk id="8" creationId="{7DA9D3D4-84B5-4902-B19B-1A093CCC949F}"/>
          </ac:picMkLst>
        </pc:picChg>
      </pc:sldChg>
      <pc:sldChg chg="modSp mod">
        <pc:chgData name="OŽBOT, MIHA" userId="36448ee4-d56c-450a-8c5f-e012d647b106" providerId="ADAL" clId="{327D865C-4B1F-4AEE-9BBD-C0A0A0777F1B}" dt="2022-04-12T18:12:46.974" v="554" actId="20577"/>
        <pc:sldMkLst>
          <pc:docMk/>
          <pc:sldMk cId="3904152926" sldId="281"/>
        </pc:sldMkLst>
        <pc:spChg chg="mod">
          <ac:chgData name="OŽBOT, MIHA" userId="36448ee4-d56c-450a-8c5f-e012d647b106" providerId="ADAL" clId="{327D865C-4B1F-4AEE-9BBD-C0A0A0777F1B}" dt="2022-04-12T18:12:46.974" v="554" actId="20577"/>
          <ac:spMkLst>
            <pc:docMk/>
            <pc:sldMk cId="3904152926" sldId="281"/>
            <ac:spMk id="3" creationId="{FF9CEB20-11ED-49A7-A1FC-827249F25E3F}"/>
          </ac:spMkLst>
        </pc:spChg>
      </pc:sldChg>
      <pc:sldChg chg="modSp mod">
        <pc:chgData name="OŽBOT, MIHA" userId="36448ee4-d56c-450a-8c5f-e012d647b106" providerId="ADAL" clId="{327D865C-4B1F-4AEE-9BBD-C0A0A0777F1B}" dt="2022-04-12T17:01:09.812" v="32" actId="20577"/>
        <pc:sldMkLst>
          <pc:docMk/>
          <pc:sldMk cId="877783051" sldId="282"/>
        </pc:sldMkLst>
        <pc:spChg chg="mod">
          <ac:chgData name="OŽBOT, MIHA" userId="36448ee4-d56c-450a-8c5f-e012d647b106" providerId="ADAL" clId="{327D865C-4B1F-4AEE-9BBD-C0A0A0777F1B}" dt="2022-04-12T17:01:09.812" v="32" actId="20577"/>
          <ac:spMkLst>
            <pc:docMk/>
            <pc:sldMk cId="877783051" sldId="282"/>
            <ac:spMk id="2" creationId="{08293A48-0358-45D5-99AB-1890A56BBB06}"/>
          </ac:spMkLst>
        </pc:spChg>
      </pc:sldChg>
      <pc:sldChg chg="addSp modSp mod modNotesTx">
        <pc:chgData name="OŽBOT, MIHA" userId="36448ee4-d56c-450a-8c5f-e012d647b106" providerId="ADAL" clId="{327D865C-4B1F-4AEE-9BBD-C0A0A0777F1B}" dt="2022-04-13T20:27:38.340" v="1214" actId="1076"/>
        <pc:sldMkLst>
          <pc:docMk/>
          <pc:sldMk cId="996068835" sldId="283"/>
        </pc:sldMkLst>
        <pc:spChg chg="add mod">
          <ac:chgData name="OŽBOT, MIHA" userId="36448ee4-d56c-450a-8c5f-e012d647b106" providerId="ADAL" clId="{327D865C-4B1F-4AEE-9BBD-C0A0A0777F1B}" dt="2022-04-13T20:27:38.340" v="1214" actId="1076"/>
          <ac:spMkLst>
            <pc:docMk/>
            <pc:sldMk cId="996068835" sldId="283"/>
            <ac:spMk id="9" creationId="{FB891943-C082-4EEA-A448-1BFE4DCC071B}"/>
          </ac:spMkLst>
        </pc:spChg>
        <pc:picChg chg="add mod">
          <ac:chgData name="OŽBOT, MIHA" userId="36448ee4-d56c-450a-8c5f-e012d647b106" providerId="ADAL" clId="{327D865C-4B1F-4AEE-9BBD-C0A0A0777F1B}" dt="2022-04-12T18:01:58.401" v="391"/>
          <ac:picMkLst>
            <pc:docMk/>
            <pc:sldMk cId="996068835" sldId="283"/>
            <ac:picMk id="6" creationId="{32FD3291-7A37-4F24-90A6-C0C9C0FE9561}"/>
          </ac:picMkLst>
        </pc:picChg>
      </pc:sldChg>
      <pc:sldChg chg="addSp delSp modSp mod setBg">
        <pc:chgData name="OŽBOT, MIHA" userId="36448ee4-d56c-450a-8c5f-e012d647b106" providerId="ADAL" clId="{327D865C-4B1F-4AEE-9BBD-C0A0A0777F1B}" dt="2022-04-12T18:09:30.244" v="494" actId="1076"/>
        <pc:sldMkLst>
          <pc:docMk/>
          <pc:sldMk cId="862989043" sldId="284"/>
        </pc:sldMkLst>
        <pc:spChg chg="mod">
          <ac:chgData name="OŽBOT, MIHA" userId="36448ee4-d56c-450a-8c5f-e012d647b106" providerId="ADAL" clId="{327D865C-4B1F-4AEE-9BBD-C0A0A0777F1B}" dt="2022-04-12T18:01:28.382" v="373" actId="404"/>
          <ac:spMkLst>
            <pc:docMk/>
            <pc:sldMk cId="862989043" sldId="284"/>
            <ac:spMk id="2" creationId="{33AC806F-76B1-43B6-8CA1-6EDE0AFBE77F}"/>
          </ac:spMkLst>
        </pc:spChg>
        <pc:spChg chg="del">
          <ac:chgData name="OŽBOT, MIHA" userId="36448ee4-d56c-450a-8c5f-e012d647b106" providerId="ADAL" clId="{327D865C-4B1F-4AEE-9BBD-C0A0A0777F1B}" dt="2022-04-12T17:50:21.118" v="138"/>
          <ac:spMkLst>
            <pc:docMk/>
            <pc:sldMk cId="862989043" sldId="284"/>
            <ac:spMk id="3" creationId="{4EEC0B6B-315E-4151-9F84-788485AA5537}"/>
          </ac:spMkLst>
        </pc:spChg>
        <pc:spChg chg="add del">
          <ac:chgData name="OŽBOT, MIHA" userId="36448ee4-d56c-450a-8c5f-e012d647b106" providerId="ADAL" clId="{327D865C-4B1F-4AEE-9BBD-C0A0A0777F1B}" dt="2022-04-12T17:53:31.345" v="253"/>
          <ac:spMkLst>
            <pc:docMk/>
            <pc:sldMk cId="862989043" sldId="284"/>
            <ac:spMk id="10" creationId="{E66AC64D-1465-43B1-A1E0-29F48C749176}"/>
          </ac:spMkLst>
        </pc:spChg>
        <pc:spChg chg="add del">
          <ac:chgData name="OŽBOT, MIHA" userId="36448ee4-d56c-450a-8c5f-e012d647b106" providerId="ADAL" clId="{327D865C-4B1F-4AEE-9BBD-C0A0A0777F1B}" dt="2022-04-12T17:59:24.894" v="311" actId="22"/>
          <ac:spMkLst>
            <pc:docMk/>
            <pc:sldMk cId="862989043" sldId="284"/>
            <ac:spMk id="20" creationId="{CCEB64BD-6056-B071-7E68-5A81E4496712}"/>
          </ac:spMkLst>
        </pc:spChg>
        <pc:spChg chg="add del">
          <ac:chgData name="OŽBOT, MIHA" userId="36448ee4-d56c-450a-8c5f-e012d647b106" providerId="ADAL" clId="{327D865C-4B1F-4AEE-9BBD-C0A0A0777F1B}" dt="2022-04-12T17:57:21.792" v="305" actId="26606"/>
          <ac:spMkLst>
            <pc:docMk/>
            <pc:sldMk cId="862989043" sldId="284"/>
            <ac:spMk id="21" creationId="{91F55C5D-1648-4BE3-932D-8CADBF3F6736}"/>
          </ac:spMkLst>
        </pc:spChg>
        <pc:spChg chg="add del">
          <ac:chgData name="OŽBOT, MIHA" userId="36448ee4-d56c-450a-8c5f-e012d647b106" providerId="ADAL" clId="{327D865C-4B1F-4AEE-9BBD-C0A0A0777F1B}" dt="2022-04-12T17:57:21.792" v="305" actId="26606"/>
          <ac:spMkLst>
            <pc:docMk/>
            <pc:sldMk cId="862989043" sldId="284"/>
            <ac:spMk id="23" creationId="{A38E1331-B5A6-44BE-BF4E-EE6C2FD2A242}"/>
          </ac:spMkLst>
        </pc:spChg>
        <pc:spChg chg="add del">
          <ac:chgData name="OŽBOT, MIHA" userId="36448ee4-d56c-450a-8c5f-e012d647b106" providerId="ADAL" clId="{327D865C-4B1F-4AEE-9BBD-C0A0A0777F1B}" dt="2022-04-12T18:00:46.138" v="343" actId="26606"/>
          <ac:spMkLst>
            <pc:docMk/>
            <pc:sldMk cId="862989043" sldId="284"/>
            <ac:spMk id="25" creationId="{0059B5C0-FEC8-4370-AF45-02E3AEF6FA6D}"/>
          </ac:spMkLst>
        </pc:spChg>
        <pc:spChg chg="add del">
          <ac:chgData name="OŽBOT, MIHA" userId="36448ee4-d56c-450a-8c5f-e012d647b106" providerId="ADAL" clId="{327D865C-4B1F-4AEE-9BBD-C0A0A0777F1B}" dt="2022-04-12T18:00:46.138" v="343" actId="26606"/>
          <ac:spMkLst>
            <pc:docMk/>
            <pc:sldMk cId="862989043" sldId="284"/>
            <ac:spMk id="26" creationId="{94BFCCA4-109C-4B21-816E-144FE75C38EE}"/>
          </ac:spMkLst>
        </pc:spChg>
        <pc:spChg chg="add del">
          <ac:chgData name="OŽBOT, MIHA" userId="36448ee4-d56c-450a-8c5f-e012d647b106" providerId="ADAL" clId="{327D865C-4B1F-4AEE-9BBD-C0A0A0777F1B}" dt="2022-04-12T18:01:33.894" v="376" actId="478"/>
          <ac:spMkLst>
            <pc:docMk/>
            <pc:sldMk cId="862989043" sldId="284"/>
            <ac:spMk id="30" creationId="{9922F031-7A04-4C44-CB42-DC2F0173539B}"/>
          </ac:spMkLst>
        </pc:spChg>
        <pc:spChg chg="add">
          <ac:chgData name="OŽBOT, MIHA" userId="36448ee4-d56c-450a-8c5f-e012d647b106" providerId="ADAL" clId="{327D865C-4B1F-4AEE-9BBD-C0A0A0777F1B}" dt="2022-04-12T18:00:46.138" v="343" actId="26606"/>
          <ac:spMkLst>
            <pc:docMk/>
            <pc:sldMk cId="862989043" sldId="284"/>
            <ac:spMk id="33" creationId="{94BFCCA4-109C-4B21-816E-144FE75C38EE}"/>
          </ac:spMkLst>
        </pc:spChg>
        <pc:spChg chg="add">
          <ac:chgData name="OŽBOT, MIHA" userId="36448ee4-d56c-450a-8c5f-e012d647b106" providerId="ADAL" clId="{327D865C-4B1F-4AEE-9BBD-C0A0A0777F1B}" dt="2022-04-12T18:00:46.138" v="343" actId="26606"/>
          <ac:spMkLst>
            <pc:docMk/>
            <pc:sldMk cId="862989043" sldId="284"/>
            <ac:spMk id="35" creationId="{0059B5C0-FEC8-4370-AF45-02E3AEF6FA6D}"/>
          </ac:spMkLst>
        </pc:spChg>
        <pc:graphicFrameChg chg="del">
          <ac:chgData name="OŽBOT, MIHA" userId="36448ee4-d56c-450a-8c5f-e012d647b106" providerId="ADAL" clId="{327D865C-4B1F-4AEE-9BBD-C0A0A0777F1B}" dt="2022-04-12T17:24:12.843" v="40" actId="478"/>
          <ac:graphicFrameMkLst>
            <pc:docMk/>
            <pc:sldMk cId="862989043" sldId="284"/>
            <ac:graphicFrameMk id="7" creationId="{C90C24EF-A9AF-4456-89A1-749796B2A5DF}"/>
          </ac:graphicFrameMkLst>
        </pc:graphicFrameChg>
        <pc:picChg chg="del">
          <ac:chgData name="OŽBOT, MIHA" userId="36448ee4-d56c-450a-8c5f-e012d647b106" providerId="ADAL" clId="{327D865C-4B1F-4AEE-9BBD-C0A0A0777F1B}" dt="2022-04-12T17:50:27.254" v="144" actId="478"/>
          <ac:picMkLst>
            <pc:docMk/>
            <pc:sldMk cId="862989043" sldId="284"/>
            <ac:picMk id="4" creationId="{C088F720-0C4B-497B-AD63-5833701D8B02}"/>
          </ac:picMkLst>
        </pc:picChg>
        <pc:picChg chg="add mod ord">
          <ac:chgData name="OŽBOT, MIHA" userId="36448ee4-d56c-450a-8c5f-e012d647b106" providerId="ADAL" clId="{327D865C-4B1F-4AEE-9BBD-C0A0A0777F1B}" dt="2022-04-12T18:09:28.560" v="493" actId="1076"/>
          <ac:picMkLst>
            <pc:docMk/>
            <pc:sldMk cId="862989043" sldId="284"/>
            <ac:picMk id="6" creationId="{11273977-0306-4732-886E-2D7878917CA9}"/>
          </ac:picMkLst>
        </pc:picChg>
        <pc:picChg chg="add mod ord">
          <ac:chgData name="OŽBOT, MIHA" userId="36448ee4-d56c-450a-8c5f-e012d647b106" providerId="ADAL" clId="{327D865C-4B1F-4AEE-9BBD-C0A0A0777F1B}" dt="2022-04-12T18:09:30.244" v="494" actId="1076"/>
          <ac:picMkLst>
            <pc:docMk/>
            <pc:sldMk cId="862989043" sldId="284"/>
            <ac:picMk id="9" creationId="{DF5DA5A8-19A2-4A07-8852-61DABF4BEBE2}"/>
          </ac:picMkLst>
        </pc:picChg>
        <pc:picChg chg="add del mod">
          <ac:chgData name="OŽBOT, MIHA" userId="36448ee4-d56c-450a-8c5f-e012d647b106" providerId="ADAL" clId="{327D865C-4B1F-4AEE-9BBD-C0A0A0777F1B}" dt="2022-04-12T17:57:30.543" v="310" actId="478"/>
          <ac:picMkLst>
            <pc:docMk/>
            <pc:sldMk cId="862989043" sldId="284"/>
            <ac:picMk id="12" creationId="{3D1D1029-5F05-4E61-90F0-9704DA374F14}"/>
          </ac:picMkLst>
        </pc:picChg>
        <pc:picChg chg="add del mod">
          <ac:chgData name="OŽBOT, MIHA" userId="36448ee4-d56c-450a-8c5f-e012d647b106" providerId="ADAL" clId="{327D865C-4B1F-4AEE-9BBD-C0A0A0777F1B}" dt="2022-04-12T17:56:07.375" v="284" actId="478"/>
          <ac:picMkLst>
            <pc:docMk/>
            <pc:sldMk cId="862989043" sldId="284"/>
            <ac:picMk id="14" creationId="{E2CF6506-3B4C-4168-BCB6-27EFC59087DD}"/>
          </ac:picMkLst>
        </pc:picChg>
        <pc:picChg chg="add mod">
          <ac:chgData name="OŽBOT, MIHA" userId="36448ee4-d56c-450a-8c5f-e012d647b106" providerId="ADAL" clId="{327D865C-4B1F-4AEE-9BBD-C0A0A0777F1B}" dt="2022-04-12T18:01:54.784" v="390" actId="1076"/>
          <ac:picMkLst>
            <pc:docMk/>
            <pc:sldMk cId="862989043" sldId="284"/>
            <ac:picMk id="16" creationId="{7169D02A-738F-4A1D-841C-7AD1C268E525}"/>
          </ac:picMkLst>
        </pc:picChg>
        <pc:picChg chg="add mod ord">
          <ac:chgData name="OŽBOT, MIHA" userId="36448ee4-d56c-450a-8c5f-e012d647b106" providerId="ADAL" clId="{327D865C-4B1F-4AEE-9BBD-C0A0A0777F1B}" dt="2022-04-12T18:01:52.808" v="389" actId="1076"/>
          <ac:picMkLst>
            <pc:docMk/>
            <pc:sldMk cId="862989043" sldId="284"/>
            <ac:picMk id="22" creationId="{6B9EAAC1-1378-43B9-A00C-895749E308DA}"/>
          </ac:picMkLst>
        </pc:picChg>
        <pc:picChg chg="add mod">
          <ac:chgData name="OŽBOT, MIHA" userId="36448ee4-d56c-450a-8c5f-e012d647b106" providerId="ADAL" clId="{327D865C-4B1F-4AEE-9BBD-C0A0A0777F1B}" dt="2022-04-12T18:01:59.524" v="392"/>
          <ac:picMkLst>
            <pc:docMk/>
            <pc:sldMk cId="862989043" sldId="284"/>
            <ac:picMk id="29" creationId="{E6DFB3EB-3544-4EC3-A94E-5B07BA933E69}"/>
          </ac:picMkLst>
        </pc:picChg>
      </pc:sldChg>
      <pc:sldChg chg="addSp modSp mod modNotesTx">
        <pc:chgData name="OŽBOT, MIHA" userId="36448ee4-d56c-450a-8c5f-e012d647b106" providerId="ADAL" clId="{327D865C-4B1F-4AEE-9BBD-C0A0A0777F1B}" dt="2022-04-13T19:29:52.220" v="806" actId="403"/>
        <pc:sldMkLst>
          <pc:docMk/>
          <pc:sldMk cId="1239167803" sldId="285"/>
        </pc:sldMkLst>
        <pc:spChg chg="add mod">
          <ac:chgData name="OŽBOT, MIHA" userId="36448ee4-d56c-450a-8c5f-e012d647b106" providerId="ADAL" clId="{327D865C-4B1F-4AEE-9BBD-C0A0A0777F1B}" dt="2022-04-13T19:29:52.220" v="806" actId="403"/>
          <ac:spMkLst>
            <pc:docMk/>
            <pc:sldMk cId="1239167803" sldId="285"/>
            <ac:spMk id="9" creationId="{2CBCB694-F4D3-4289-A2F5-836A72C0514D}"/>
          </ac:spMkLst>
        </pc:spChg>
        <pc:spChg chg="mod">
          <ac:chgData name="OŽBOT, MIHA" userId="36448ee4-d56c-450a-8c5f-e012d647b106" providerId="ADAL" clId="{327D865C-4B1F-4AEE-9BBD-C0A0A0777F1B}" dt="2022-04-13T19:28:11.806" v="778"/>
          <ac:spMkLst>
            <pc:docMk/>
            <pc:sldMk cId="1239167803" sldId="285"/>
            <ac:spMk id="166" creationId="{B8D13A2C-0815-46E8-A56B-7231923908FB}"/>
          </ac:spMkLst>
        </pc:spChg>
        <pc:picChg chg="add mod">
          <ac:chgData name="OŽBOT, MIHA" userId="36448ee4-d56c-450a-8c5f-e012d647b106" providerId="ADAL" clId="{327D865C-4B1F-4AEE-9BBD-C0A0A0777F1B}" dt="2022-04-12T18:02:09.822" v="395"/>
          <ac:picMkLst>
            <pc:docMk/>
            <pc:sldMk cId="1239167803" sldId="285"/>
            <ac:picMk id="6" creationId="{E9DBEFD9-8734-45D4-BE7D-7FBA6CD50B5B}"/>
          </ac:picMkLst>
        </pc:picChg>
      </pc:sldChg>
      <pc:sldChg chg="addSp modSp mod addCm delCm modNotesTx">
        <pc:chgData name="OŽBOT, MIHA" userId="36448ee4-d56c-450a-8c5f-e012d647b106" providerId="ADAL" clId="{327D865C-4B1F-4AEE-9BBD-C0A0A0777F1B}" dt="2022-04-13T19:36:44.961" v="948" actId="1076"/>
        <pc:sldMkLst>
          <pc:docMk/>
          <pc:sldMk cId="3372332676" sldId="286"/>
        </pc:sldMkLst>
        <pc:spChg chg="mod">
          <ac:chgData name="OŽBOT, MIHA" userId="36448ee4-d56c-450a-8c5f-e012d647b106" providerId="ADAL" clId="{327D865C-4B1F-4AEE-9BBD-C0A0A0777F1B}" dt="2022-04-13T19:35:35.310" v="922" actId="20577"/>
          <ac:spMkLst>
            <pc:docMk/>
            <pc:sldMk cId="3372332676" sldId="286"/>
            <ac:spMk id="3" creationId="{8B963D87-ED67-48B8-B813-8E848277554D}"/>
          </ac:spMkLst>
        </pc:spChg>
        <pc:spChg chg="add mod">
          <ac:chgData name="OŽBOT, MIHA" userId="36448ee4-d56c-450a-8c5f-e012d647b106" providerId="ADAL" clId="{327D865C-4B1F-4AEE-9BBD-C0A0A0777F1B}" dt="2022-04-13T19:36:28.315" v="944" actId="2711"/>
          <ac:spMkLst>
            <pc:docMk/>
            <pc:sldMk cId="3372332676" sldId="286"/>
            <ac:spMk id="11" creationId="{E8A72E00-ECD2-47B7-AC49-7FC491FC70D8}"/>
          </ac:spMkLst>
        </pc:spChg>
        <pc:spChg chg="add mod">
          <ac:chgData name="OŽBOT, MIHA" userId="36448ee4-d56c-450a-8c5f-e012d647b106" providerId="ADAL" clId="{327D865C-4B1F-4AEE-9BBD-C0A0A0777F1B}" dt="2022-04-13T19:36:44.961" v="948" actId="1076"/>
          <ac:spMkLst>
            <pc:docMk/>
            <pc:sldMk cId="3372332676" sldId="286"/>
            <ac:spMk id="13" creationId="{AAC12749-6FD6-482D-B1B0-6D2E11D2EFE0}"/>
          </ac:spMkLst>
        </pc:spChg>
        <pc:picChg chg="add mod">
          <ac:chgData name="OŽBOT, MIHA" userId="36448ee4-d56c-450a-8c5f-e012d647b106" providerId="ADAL" clId="{327D865C-4B1F-4AEE-9BBD-C0A0A0777F1B}" dt="2022-04-12T18:02:05.866" v="394"/>
          <ac:picMkLst>
            <pc:docMk/>
            <pc:sldMk cId="3372332676" sldId="286"/>
            <ac:picMk id="8" creationId="{CF035824-EFDA-41FA-8349-C1DFF0B6E025}"/>
          </ac:picMkLst>
        </pc:picChg>
        <pc:picChg chg="mod">
          <ac:chgData name="OŽBOT, MIHA" userId="36448ee4-d56c-450a-8c5f-e012d647b106" providerId="ADAL" clId="{327D865C-4B1F-4AEE-9BBD-C0A0A0777F1B}" dt="2022-04-13T19:35:41.932" v="923" actId="1076"/>
          <ac:picMkLst>
            <pc:docMk/>
            <pc:sldMk cId="3372332676" sldId="286"/>
            <ac:picMk id="10" creationId="{2EE79E24-625E-4E2A-8A73-BDF3D154713C}"/>
          </ac:picMkLst>
        </pc:picChg>
      </pc:sldChg>
      <pc:sldChg chg="addSp delSp modSp add mod setBg">
        <pc:chgData name="OŽBOT, MIHA" userId="36448ee4-d56c-450a-8c5f-e012d647b106" providerId="ADAL" clId="{327D865C-4B1F-4AEE-9BBD-C0A0A0777F1B}" dt="2022-04-12T18:09:12.670" v="492" actId="1076"/>
        <pc:sldMkLst>
          <pc:docMk/>
          <pc:sldMk cId="1082004255" sldId="287"/>
        </pc:sldMkLst>
        <pc:spChg chg="mod">
          <ac:chgData name="OŽBOT, MIHA" userId="36448ee4-d56c-450a-8c5f-e012d647b106" providerId="ADAL" clId="{327D865C-4B1F-4AEE-9BBD-C0A0A0777F1B}" dt="2022-04-12T18:07:23.640" v="436" actId="26606"/>
          <ac:spMkLst>
            <pc:docMk/>
            <pc:sldMk cId="1082004255" sldId="287"/>
            <ac:spMk id="2" creationId="{33AC806F-76B1-43B6-8CA1-6EDE0AFBE77F}"/>
          </ac:spMkLst>
        </pc:spChg>
        <pc:spChg chg="del">
          <ac:chgData name="OŽBOT, MIHA" userId="36448ee4-d56c-450a-8c5f-e012d647b106" providerId="ADAL" clId="{327D865C-4B1F-4AEE-9BBD-C0A0A0777F1B}" dt="2022-04-12T17:33:41.176" v="46"/>
          <ac:spMkLst>
            <pc:docMk/>
            <pc:sldMk cId="1082004255" sldId="287"/>
            <ac:spMk id="3" creationId="{4EEC0B6B-315E-4151-9F84-788485AA5537}"/>
          </ac:spMkLst>
        </pc:spChg>
        <pc:spChg chg="mod">
          <ac:chgData name="OŽBOT, MIHA" userId="36448ee4-d56c-450a-8c5f-e012d647b106" providerId="ADAL" clId="{327D865C-4B1F-4AEE-9BBD-C0A0A0777F1B}" dt="2022-04-12T18:07:23.640" v="436" actId="26606"/>
          <ac:spMkLst>
            <pc:docMk/>
            <pc:sldMk cId="1082004255" sldId="287"/>
            <ac:spMk id="18" creationId="{B631CC7E-121E-4541-BB99-C70CD6057F91}"/>
          </ac:spMkLst>
        </pc:spChg>
        <pc:spChg chg="add">
          <ac:chgData name="OŽBOT, MIHA" userId="36448ee4-d56c-450a-8c5f-e012d647b106" providerId="ADAL" clId="{327D865C-4B1F-4AEE-9BBD-C0A0A0777F1B}" dt="2022-04-12T18:07:23.640" v="436" actId="26606"/>
          <ac:spMkLst>
            <pc:docMk/>
            <pc:sldMk cId="1082004255" sldId="287"/>
            <ac:spMk id="20" creationId="{53B475F8-50AE-46A0-9943-B2B63183D50C}"/>
          </ac:spMkLst>
        </pc:spChg>
        <pc:spChg chg="add del">
          <ac:chgData name="OŽBOT, MIHA" userId="36448ee4-d56c-450a-8c5f-e012d647b106" providerId="ADAL" clId="{327D865C-4B1F-4AEE-9BBD-C0A0A0777F1B}" dt="2022-04-12T18:07:26.549" v="437"/>
          <ac:spMkLst>
            <pc:docMk/>
            <pc:sldMk cId="1082004255" sldId="287"/>
            <ac:spMk id="22" creationId="{0DA33D09-8BEA-7948-20F8-1E0880C9F235}"/>
          </ac:spMkLst>
        </pc:spChg>
        <pc:spChg chg="add del">
          <ac:chgData name="OŽBOT, MIHA" userId="36448ee4-d56c-450a-8c5f-e012d647b106" providerId="ADAL" clId="{327D865C-4B1F-4AEE-9BBD-C0A0A0777F1B}" dt="2022-04-12T18:06:27.175" v="434" actId="26606"/>
          <ac:spMkLst>
            <pc:docMk/>
            <pc:sldMk cId="1082004255" sldId="287"/>
            <ac:spMk id="23" creationId="{6570CC06-DB21-401C-BCF8-AAC5FF550D29}"/>
          </ac:spMkLst>
        </pc:spChg>
        <pc:spChg chg="add del">
          <ac:chgData name="OŽBOT, MIHA" userId="36448ee4-d56c-450a-8c5f-e012d647b106" providerId="ADAL" clId="{327D865C-4B1F-4AEE-9BBD-C0A0A0777F1B}" dt="2022-04-12T18:06:27.175" v="434" actId="26606"/>
          <ac:spMkLst>
            <pc:docMk/>
            <pc:sldMk cId="1082004255" sldId="287"/>
            <ac:spMk id="25" creationId="{15B998FC-4B98-4A07-B159-9E629180AF40}"/>
          </ac:spMkLst>
        </pc:spChg>
        <pc:spChg chg="add">
          <ac:chgData name="OŽBOT, MIHA" userId="36448ee4-d56c-450a-8c5f-e012d647b106" providerId="ADAL" clId="{327D865C-4B1F-4AEE-9BBD-C0A0A0777F1B}" dt="2022-04-12T18:07:23.640" v="436" actId="26606"/>
          <ac:spMkLst>
            <pc:docMk/>
            <pc:sldMk cId="1082004255" sldId="287"/>
            <ac:spMk id="27" creationId="{75F6FDB4-2351-48C2-A863-2364A02343C0}"/>
          </ac:spMkLst>
        </pc:spChg>
        <pc:graphicFrameChg chg="add del mod">
          <ac:chgData name="OŽBOT, MIHA" userId="36448ee4-d56c-450a-8c5f-e012d647b106" providerId="ADAL" clId="{327D865C-4B1F-4AEE-9BBD-C0A0A0777F1B}" dt="2022-04-12T17:23:53.726" v="37" actId="478"/>
          <ac:graphicFrameMkLst>
            <pc:docMk/>
            <pc:sldMk cId="1082004255" sldId="287"/>
            <ac:graphicFrameMk id="5" creationId="{3EEE4ED5-FCF8-4319-9C77-9557160A9BC0}"/>
          </ac:graphicFrameMkLst>
        </pc:graphicFrameChg>
        <pc:graphicFrameChg chg="add del mod">
          <ac:chgData name="OŽBOT, MIHA" userId="36448ee4-d56c-450a-8c5f-e012d647b106" providerId="ADAL" clId="{327D865C-4B1F-4AEE-9BBD-C0A0A0777F1B}" dt="2022-04-12T17:23:59.072" v="39" actId="478"/>
          <ac:graphicFrameMkLst>
            <pc:docMk/>
            <pc:sldMk cId="1082004255" sldId="287"/>
            <ac:graphicFrameMk id="6" creationId="{642C920D-CD53-4125-9B5A-7B23AC8663BB}"/>
          </ac:graphicFrameMkLst>
        </pc:graphicFrameChg>
        <pc:graphicFrameChg chg="del">
          <ac:chgData name="OŽBOT, MIHA" userId="36448ee4-d56c-450a-8c5f-e012d647b106" providerId="ADAL" clId="{327D865C-4B1F-4AEE-9BBD-C0A0A0777F1B}" dt="2022-04-12T17:23:40.896" v="35" actId="478"/>
          <ac:graphicFrameMkLst>
            <pc:docMk/>
            <pc:sldMk cId="1082004255" sldId="287"/>
            <ac:graphicFrameMk id="7" creationId="{C90C24EF-A9AF-4456-89A1-749796B2A5DF}"/>
          </ac:graphicFrameMkLst>
        </pc:graphicFrameChg>
        <pc:graphicFrameChg chg="add del mod">
          <ac:chgData name="OŽBOT, MIHA" userId="36448ee4-d56c-450a-8c5f-e012d647b106" providerId="ADAL" clId="{327D865C-4B1F-4AEE-9BBD-C0A0A0777F1B}" dt="2022-04-12T17:31:35.434" v="45" actId="478"/>
          <ac:graphicFrameMkLst>
            <pc:docMk/>
            <pc:sldMk cId="1082004255" sldId="287"/>
            <ac:graphicFrameMk id="8" creationId="{E64C7E69-52E8-466C-84E8-F3196E16EC10}"/>
          </ac:graphicFrameMkLst>
        </pc:graphicFrameChg>
        <pc:picChg chg="del">
          <ac:chgData name="OŽBOT, MIHA" userId="36448ee4-d56c-450a-8c5f-e012d647b106" providerId="ADAL" clId="{327D865C-4B1F-4AEE-9BBD-C0A0A0777F1B}" dt="2022-04-12T17:23:38.422" v="34" actId="478"/>
          <ac:picMkLst>
            <pc:docMk/>
            <pc:sldMk cId="1082004255" sldId="287"/>
            <ac:picMk id="4" creationId="{C088F720-0C4B-497B-AD63-5833701D8B02}"/>
          </ac:picMkLst>
        </pc:picChg>
        <pc:picChg chg="add mod">
          <ac:chgData name="OŽBOT, MIHA" userId="36448ee4-d56c-450a-8c5f-e012d647b106" providerId="ADAL" clId="{327D865C-4B1F-4AEE-9BBD-C0A0A0777F1B}" dt="2022-04-12T18:09:06.878" v="490" actId="1076"/>
          <ac:picMkLst>
            <pc:docMk/>
            <pc:sldMk cId="1082004255" sldId="287"/>
            <ac:picMk id="10" creationId="{334DCAF6-D811-4BAD-B565-AED2BC4F1862}"/>
          </ac:picMkLst>
        </pc:picChg>
        <pc:picChg chg="add del mod">
          <ac:chgData name="OŽBOT, MIHA" userId="36448ee4-d56c-450a-8c5f-e012d647b106" providerId="ADAL" clId="{327D865C-4B1F-4AEE-9BBD-C0A0A0777F1B}" dt="2022-04-12T18:08:34.868" v="473" actId="478"/>
          <ac:picMkLst>
            <pc:docMk/>
            <pc:sldMk cId="1082004255" sldId="287"/>
            <ac:picMk id="12" creationId="{B6B5933A-08FF-4192-9EBF-2D9F28CACF4A}"/>
          </ac:picMkLst>
        </pc:picChg>
        <pc:picChg chg="add mod ord">
          <ac:chgData name="OŽBOT, MIHA" userId="36448ee4-d56c-450a-8c5f-e012d647b106" providerId="ADAL" clId="{327D865C-4B1F-4AEE-9BBD-C0A0A0777F1B}" dt="2022-04-12T18:09:09.984" v="491" actId="1076"/>
          <ac:picMkLst>
            <pc:docMk/>
            <pc:sldMk cId="1082004255" sldId="287"/>
            <ac:picMk id="14" creationId="{1E118952-D35D-497A-8FC7-BAB88B34EA86}"/>
          </ac:picMkLst>
        </pc:picChg>
        <pc:picChg chg="add del mod">
          <ac:chgData name="OŽBOT, MIHA" userId="36448ee4-d56c-450a-8c5f-e012d647b106" providerId="ADAL" clId="{327D865C-4B1F-4AEE-9BBD-C0A0A0777F1B}" dt="2022-04-12T18:06:56.801" v="435" actId="21"/>
          <ac:picMkLst>
            <pc:docMk/>
            <pc:sldMk cId="1082004255" sldId="287"/>
            <ac:picMk id="16" creationId="{3597C3C0-0AE2-4A15-9FB2-F75D7B976974}"/>
          </ac:picMkLst>
        </pc:picChg>
        <pc:picChg chg="add mod ord">
          <ac:chgData name="OŽBOT, MIHA" userId="36448ee4-d56c-450a-8c5f-e012d647b106" providerId="ADAL" clId="{327D865C-4B1F-4AEE-9BBD-C0A0A0777F1B}" dt="2022-04-12T18:07:23.640" v="436" actId="26606"/>
          <ac:picMkLst>
            <pc:docMk/>
            <pc:sldMk cId="1082004255" sldId="287"/>
            <ac:picMk id="17" creationId="{EE89B95C-39D8-427F-A9E8-A93DEA761E7A}"/>
          </ac:picMkLst>
        </pc:picChg>
        <pc:picChg chg="add mod">
          <ac:chgData name="OŽBOT, MIHA" userId="36448ee4-d56c-450a-8c5f-e012d647b106" providerId="ADAL" clId="{327D865C-4B1F-4AEE-9BBD-C0A0A0777F1B}" dt="2022-04-12T18:08:57.728" v="485" actId="1076"/>
          <ac:picMkLst>
            <pc:docMk/>
            <pc:sldMk cId="1082004255" sldId="287"/>
            <ac:picMk id="21" creationId="{AE611F5A-ECCA-44F7-9198-67E064EA7552}"/>
          </ac:picMkLst>
        </pc:picChg>
        <pc:picChg chg="add mod">
          <ac:chgData name="OŽBOT, MIHA" userId="36448ee4-d56c-450a-8c5f-e012d647b106" providerId="ADAL" clId="{327D865C-4B1F-4AEE-9BBD-C0A0A0777F1B}" dt="2022-04-12T18:09:12.670" v="492" actId="1076"/>
          <ac:picMkLst>
            <pc:docMk/>
            <pc:sldMk cId="1082004255" sldId="287"/>
            <ac:picMk id="24" creationId="{480621F9-EF07-4C21-A82F-9480BF7F1A83}"/>
          </ac:picMkLst>
        </pc:picChg>
      </pc:sldChg>
      <pc:sldChg chg="addSp delSp modSp new mod setBg">
        <pc:chgData name="OŽBOT, MIHA" userId="36448ee4-d56c-450a-8c5f-e012d647b106" providerId="ADAL" clId="{327D865C-4B1F-4AEE-9BBD-C0A0A0777F1B}" dt="2022-04-13T20:38:48.581" v="1232" actId="1076"/>
        <pc:sldMkLst>
          <pc:docMk/>
          <pc:sldMk cId="4277249247" sldId="288"/>
        </pc:sldMkLst>
        <pc:spChg chg="mod">
          <ac:chgData name="OŽBOT, MIHA" userId="36448ee4-d56c-450a-8c5f-e012d647b106" providerId="ADAL" clId="{327D865C-4B1F-4AEE-9BBD-C0A0A0777F1B}" dt="2022-04-13T19:18:41.199" v="703" actId="404"/>
          <ac:spMkLst>
            <pc:docMk/>
            <pc:sldMk cId="4277249247" sldId="288"/>
            <ac:spMk id="2" creationId="{72EAF285-9A60-469C-BA60-D5A69C6810DA}"/>
          </ac:spMkLst>
        </pc:spChg>
        <pc:spChg chg="del">
          <ac:chgData name="OŽBOT, MIHA" userId="36448ee4-d56c-450a-8c5f-e012d647b106" providerId="ADAL" clId="{327D865C-4B1F-4AEE-9BBD-C0A0A0777F1B}" dt="2022-04-13T19:17:43.095" v="665"/>
          <ac:spMkLst>
            <pc:docMk/>
            <pc:sldMk cId="4277249247" sldId="288"/>
            <ac:spMk id="3" creationId="{79CB8124-693D-4144-8371-8F17F3D7284F}"/>
          </ac:spMkLst>
        </pc:spChg>
        <pc:spChg chg="mod">
          <ac:chgData name="OŽBOT, MIHA" userId="36448ee4-d56c-450a-8c5f-e012d647b106" providerId="ADAL" clId="{327D865C-4B1F-4AEE-9BBD-C0A0A0777F1B}" dt="2022-04-13T19:18:28.261" v="699" actId="26606"/>
          <ac:spMkLst>
            <pc:docMk/>
            <pc:sldMk cId="4277249247" sldId="288"/>
            <ac:spMk id="4" creationId="{1252C146-EB87-4B8B-9909-1330629FEC46}"/>
          </ac:spMkLst>
        </pc:spChg>
        <pc:spChg chg="add">
          <ac:chgData name="OŽBOT, MIHA" userId="36448ee4-d56c-450a-8c5f-e012d647b106" providerId="ADAL" clId="{327D865C-4B1F-4AEE-9BBD-C0A0A0777F1B}" dt="2022-04-13T19:18:28.261" v="699" actId="26606"/>
          <ac:spMkLst>
            <pc:docMk/>
            <pc:sldMk cId="4277249247" sldId="288"/>
            <ac:spMk id="16" creationId="{7C98A213-5994-475E-B327-DC6EC27FBA8B}"/>
          </ac:spMkLst>
        </pc:spChg>
        <pc:spChg chg="add">
          <ac:chgData name="OŽBOT, MIHA" userId="36448ee4-d56c-450a-8c5f-e012d647b106" providerId="ADAL" clId="{327D865C-4B1F-4AEE-9BBD-C0A0A0777F1B}" dt="2022-04-13T19:18:28.261" v="699" actId="26606"/>
          <ac:spMkLst>
            <pc:docMk/>
            <pc:sldMk cId="4277249247" sldId="288"/>
            <ac:spMk id="18" creationId="{4B030A0D-0DAD-4A99-89BB-419527D6A64B}"/>
          </ac:spMkLst>
        </pc:spChg>
        <pc:graphicFrameChg chg="add mod">
          <ac:chgData name="OŽBOT, MIHA" userId="36448ee4-d56c-450a-8c5f-e012d647b106" providerId="ADAL" clId="{327D865C-4B1F-4AEE-9BBD-C0A0A0777F1B}" dt="2022-04-12T18:05:17.606" v="404" actId="1076"/>
          <ac:graphicFrameMkLst>
            <pc:docMk/>
            <pc:sldMk cId="4277249247" sldId="288"/>
            <ac:graphicFrameMk id="5" creationId="{BB075082-82A7-4C0B-9C04-EE5BEDBA67B5}"/>
          </ac:graphicFrameMkLst>
        </pc:graphicFrameChg>
        <pc:picChg chg="add mod">
          <ac:chgData name="OŽBOT, MIHA" userId="36448ee4-d56c-450a-8c5f-e012d647b106" providerId="ADAL" clId="{327D865C-4B1F-4AEE-9BBD-C0A0A0777F1B}" dt="2022-04-13T19:18:30.356" v="700" actId="1076"/>
          <ac:picMkLst>
            <pc:docMk/>
            <pc:sldMk cId="4277249247" sldId="288"/>
            <ac:picMk id="7" creationId="{A9DFFE1D-79CC-48BE-85BF-925273213589}"/>
          </ac:picMkLst>
        </pc:picChg>
        <pc:picChg chg="add mod ord">
          <ac:chgData name="OŽBOT, MIHA" userId="36448ee4-d56c-450a-8c5f-e012d647b106" providerId="ADAL" clId="{327D865C-4B1F-4AEE-9BBD-C0A0A0777F1B}" dt="2022-04-13T19:18:43.540" v="704" actId="1076"/>
          <ac:picMkLst>
            <pc:docMk/>
            <pc:sldMk cId="4277249247" sldId="288"/>
            <ac:picMk id="9" creationId="{DB77E753-C938-4351-A2F6-4A61CAD63FCA}"/>
          </ac:picMkLst>
        </pc:picChg>
        <pc:picChg chg="add mod ord">
          <ac:chgData name="OŽBOT, MIHA" userId="36448ee4-d56c-450a-8c5f-e012d647b106" providerId="ADAL" clId="{327D865C-4B1F-4AEE-9BBD-C0A0A0777F1B}" dt="2022-04-13T19:18:31.606" v="701" actId="1076"/>
          <ac:picMkLst>
            <pc:docMk/>
            <pc:sldMk cId="4277249247" sldId="288"/>
            <ac:picMk id="11" creationId="{75EB5119-B4C8-40B2-A5DA-311D2C0CBC46}"/>
          </ac:picMkLst>
        </pc:picChg>
        <pc:picChg chg="add mod">
          <ac:chgData name="OŽBOT, MIHA" userId="36448ee4-d56c-450a-8c5f-e012d647b106" providerId="ADAL" clId="{327D865C-4B1F-4AEE-9BBD-C0A0A0777F1B}" dt="2022-04-13T20:38:48.581" v="1232" actId="1076"/>
          <ac:picMkLst>
            <pc:docMk/>
            <pc:sldMk cId="4277249247" sldId="288"/>
            <ac:picMk id="13" creationId="{22BFA8AF-E164-4459-8996-D7A261CCA180}"/>
          </ac:picMkLst>
        </pc:picChg>
        <pc:picChg chg="add mod">
          <ac:chgData name="OŽBOT, MIHA" userId="36448ee4-d56c-450a-8c5f-e012d647b106" providerId="ADAL" clId="{327D865C-4B1F-4AEE-9BBD-C0A0A0777F1B}" dt="2022-04-13T20:38:48.581" v="1232" actId="1076"/>
          <ac:picMkLst>
            <pc:docMk/>
            <pc:sldMk cId="4277249247" sldId="288"/>
            <ac:picMk id="15" creationId="{3EE21BD4-0FA1-494D-8FC8-A2AD494C002D}"/>
          </ac:picMkLst>
        </pc:picChg>
        <pc:picChg chg="add mod">
          <ac:chgData name="OŽBOT, MIHA" userId="36448ee4-d56c-450a-8c5f-e012d647b106" providerId="ADAL" clId="{327D865C-4B1F-4AEE-9BBD-C0A0A0777F1B}" dt="2022-04-13T20:38:48.581" v="1232" actId="1076"/>
          <ac:picMkLst>
            <pc:docMk/>
            <pc:sldMk cId="4277249247" sldId="288"/>
            <ac:picMk id="19" creationId="{F0757207-0570-4430-99CF-01CB4D72DD02}"/>
          </ac:picMkLst>
        </pc:picChg>
        <pc:picChg chg="add mod">
          <ac:chgData name="OŽBOT, MIHA" userId="36448ee4-d56c-450a-8c5f-e012d647b106" providerId="ADAL" clId="{327D865C-4B1F-4AEE-9BBD-C0A0A0777F1B}" dt="2022-04-13T20:38:40.413" v="1231" actId="1076"/>
          <ac:picMkLst>
            <pc:docMk/>
            <pc:sldMk cId="4277249247" sldId="288"/>
            <ac:picMk id="21" creationId="{F88D1F5E-A68D-4C93-B678-7A709EBA6E5D}"/>
          </ac:picMkLst>
        </pc:picChg>
      </pc:sldChg>
      <pc:sldChg chg="modSp mod">
        <pc:chgData name="OŽBOT, MIHA" userId="36448ee4-d56c-450a-8c5f-e012d647b106" providerId="ADAL" clId="{327D865C-4B1F-4AEE-9BBD-C0A0A0777F1B}" dt="2022-04-13T20:40:23.623" v="1249" actId="1076"/>
        <pc:sldMkLst>
          <pc:docMk/>
          <pc:sldMk cId="236193050" sldId="289"/>
        </pc:sldMkLst>
        <pc:spChg chg="mod">
          <ac:chgData name="OŽBOT, MIHA" userId="36448ee4-d56c-450a-8c5f-e012d647b106" providerId="ADAL" clId="{327D865C-4B1F-4AEE-9BBD-C0A0A0777F1B}" dt="2022-04-13T20:40:21.148" v="1247" actId="14100"/>
          <ac:spMkLst>
            <pc:docMk/>
            <pc:sldMk cId="236193050" sldId="289"/>
            <ac:spMk id="13" creationId="{56187702-45A0-47FE-A28D-88475E6114A6}"/>
          </ac:spMkLst>
        </pc:spChg>
        <pc:picChg chg="mod">
          <ac:chgData name="OŽBOT, MIHA" userId="36448ee4-d56c-450a-8c5f-e012d647b106" providerId="ADAL" clId="{327D865C-4B1F-4AEE-9BBD-C0A0A0777F1B}" dt="2022-04-13T20:40:22.210" v="1248" actId="1076"/>
          <ac:picMkLst>
            <pc:docMk/>
            <pc:sldMk cId="236193050" sldId="289"/>
            <ac:picMk id="16" creationId="{D1666D87-9A10-419E-B128-18E00B231993}"/>
          </ac:picMkLst>
        </pc:picChg>
        <pc:picChg chg="mod">
          <ac:chgData name="OŽBOT, MIHA" userId="36448ee4-d56c-450a-8c5f-e012d647b106" providerId="ADAL" clId="{327D865C-4B1F-4AEE-9BBD-C0A0A0777F1B}" dt="2022-04-13T20:40:23.623" v="1249" actId="1076"/>
          <ac:picMkLst>
            <pc:docMk/>
            <pc:sldMk cId="236193050" sldId="289"/>
            <ac:picMk id="19" creationId="{42663209-40E7-4D5F-8D68-EB48F75F7800}"/>
          </ac:picMkLst>
        </pc:picChg>
      </pc:sldChg>
    </pc:docChg>
  </pc:docChgLst>
  <pc:docChgLst>
    <pc:chgData name="Ožbot, Miha" userId="5fdfeab2-e3ac-40dc-9f9d-ac602c9b72a8" providerId="ADAL" clId="{F6470792-E840-4171-BDB0-E3FB66A095FD}"/>
    <pc:docChg chg="undo custSel addSld delSld modSld sldOrd">
      <pc:chgData name="Ožbot, Miha" userId="5fdfeab2-e3ac-40dc-9f9d-ac602c9b72a8" providerId="ADAL" clId="{F6470792-E840-4171-BDB0-E3FB66A095FD}" dt="2022-03-17T17:37:06.467" v="776" actId="20577"/>
      <pc:docMkLst>
        <pc:docMk/>
      </pc:docMkLst>
      <pc:sldChg chg="addSp delSp modSp mod">
        <pc:chgData name="Ožbot, Miha" userId="5fdfeab2-e3ac-40dc-9f9d-ac602c9b72a8" providerId="ADAL" clId="{F6470792-E840-4171-BDB0-E3FB66A095FD}" dt="2022-03-17T17:37:06.467" v="776" actId="20577"/>
        <pc:sldMkLst>
          <pc:docMk/>
          <pc:sldMk cId="1257919980" sldId="257"/>
        </pc:sldMkLst>
        <pc:spChg chg="mod">
          <ac:chgData name="Ožbot, Miha" userId="5fdfeab2-e3ac-40dc-9f9d-ac602c9b72a8" providerId="ADAL" clId="{F6470792-E840-4171-BDB0-E3FB66A095FD}" dt="2022-03-17T17:37:06.467" v="776" actId="20577"/>
          <ac:spMkLst>
            <pc:docMk/>
            <pc:sldMk cId="1257919980" sldId="257"/>
            <ac:spMk id="3" creationId="{DE560C8A-EAE8-42FF-9413-DD1909AD806D}"/>
          </ac:spMkLst>
        </pc:spChg>
        <pc:spChg chg="add mod">
          <ac:chgData name="Ožbot, Miha" userId="5fdfeab2-e3ac-40dc-9f9d-ac602c9b72a8" providerId="ADAL" clId="{F6470792-E840-4171-BDB0-E3FB66A095FD}" dt="2022-03-17T16:00:08.252" v="763" actId="20577"/>
          <ac:spMkLst>
            <pc:docMk/>
            <pc:sldMk cId="1257919980" sldId="257"/>
            <ac:spMk id="5" creationId="{40F0543A-7E03-472C-94CE-84E2914E6833}"/>
          </ac:spMkLst>
        </pc:spChg>
        <pc:spChg chg="add del">
          <ac:chgData name="Ožbot, Miha" userId="5fdfeab2-e3ac-40dc-9f9d-ac602c9b72a8" providerId="ADAL" clId="{F6470792-E840-4171-BDB0-E3FB66A095FD}" dt="2022-03-17T15:57:36.269" v="718"/>
          <ac:spMkLst>
            <pc:docMk/>
            <pc:sldMk cId="1257919980" sldId="257"/>
            <ac:spMk id="6" creationId="{143DA608-2DFC-4010-B149-41D982224F12}"/>
          </ac:spMkLst>
        </pc:spChg>
        <pc:spChg chg="add del">
          <ac:chgData name="Ožbot, Miha" userId="5fdfeab2-e3ac-40dc-9f9d-ac602c9b72a8" providerId="ADAL" clId="{F6470792-E840-4171-BDB0-E3FB66A095FD}" dt="2022-03-17T15:57:38.827" v="720"/>
          <ac:spMkLst>
            <pc:docMk/>
            <pc:sldMk cId="1257919980" sldId="257"/>
            <ac:spMk id="7" creationId="{DA4B6960-3729-44DA-B780-4BBF226ACB23}"/>
          </ac:spMkLst>
        </pc:spChg>
        <pc:spChg chg="add del">
          <ac:chgData name="Ožbot, Miha" userId="5fdfeab2-e3ac-40dc-9f9d-ac602c9b72a8" providerId="ADAL" clId="{F6470792-E840-4171-BDB0-E3FB66A095FD}" dt="2022-03-17T15:57:45.163" v="722"/>
          <ac:spMkLst>
            <pc:docMk/>
            <pc:sldMk cId="1257919980" sldId="257"/>
            <ac:spMk id="8" creationId="{568EF58E-FC9D-47B5-B57F-2AF349286E7B}"/>
          </ac:spMkLst>
        </pc:spChg>
        <pc:spChg chg="add del mod">
          <ac:chgData name="Ožbot, Miha" userId="5fdfeab2-e3ac-40dc-9f9d-ac602c9b72a8" providerId="ADAL" clId="{F6470792-E840-4171-BDB0-E3FB66A095FD}" dt="2022-03-17T15:58:12.989" v="729"/>
          <ac:spMkLst>
            <pc:docMk/>
            <pc:sldMk cId="1257919980" sldId="257"/>
            <ac:spMk id="9" creationId="{484E5D5F-B7FD-4B85-B785-FDF657C4540B}"/>
          </ac:spMkLst>
        </pc:spChg>
        <pc:spChg chg="add del mod">
          <ac:chgData name="Ožbot, Miha" userId="5fdfeab2-e3ac-40dc-9f9d-ac602c9b72a8" providerId="ADAL" clId="{F6470792-E840-4171-BDB0-E3FB66A095FD}" dt="2022-03-17T16:00:00.811" v="757" actId="478"/>
          <ac:spMkLst>
            <pc:docMk/>
            <pc:sldMk cId="1257919980" sldId="257"/>
            <ac:spMk id="10" creationId="{CAA17437-DF1E-4EB2-BD2C-A400BCD55ABB}"/>
          </ac:spMkLst>
        </pc:spChg>
        <pc:spChg chg="add del mod">
          <ac:chgData name="Ožbot, Miha" userId="5fdfeab2-e3ac-40dc-9f9d-ac602c9b72a8" providerId="ADAL" clId="{F6470792-E840-4171-BDB0-E3FB66A095FD}" dt="2022-03-17T15:58:21.547" v="732" actId="478"/>
          <ac:spMkLst>
            <pc:docMk/>
            <pc:sldMk cId="1257919980" sldId="257"/>
            <ac:spMk id="11" creationId="{79294D98-302F-4EB5-B67A-68FC392A5177}"/>
          </ac:spMkLst>
        </pc:spChg>
      </pc:sldChg>
      <pc:sldChg chg="modSp mod">
        <pc:chgData name="Ožbot, Miha" userId="5fdfeab2-e3ac-40dc-9f9d-ac602c9b72a8" providerId="ADAL" clId="{F6470792-E840-4171-BDB0-E3FB66A095FD}" dt="2022-03-16T17:01:03.686" v="93" actId="20577"/>
        <pc:sldMkLst>
          <pc:docMk/>
          <pc:sldMk cId="2052123652" sldId="258"/>
        </pc:sldMkLst>
        <pc:spChg chg="mod">
          <ac:chgData name="Ožbot, Miha" userId="5fdfeab2-e3ac-40dc-9f9d-ac602c9b72a8" providerId="ADAL" clId="{F6470792-E840-4171-BDB0-E3FB66A095FD}" dt="2022-03-16T17:01:03.686" v="93" actId="20577"/>
          <ac:spMkLst>
            <pc:docMk/>
            <pc:sldMk cId="2052123652" sldId="258"/>
            <ac:spMk id="2" creationId="{6072737F-1F7B-46A5-9D59-B5CFA5E2F463}"/>
          </ac:spMkLst>
        </pc:spChg>
      </pc:sldChg>
      <pc:sldChg chg="modSp del mod ord">
        <pc:chgData name="Ožbot, Miha" userId="5fdfeab2-e3ac-40dc-9f9d-ac602c9b72a8" providerId="ADAL" clId="{F6470792-E840-4171-BDB0-E3FB66A095FD}" dt="2022-03-17T15:47:32.608" v="525" actId="47"/>
        <pc:sldMkLst>
          <pc:docMk/>
          <pc:sldMk cId="2202418353" sldId="259"/>
        </pc:sldMkLst>
        <pc:spChg chg="mod">
          <ac:chgData name="Ožbot, Miha" userId="5fdfeab2-e3ac-40dc-9f9d-ac602c9b72a8" providerId="ADAL" clId="{F6470792-E840-4171-BDB0-E3FB66A095FD}" dt="2022-03-17T15:47:30.259" v="523" actId="21"/>
          <ac:spMkLst>
            <pc:docMk/>
            <pc:sldMk cId="2202418353" sldId="259"/>
            <ac:spMk id="2" creationId="{DDCC584B-74F3-4267-8238-1948AA16BDD1}"/>
          </ac:spMkLst>
        </pc:spChg>
      </pc:sldChg>
      <pc:sldChg chg="modSp mod">
        <pc:chgData name="Ožbot, Miha" userId="5fdfeab2-e3ac-40dc-9f9d-ac602c9b72a8" providerId="ADAL" clId="{F6470792-E840-4171-BDB0-E3FB66A095FD}" dt="2022-03-17T15:41:04.365" v="248" actId="20577"/>
        <pc:sldMkLst>
          <pc:docMk/>
          <pc:sldMk cId="2128968485" sldId="260"/>
        </pc:sldMkLst>
        <pc:spChg chg="mod">
          <ac:chgData name="Ožbot, Miha" userId="5fdfeab2-e3ac-40dc-9f9d-ac602c9b72a8" providerId="ADAL" clId="{F6470792-E840-4171-BDB0-E3FB66A095FD}" dt="2022-03-17T15:41:04.365" v="248" actId="20577"/>
          <ac:spMkLst>
            <pc:docMk/>
            <pc:sldMk cId="2128968485" sldId="260"/>
            <ac:spMk id="2" creationId="{0A2F52AC-0CEE-4781-9CF7-D06DD8E0C87E}"/>
          </ac:spMkLst>
        </pc:spChg>
      </pc:sldChg>
      <pc:sldChg chg="modSp new mod ord">
        <pc:chgData name="Ožbot, Miha" userId="5fdfeab2-e3ac-40dc-9f9d-ac602c9b72a8" providerId="ADAL" clId="{F6470792-E840-4171-BDB0-E3FB66A095FD}" dt="2022-03-17T15:41:13.932" v="260" actId="20577"/>
        <pc:sldMkLst>
          <pc:docMk/>
          <pc:sldMk cId="1218702890" sldId="261"/>
        </pc:sldMkLst>
        <pc:spChg chg="mod">
          <ac:chgData name="Ožbot, Miha" userId="5fdfeab2-e3ac-40dc-9f9d-ac602c9b72a8" providerId="ADAL" clId="{F6470792-E840-4171-BDB0-E3FB66A095FD}" dt="2022-03-16T17:00:43.223" v="67" actId="20577"/>
          <ac:spMkLst>
            <pc:docMk/>
            <pc:sldMk cId="1218702890" sldId="261"/>
            <ac:spMk id="2" creationId="{E85D5F98-98C0-4A92-9995-B7DF27BACBAA}"/>
          </ac:spMkLst>
        </pc:spChg>
        <pc:spChg chg="mod">
          <ac:chgData name="Ožbot, Miha" userId="5fdfeab2-e3ac-40dc-9f9d-ac602c9b72a8" providerId="ADAL" clId="{F6470792-E840-4171-BDB0-E3FB66A095FD}" dt="2022-03-17T15:41:13.932" v="260" actId="20577"/>
          <ac:spMkLst>
            <pc:docMk/>
            <pc:sldMk cId="1218702890" sldId="261"/>
            <ac:spMk id="3" creationId="{F2E71883-7441-42CB-B8C6-2644AA2C62CA}"/>
          </ac:spMkLst>
        </pc:spChg>
      </pc:sldChg>
      <pc:sldChg chg="addSp delSp modSp new mod ord">
        <pc:chgData name="Ožbot, Miha" userId="5fdfeab2-e3ac-40dc-9f9d-ac602c9b72a8" providerId="ADAL" clId="{F6470792-E840-4171-BDB0-E3FB66A095FD}" dt="2022-03-16T17:00:49.730" v="69"/>
        <pc:sldMkLst>
          <pc:docMk/>
          <pc:sldMk cId="2306990913" sldId="262"/>
        </pc:sldMkLst>
        <pc:spChg chg="mod">
          <ac:chgData name="Ožbot, Miha" userId="5fdfeab2-e3ac-40dc-9f9d-ac602c9b72a8" providerId="ADAL" clId="{F6470792-E840-4171-BDB0-E3FB66A095FD}" dt="2022-03-16T17:00:40.776" v="65" actId="20577"/>
          <ac:spMkLst>
            <pc:docMk/>
            <pc:sldMk cId="2306990913" sldId="262"/>
            <ac:spMk id="2" creationId="{9551B4C0-42E8-42B6-BBFA-1C451410A532}"/>
          </ac:spMkLst>
        </pc:spChg>
        <pc:spChg chg="add del">
          <ac:chgData name="Ožbot, Miha" userId="5fdfeab2-e3ac-40dc-9f9d-ac602c9b72a8" providerId="ADAL" clId="{F6470792-E840-4171-BDB0-E3FB66A095FD}" dt="2022-03-16T17:00:13.814" v="27" actId="478"/>
          <ac:spMkLst>
            <pc:docMk/>
            <pc:sldMk cId="2306990913" sldId="262"/>
            <ac:spMk id="5" creationId="{1EAC76D8-0471-4765-AA83-CBD8429C9A39}"/>
          </ac:spMkLst>
        </pc:spChg>
      </pc:sldChg>
      <pc:sldChg chg="modSp new mod ord">
        <pc:chgData name="Ožbot, Miha" userId="5fdfeab2-e3ac-40dc-9f9d-ac602c9b72a8" providerId="ADAL" clId="{F6470792-E840-4171-BDB0-E3FB66A095FD}" dt="2022-03-16T17:00:49.730" v="69"/>
        <pc:sldMkLst>
          <pc:docMk/>
          <pc:sldMk cId="3658886467" sldId="263"/>
        </pc:sldMkLst>
        <pc:spChg chg="mod">
          <ac:chgData name="Ožbot, Miha" userId="5fdfeab2-e3ac-40dc-9f9d-ac602c9b72a8" providerId="ADAL" clId="{F6470792-E840-4171-BDB0-E3FB66A095FD}" dt="2022-03-16T17:00:36.774" v="63" actId="20577"/>
          <ac:spMkLst>
            <pc:docMk/>
            <pc:sldMk cId="3658886467" sldId="263"/>
            <ac:spMk id="2" creationId="{095CBE67-7736-4DB5-BF4C-A1A7F390F7EA}"/>
          </ac:spMkLst>
        </pc:spChg>
      </pc:sldChg>
      <pc:sldChg chg="addSp modSp new mod">
        <pc:chgData name="Ožbot, Miha" userId="5fdfeab2-e3ac-40dc-9f9d-ac602c9b72a8" providerId="ADAL" clId="{F6470792-E840-4171-BDB0-E3FB66A095FD}" dt="2022-03-17T15:40:45.788" v="235" actId="20577"/>
        <pc:sldMkLst>
          <pc:docMk/>
          <pc:sldMk cId="2194279594" sldId="264"/>
        </pc:sldMkLst>
        <pc:spChg chg="mod">
          <ac:chgData name="Ožbot, Miha" userId="5fdfeab2-e3ac-40dc-9f9d-ac602c9b72a8" providerId="ADAL" clId="{F6470792-E840-4171-BDB0-E3FB66A095FD}" dt="2022-03-17T15:38:46.909" v="118" actId="20577"/>
          <ac:spMkLst>
            <pc:docMk/>
            <pc:sldMk cId="2194279594" sldId="264"/>
            <ac:spMk id="2" creationId="{CD495C8B-1B98-40AE-95C3-AC7DF13E80E8}"/>
          </ac:spMkLst>
        </pc:spChg>
        <pc:spChg chg="mod">
          <ac:chgData name="Ožbot, Miha" userId="5fdfeab2-e3ac-40dc-9f9d-ac602c9b72a8" providerId="ADAL" clId="{F6470792-E840-4171-BDB0-E3FB66A095FD}" dt="2022-03-17T15:40:45.788" v="235" actId="20577"/>
          <ac:spMkLst>
            <pc:docMk/>
            <pc:sldMk cId="2194279594" sldId="264"/>
            <ac:spMk id="3" creationId="{B544D78F-F0DB-4671-902A-29C361618528}"/>
          </ac:spMkLst>
        </pc:spChg>
        <pc:spChg chg="add mod">
          <ac:chgData name="Ožbot, Miha" userId="5fdfeab2-e3ac-40dc-9f9d-ac602c9b72a8" providerId="ADAL" clId="{F6470792-E840-4171-BDB0-E3FB66A095FD}" dt="2022-03-17T15:38:57.508" v="123" actId="1076"/>
          <ac:spMkLst>
            <pc:docMk/>
            <pc:sldMk cId="2194279594" sldId="264"/>
            <ac:spMk id="5" creationId="{D2E5BB66-FD80-4A9C-A021-D2B3419849B2}"/>
          </ac:spMkLst>
        </pc:spChg>
      </pc:sldChg>
      <pc:sldChg chg="addSp modSp new mod ord">
        <pc:chgData name="Ožbot, Miha" userId="5fdfeab2-e3ac-40dc-9f9d-ac602c9b72a8" providerId="ADAL" clId="{F6470792-E840-4171-BDB0-E3FB66A095FD}" dt="2022-03-17T15:47:56.620" v="533" actId="20577"/>
        <pc:sldMkLst>
          <pc:docMk/>
          <pc:sldMk cId="654290338" sldId="265"/>
        </pc:sldMkLst>
        <pc:spChg chg="mod">
          <ac:chgData name="Ožbot, Miha" userId="5fdfeab2-e3ac-40dc-9f9d-ac602c9b72a8" providerId="ADAL" clId="{F6470792-E840-4171-BDB0-E3FB66A095FD}" dt="2022-03-17T15:47:50.171" v="532" actId="20577"/>
          <ac:spMkLst>
            <pc:docMk/>
            <pc:sldMk cId="654290338" sldId="265"/>
            <ac:spMk id="2" creationId="{D21B2665-87B1-4363-AB30-E43F01FCEFAE}"/>
          </ac:spMkLst>
        </pc:spChg>
        <pc:spChg chg="mod">
          <ac:chgData name="Ožbot, Miha" userId="5fdfeab2-e3ac-40dc-9f9d-ac602c9b72a8" providerId="ADAL" clId="{F6470792-E840-4171-BDB0-E3FB66A095FD}" dt="2022-03-17T15:47:56.620" v="533" actId="20577"/>
          <ac:spMkLst>
            <pc:docMk/>
            <pc:sldMk cId="654290338" sldId="265"/>
            <ac:spMk id="3" creationId="{5F8CBE8A-96B8-445E-A08D-9128844A82BA}"/>
          </ac:spMkLst>
        </pc:spChg>
        <pc:spChg chg="add mod">
          <ac:chgData name="Ožbot, Miha" userId="5fdfeab2-e3ac-40dc-9f9d-ac602c9b72a8" providerId="ADAL" clId="{F6470792-E840-4171-BDB0-E3FB66A095FD}" dt="2022-03-17T15:47:12.851" v="514" actId="1076"/>
          <ac:spMkLst>
            <pc:docMk/>
            <pc:sldMk cId="654290338" sldId="265"/>
            <ac:spMk id="5" creationId="{1E880E51-D58B-41B7-B91F-C533C68FDB31}"/>
          </ac:spMkLst>
        </pc:spChg>
      </pc:sldChg>
      <pc:sldChg chg="modSp new mod">
        <pc:chgData name="Ožbot, Miha" userId="5fdfeab2-e3ac-40dc-9f9d-ac602c9b72a8" providerId="ADAL" clId="{F6470792-E840-4171-BDB0-E3FB66A095FD}" dt="2022-03-17T15:57:48.941" v="724" actId="20577"/>
        <pc:sldMkLst>
          <pc:docMk/>
          <pc:sldMk cId="1342890208" sldId="266"/>
        </pc:sldMkLst>
        <pc:spChg chg="mod">
          <ac:chgData name="Ožbot, Miha" userId="5fdfeab2-e3ac-40dc-9f9d-ac602c9b72a8" providerId="ADAL" clId="{F6470792-E840-4171-BDB0-E3FB66A095FD}" dt="2022-03-17T15:57:04.475" v="668" actId="20577"/>
          <ac:spMkLst>
            <pc:docMk/>
            <pc:sldMk cId="1342890208" sldId="266"/>
            <ac:spMk id="2" creationId="{28606DD8-BD75-4B56-BC13-8881EB56DAB4}"/>
          </ac:spMkLst>
        </pc:spChg>
        <pc:spChg chg="mod">
          <ac:chgData name="Ožbot, Miha" userId="5fdfeab2-e3ac-40dc-9f9d-ac602c9b72a8" providerId="ADAL" clId="{F6470792-E840-4171-BDB0-E3FB66A095FD}" dt="2022-03-17T15:57:48.941" v="724" actId="20577"/>
          <ac:spMkLst>
            <pc:docMk/>
            <pc:sldMk cId="1342890208" sldId="266"/>
            <ac:spMk id="3" creationId="{26058A1E-0FB3-4BEF-8F73-CFBC894EF77E}"/>
          </ac:spMkLst>
        </pc:spChg>
      </pc:sldChg>
    </pc:docChg>
  </pc:docChgLst>
  <pc:docChgLst>
    <pc:chgData name="OŽBOT, MIHA" userId="36448ee4-d56c-450a-8c5f-e012d647b106" providerId="ADAL" clId="{73297F8E-1693-473A-BAB3-926252088BC1}"/>
    <pc:docChg chg="undo custSel addSld modSld">
      <pc:chgData name="OŽBOT, MIHA" userId="36448ee4-d56c-450a-8c5f-e012d647b106" providerId="ADAL" clId="{73297F8E-1693-473A-BAB3-926252088BC1}" dt="2022-04-11T19:18:41.189" v="1553" actId="20577"/>
      <pc:docMkLst>
        <pc:docMk/>
      </pc:docMkLst>
      <pc:sldChg chg="modSp mod">
        <pc:chgData name="OŽBOT, MIHA" userId="36448ee4-d56c-450a-8c5f-e012d647b106" providerId="ADAL" clId="{73297F8E-1693-473A-BAB3-926252088BC1}" dt="2022-04-11T19:14:05.874" v="1444" actId="20577"/>
        <pc:sldMkLst>
          <pc:docMk/>
          <pc:sldMk cId="3904398675" sldId="268"/>
        </pc:sldMkLst>
        <pc:spChg chg="mod">
          <ac:chgData name="OŽBOT, MIHA" userId="36448ee4-d56c-450a-8c5f-e012d647b106" providerId="ADAL" clId="{73297F8E-1693-473A-BAB3-926252088BC1}" dt="2022-04-11T19:14:05.874" v="1444" actId="20577"/>
          <ac:spMkLst>
            <pc:docMk/>
            <pc:sldMk cId="3904398675" sldId="268"/>
            <ac:spMk id="3" creationId="{E0BEF5DF-8F40-4BAD-97E9-BA7D1BA9D39E}"/>
          </ac:spMkLst>
        </pc:spChg>
      </pc:sldChg>
      <pc:sldChg chg="modSp mod">
        <pc:chgData name="OŽBOT, MIHA" userId="36448ee4-d56c-450a-8c5f-e012d647b106" providerId="ADAL" clId="{73297F8E-1693-473A-BAB3-926252088BC1}" dt="2022-04-11T19:15:55.193" v="1489" actId="114"/>
        <pc:sldMkLst>
          <pc:docMk/>
          <pc:sldMk cId="2374509314" sldId="269"/>
        </pc:sldMkLst>
        <pc:spChg chg="mod">
          <ac:chgData name="OŽBOT, MIHA" userId="36448ee4-d56c-450a-8c5f-e012d647b106" providerId="ADAL" clId="{73297F8E-1693-473A-BAB3-926252088BC1}" dt="2022-04-11T19:15:55.193" v="1489" actId="114"/>
          <ac:spMkLst>
            <pc:docMk/>
            <pc:sldMk cId="2374509314" sldId="269"/>
            <ac:spMk id="3" creationId="{E5C10B8F-0F49-47BB-9E2B-012BBFAC83C1}"/>
          </ac:spMkLst>
        </pc:spChg>
      </pc:sldChg>
      <pc:sldChg chg="modSp mod">
        <pc:chgData name="OŽBOT, MIHA" userId="36448ee4-d56c-450a-8c5f-e012d647b106" providerId="ADAL" clId="{73297F8E-1693-473A-BAB3-926252088BC1}" dt="2022-04-11T19:13:37.948" v="1438" actId="20577"/>
        <pc:sldMkLst>
          <pc:docMk/>
          <pc:sldMk cId="386065714" sldId="270"/>
        </pc:sldMkLst>
        <pc:spChg chg="mod">
          <ac:chgData name="OŽBOT, MIHA" userId="36448ee4-d56c-450a-8c5f-e012d647b106" providerId="ADAL" clId="{73297F8E-1693-473A-BAB3-926252088BC1}" dt="2022-04-11T19:13:37.948" v="1438" actId="20577"/>
          <ac:spMkLst>
            <pc:docMk/>
            <pc:sldMk cId="386065714" sldId="270"/>
            <ac:spMk id="3" creationId="{7389EECA-5815-48D2-921D-56090B8A3BCC}"/>
          </ac:spMkLst>
        </pc:spChg>
      </pc:sldChg>
      <pc:sldChg chg="addSp delSp modSp new mod">
        <pc:chgData name="OŽBOT, MIHA" userId="36448ee4-d56c-450a-8c5f-e012d647b106" providerId="ADAL" clId="{73297F8E-1693-473A-BAB3-926252088BC1}" dt="2022-04-11T19:18:41.189" v="1553" actId="20577"/>
        <pc:sldMkLst>
          <pc:docMk/>
          <pc:sldMk cId="4184736895" sldId="271"/>
        </pc:sldMkLst>
        <pc:spChg chg="mod">
          <ac:chgData name="OŽBOT, MIHA" userId="36448ee4-d56c-450a-8c5f-e012d647b106" providerId="ADAL" clId="{73297F8E-1693-473A-BAB3-926252088BC1}" dt="2022-04-11T19:18:41.189" v="1553" actId="20577"/>
          <ac:spMkLst>
            <pc:docMk/>
            <pc:sldMk cId="4184736895" sldId="271"/>
            <ac:spMk id="2" creationId="{1A949B5B-13E9-4F18-A7CD-424C992242B3}"/>
          </ac:spMkLst>
        </pc:spChg>
        <pc:spChg chg="add del mod">
          <ac:chgData name="OŽBOT, MIHA" userId="36448ee4-d56c-450a-8c5f-e012d647b106" providerId="ADAL" clId="{73297F8E-1693-473A-BAB3-926252088BC1}" dt="2022-04-11T19:17:14.282" v="1501" actId="20577"/>
          <ac:spMkLst>
            <pc:docMk/>
            <pc:sldMk cId="4184736895" sldId="271"/>
            <ac:spMk id="3" creationId="{5C52BD9D-B5F3-48BF-8D2A-ED3911753E0F}"/>
          </ac:spMkLst>
        </pc:spChg>
        <pc:spChg chg="add del mod">
          <ac:chgData name="OŽBOT, MIHA" userId="36448ee4-d56c-450a-8c5f-e012d647b106" providerId="ADAL" clId="{73297F8E-1693-473A-BAB3-926252088BC1}" dt="2022-04-11T18:47:34.232" v="608" actId="478"/>
          <ac:spMkLst>
            <pc:docMk/>
            <pc:sldMk cId="4184736895" sldId="271"/>
            <ac:spMk id="4" creationId="{A8ED60A9-426F-4B56-BF8D-5DA8EAD1AD6F}"/>
          </ac:spMkLst>
        </pc:spChg>
        <pc:spChg chg="add del mod">
          <ac:chgData name="OŽBOT, MIHA" userId="36448ee4-d56c-450a-8c5f-e012d647b106" providerId="ADAL" clId="{73297F8E-1693-473A-BAB3-926252088BC1}" dt="2022-04-11T18:47:37.438" v="611" actId="478"/>
          <ac:spMkLst>
            <pc:docMk/>
            <pc:sldMk cId="4184736895" sldId="271"/>
            <ac:spMk id="5" creationId="{057379C5-B4CE-4C42-A016-CF855794CFF9}"/>
          </ac:spMkLst>
        </pc:spChg>
        <pc:spChg chg="add del mod">
          <ac:chgData name="OŽBOT, MIHA" userId="36448ee4-d56c-450a-8c5f-e012d647b106" providerId="ADAL" clId="{73297F8E-1693-473A-BAB3-926252088BC1}" dt="2022-04-11T18:47:32.759" v="607"/>
          <ac:spMkLst>
            <pc:docMk/>
            <pc:sldMk cId="4184736895" sldId="271"/>
            <ac:spMk id="6" creationId="{DC580615-05FA-480C-A0DE-9771B26943D4}"/>
          </ac:spMkLst>
        </pc:spChg>
        <pc:spChg chg="add del mod">
          <ac:chgData name="OŽBOT, MIHA" userId="36448ee4-d56c-450a-8c5f-e012d647b106" providerId="ADAL" clId="{73297F8E-1693-473A-BAB3-926252088BC1}" dt="2022-04-11T18:47:32.458" v="606" actId="478"/>
          <ac:spMkLst>
            <pc:docMk/>
            <pc:sldMk cId="4184736895" sldId="271"/>
            <ac:spMk id="7" creationId="{A60EE30F-6323-4D33-80C1-11682E4D10F6}"/>
          </ac:spMkLst>
        </pc:spChg>
        <pc:spChg chg="add del">
          <ac:chgData name="OŽBOT, MIHA" userId="36448ee4-d56c-450a-8c5f-e012d647b106" providerId="ADAL" clId="{73297F8E-1693-473A-BAB3-926252088BC1}" dt="2022-04-11T18:47:46.256" v="617" actId="478"/>
          <ac:spMkLst>
            <pc:docMk/>
            <pc:sldMk cId="4184736895" sldId="271"/>
            <ac:spMk id="8" creationId="{9D4B27BB-DBFC-46ED-AAFF-A3D7712DCB03}"/>
          </ac:spMkLst>
        </pc:spChg>
        <pc:spChg chg="add del mod">
          <ac:chgData name="OŽBOT, MIHA" userId="36448ee4-d56c-450a-8c5f-e012d647b106" providerId="ADAL" clId="{73297F8E-1693-473A-BAB3-926252088BC1}" dt="2022-04-11T18:47:41.578" v="614" actId="478"/>
          <ac:spMkLst>
            <pc:docMk/>
            <pc:sldMk cId="4184736895" sldId="271"/>
            <ac:spMk id="9" creationId="{7D7084A0-9BBF-4C1A-BD98-C329868D58D2}"/>
          </ac:spMkLst>
        </pc:spChg>
        <pc:spChg chg="add del mod">
          <ac:chgData name="OŽBOT, MIHA" userId="36448ee4-d56c-450a-8c5f-e012d647b106" providerId="ADAL" clId="{73297F8E-1693-473A-BAB3-926252088BC1}" dt="2022-04-11T18:47:44.083" v="616" actId="478"/>
          <ac:spMkLst>
            <pc:docMk/>
            <pc:sldMk cId="4184736895" sldId="271"/>
            <ac:spMk id="10" creationId="{91C635DA-1380-45E1-946E-500D367085F3}"/>
          </ac:spMkLst>
        </pc:spChg>
        <pc:spChg chg="add del">
          <ac:chgData name="OŽBOT, MIHA" userId="36448ee4-d56c-450a-8c5f-e012d647b106" providerId="ADAL" clId="{73297F8E-1693-473A-BAB3-926252088BC1}" dt="2022-04-11T18:48:09.733" v="638" actId="478"/>
          <ac:spMkLst>
            <pc:docMk/>
            <pc:sldMk cId="4184736895" sldId="271"/>
            <ac:spMk id="11" creationId="{8B66256B-990A-43AF-BC43-8FC9FC850EA6}"/>
          </ac:spMkLst>
        </pc:spChg>
        <pc:spChg chg="add del mod">
          <ac:chgData name="OŽBOT, MIHA" userId="36448ee4-d56c-450a-8c5f-e012d647b106" providerId="ADAL" clId="{73297F8E-1693-473A-BAB3-926252088BC1}" dt="2022-04-11T18:48:07.459" v="637" actId="478"/>
          <ac:spMkLst>
            <pc:docMk/>
            <pc:sldMk cId="4184736895" sldId="271"/>
            <ac:spMk id="12" creationId="{1E8168BD-035A-4A4C-99DE-286C8AA33F14}"/>
          </ac:spMkLst>
        </pc:spChg>
        <pc:spChg chg="add del">
          <ac:chgData name="OŽBOT, MIHA" userId="36448ee4-d56c-450a-8c5f-e012d647b106" providerId="ADAL" clId="{73297F8E-1693-473A-BAB3-926252088BC1}" dt="2022-04-11T18:51:13.409" v="795" actId="478"/>
          <ac:spMkLst>
            <pc:docMk/>
            <pc:sldMk cId="4184736895" sldId="271"/>
            <ac:spMk id="13" creationId="{3ACC13FC-8824-4F86-8155-094A288908A3}"/>
          </ac:spMkLst>
        </pc:spChg>
        <pc:picChg chg="add mod">
          <ac:chgData name="OŽBOT, MIHA" userId="36448ee4-d56c-450a-8c5f-e012d647b106" providerId="ADAL" clId="{73297F8E-1693-473A-BAB3-926252088BC1}" dt="2022-04-11T19:16:14.096" v="1490"/>
          <ac:picMkLst>
            <pc:docMk/>
            <pc:sldMk cId="4184736895" sldId="271"/>
            <ac:picMk id="14" creationId="{3758C98A-4AE5-4C63-A403-C11C9C8A56CB}"/>
          </ac:picMkLst>
        </pc:picChg>
      </pc:sldChg>
      <pc:sldChg chg="modSp new mod">
        <pc:chgData name="OŽBOT, MIHA" userId="36448ee4-d56c-450a-8c5f-e012d647b106" providerId="ADAL" clId="{73297F8E-1693-473A-BAB3-926252088BC1}" dt="2022-04-11T19:18:06.476" v="1528" actId="20577"/>
        <pc:sldMkLst>
          <pc:docMk/>
          <pc:sldMk cId="4208559629" sldId="272"/>
        </pc:sldMkLst>
        <pc:spChg chg="mod">
          <ac:chgData name="OŽBOT, MIHA" userId="36448ee4-d56c-450a-8c5f-e012d647b106" providerId="ADAL" clId="{73297F8E-1693-473A-BAB3-926252088BC1}" dt="2022-04-11T19:18:06.476" v="1528" actId="20577"/>
          <ac:spMkLst>
            <pc:docMk/>
            <pc:sldMk cId="4208559629" sldId="272"/>
            <ac:spMk id="2" creationId="{765925DB-5F5D-4769-B365-53CAD80D0FDB}"/>
          </ac:spMkLst>
        </pc:spChg>
      </pc:sldChg>
    </pc:docChg>
  </pc:docChgLst>
  <pc:docChgLst>
    <pc:chgData name="Ožbot, Miha" userId="5fdfeab2-e3ac-40dc-9f9d-ac602c9b72a8" providerId="ADAL" clId="{B69DA118-5076-4EF4-B604-E3375EDC9439}"/>
    <pc:docChg chg="undo custSel addSld delSld modSld sldOrd">
      <pc:chgData name="Ožbot, Miha" userId="5fdfeab2-e3ac-40dc-9f9d-ac602c9b72a8" providerId="ADAL" clId="{B69DA118-5076-4EF4-B604-E3375EDC9439}" dt="2022-04-12T17:47:15.682" v="2361"/>
      <pc:docMkLst>
        <pc:docMk/>
      </pc:docMkLst>
      <pc:sldChg chg="addSp delSp mod">
        <pc:chgData name="Ožbot, Miha" userId="5fdfeab2-e3ac-40dc-9f9d-ac602c9b72a8" providerId="ADAL" clId="{B69DA118-5076-4EF4-B604-E3375EDC9439}" dt="2022-04-12T15:31:11.091" v="758" actId="26606"/>
        <pc:sldMkLst>
          <pc:docMk/>
          <pc:sldMk cId="64491679" sldId="267"/>
        </pc:sldMkLst>
        <pc:spChg chg="add del">
          <ac:chgData name="Ožbot, Miha" userId="5fdfeab2-e3ac-40dc-9f9d-ac602c9b72a8" providerId="ADAL" clId="{B69DA118-5076-4EF4-B604-E3375EDC9439}" dt="2022-04-12T15:31:11.091" v="758" actId="26606"/>
          <ac:spMkLst>
            <pc:docMk/>
            <pc:sldMk cId="64491679" sldId="267"/>
            <ac:spMk id="13" creationId="{D1708218-1CC5-4DF6-926B-EA887227088E}"/>
          </ac:spMkLst>
        </pc:spChg>
        <pc:graphicFrameChg chg="add del">
          <ac:chgData name="Ožbot, Miha" userId="5fdfeab2-e3ac-40dc-9f9d-ac602c9b72a8" providerId="ADAL" clId="{B69DA118-5076-4EF4-B604-E3375EDC9439}" dt="2022-04-12T15:31:06.783" v="752" actId="26606"/>
          <ac:graphicFrameMkLst>
            <pc:docMk/>
            <pc:sldMk cId="64491679" sldId="267"/>
            <ac:graphicFrameMk id="17" creationId="{9097AB78-0428-C868-CE8E-E2BF4D2A6D4B}"/>
          </ac:graphicFrameMkLst>
        </pc:graphicFrameChg>
        <pc:graphicFrameChg chg="add del">
          <ac:chgData name="Ožbot, Miha" userId="5fdfeab2-e3ac-40dc-9f9d-ac602c9b72a8" providerId="ADAL" clId="{B69DA118-5076-4EF4-B604-E3375EDC9439}" dt="2022-04-12T15:31:07.831" v="754" actId="26606"/>
          <ac:graphicFrameMkLst>
            <pc:docMk/>
            <pc:sldMk cId="64491679" sldId="267"/>
            <ac:graphicFrameMk id="19" creationId="{09995877-7AEB-4D83-6900-935EFF07D84B}"/>
          </ac:graphicFrameMkLst>
        </pc:graphicFrameChg>
        <pc:graphicFrameChg chg="add del">
          <ac:chgData name="Ožbot, Miha" userId="5fdfeab2-e3ac-40dc-9f9d-ac602c9b72a8" providerId="ADAL" clId="{B69DA118-5076-4EF4-B604-E3375EDC9439}" dt="2022-04-12T15:31:08.551" v="756" actId="26606"/>
          <ac:graphicFrameMkLst>
            <pc:docMk/>
            <pc:sldMk cId="64491679" sldId="267"/>
            <ac:graphicFrameMk id="21" creationId="{D1790EE8-907A-B0E9-5687-DEAAA5027C70}"/>
          </ac:graphicFrameMkLst>
        </pc:graphicFrameChg>
        <pc:graphicFrameChg chg="add del">
          <ac:chgData name="Ožbot, Miha" userId="5fdfeab2-e3ac-40dc-9f9d-ac602c9b72a8" providerId="ADAL" clId="{B69DA118-5076-4EF4-B604-E3375EDC9439}" dt="2022-04-12T15:31:11.091" v="758" actId="26606"/>
          <ac:graphicFrameMkLst>
            <pc:docMk/>
            <pc:sldMk cId="64491679" sldId="267"/>
            <ac:graphicFrameMk id="23" creationId="{997A1ED8-3B1A-1EE5-B6B1-9192BDECFCDF}"/>
          </ac:graphicFrameMkLst>
        </pc:graphicFrameChg>
      </pc:sldChg>
      <pc:sldChg chg="addSp delSp modSp mod setBg modNotesTx">
        <pc:chgData name="Ožbot, Miha" userId="5fdfeab2-e3ac-40dc-9f9d-ac602c9b72a8" providerId="ADAL" clId="{B69DA118-5076-4EF4-B604-E3375EDC9439}" dt="2022-04-12T15:44:47.790" v="1207" actId="20577"/>
        <pc:sldMkLst>
          <pc:docMk/>
          <pc:sldMk cId="3904398675" sldId="268"/>
        </pc:sldMkLst>
        <pc:spChg chg="mod">
          <ac:chgData name="Ožbot, Miha" userId="5fdfeab2-e3ac-40dc-9f9d-ac602c9b72a8" providerId="ADAL" clId="{B69DA118-5076-4EF4-B604-E3375EDC9439}" dt="2022-04-12T15:37:51.696" v="1057" actId="26606"/>
          <ac:spMkLst>
            <pc:docMk/>
            <pc:sldMk cId="3904398675" sldId="268"/>
            <ac:spMk id="2" creationId="{8136DCA3-1C99-4E16-B8D6-3B1003181FA6}"/>
          </ac:spMkLst>
        </pc:spChg>
        <pc:spChg chg="add del mod">
          <ac:chgData name="Ožbot, Miha" userId="5fdfeab2-e3ac-40dc-9f9d-ac602c9b72a8" providerId="ADAL" clId="{B69DA118-5076-4EF4-B604-E3375EDC9439}" dt="2022-04-12T15:32:38.528" v="879" actId="26606"/>
          <ac:spMkLst>
            <pc:docMk/>
            <pc:sldMk cId="3904398675" sldId="268"/>
            <ac:spMk id="3" creationId="{E0BEF5DF-8F40-4BAD-97E9-BA7D1BA9D39E}"/>
          </ac:spMkLst>
        </pc:spChg>
        <pc:spChg chg="add del">
          <ac:chgData name="Ožbot, Miha" userId="5fdfeab2-e3ac-40dc-9f9d-ac602c9b72a8" providerId="ADAL" clId="{B69DA118-5076-4EF4-B604-E3375EDC9439}" dt="2022-04-12T15:31:17.094" v="760" actId="26606"/>
          <ac:spMkLst>
            <pc:docMk/>
            <pc:sldMk cId="3904398675" sldId="268"/>
            <ac:spMk id="10" creationId="{827B839B-9ADE-406B-8590-F1CAEDED45A1}"/>
          </ac:spMkLst>
        </pc:spChg>
        <pc:spChg chg="add del">
          <ac:chgData name="Ožbot, Miha" userId="5fdfeab2-e3ac-40dc-9f9d-ac602c9b72a8" providerId="ADAL" clId="{B69DA118-5076-4EF4-B604-E3375EDC9439}" dt="2022-04-12T15:31:33.477" v="784" actId="26606"/>
          <ac:spMkLst>
            <pc:docMk/>
            <pc:sldMk cId="3904398675" sldId="268"/>
            <ac:spMk id="11" creationId="{2B566528-1B12-4246-9431-5C2D7D081168}"/>
          </ac:spMkLst>
        </pc:spChg>
        <pc:spChg chg="add del">
          <ac:chgData name="Ožbot, Miha" userId="5fdfeab2-e3ac-40dc-9f9d-ac602c9b72a8" providerId="ADAL" clId="{B69DA118-5076-4EF4-B604-E3375EDC9439}" dt="2022-04-12T15:31:17.094" v="760" actId="26606"/>
          <ac:spMkLst>
            <pc:docMk/>
            <pc:sldMk cId="3904398675" sldId="268"/>
            <ac:spMk id="12" creationId="{CFE45BF0-46DB-408C-B5F7-7B11716805D4}"/>
          </ac:spMkLst>
        </pc:spChg>
        <pc:spChg chg="add del">
          <ac:chgData name="Ožbot, Miha" userId="5fdfeab2-e3ac-40dc-9f9d-ac602c9b72a8" providerId="ADAL" clId="{B69DA118-5076-4EF4-B604-E3375EDC9439}" dt="2022-04-12T15:31:33.477" v="784" actId="26606"/>
          <ac:spMkLst>
            <pc:docMk/>
            <pc:sldMk cId="3904398675" sldId="268"/>
            <ac:spMk id="13" creationId="{E0BEF5DF-8F40-4BAD-97E9-BA7D1BA9D39E}"/>
          </ac:spMkLst>
        </pc:spChg>
        <pc:spChg chg="add del">
          <ac:chgData name="Ožbot, Miha" userId="5fdfeab2-e3ac-40dc-9f9d-ac602c9b72a8" providerId="ADAL" clId="{B69DA118-5076-4EF4-B604-E3375EDC9439}" dt="2022-04-12T15:31:17.094" v="760" actId="26606"/>
          <ac:spMkLst>
            <pc:docMk/>
            <pc:sldMk cId="3904398675" sldId="268"/>
            <ac:spMk id="14" creationId="{2AEBC8F2-97B1-41B4-93F1-2D289E197FBA}"/>
          </ac:spMkLst>
        </pc:spChg>
        <pc:spChg chg="add del">
          <ac:chgData name="Ožbot, Miha" userId="5fdfeab2-e3ac-40dc-9f9d-ac602c9b72a8" providerId="ADAL" clId="{B69DA118-5076-4EF4-B604-E3375EDC9439}" dt="2022-04-12T15:31:33.477" v="784" actId="26606"/>
          <ac:spMkLst>
            <pc:docMk/>
            <pc:sldMk cId="3904398675" sldId="268"/>
            <ac:spMk id="15" creationId="{2E80C965-DB6D-4F81-9E9E-B027384D0BD6}"/>
          </ac:spMkLst>
        </pc:spChg>
        <pc:spChg chg="add del">
          <ac:chgData name="Ožbot, Miha" userId="5fdfeab2-e3ac-40dc-9f9d-ac602c9b72a8" providerId="ADAL" clId="{B69DA118-5076-4EF4-B604-E3375EDC9439}" dt="2022-04-12T15:31:17.094" v="760" actId="26606"/>
          <ac:spMkLst>
            <pc:docMk/>
            <pc:sldMk cId="3904398675" sldId="268"/>
            <ac:spMk id="16" creationId="{472E3A19-F5D5-48FC-BB9C-48C2F68F598B}"/>
          </ac:spMkLst>
        </pc:spChg>
        <pc:spChg chg="add del">
          <ac:chgData name="Ožbot, Miha" userId="5fdfeab2-e3ac-40dc-9f9d-ac602c9b72a8" providerId="ADAL" clId="{B69DA118-5076-4EF4-B604-E3375EDC9439}" dt="2022-04-12T15:31:33.477" v="784" actId="26606"/>
          <ac:spMkLst>
            <pc:docMk/>
            <pc:sldMk cId="3904398675" sldId="268"/>
            <ac:spMk id="17" creationId="{A580F890-B085-4E95-96AA-55AEBEC5CE6E}"/>
          </ac:spMkLst>
        </pc:spChg>
        <pc:spChg chg="add del">
          <ac:chgData name="Ožbot, Miha" userId="5fdfeab2-e3ac-40dc-9f9d-ac602c9b72a8" providerId="ADAL" clId="{B69DA118-5076-4EF4-B604-E3375EDC9439}" dt="2022-04-12T15:31:17.094" v="760" actId="26606"/>
          <ac:spMkLst>
            <pc:docMk/>
            <pc:sldMk cId="3904398675" sldId="268"/>
            <ac:spMk id="18" creationId="{7A62E32F-BB65-43A8-8EB5-92346890E549}"/>
          </ac:spMkLst>
        </pc:spChg>
        <pc:spChg chg="add del">
          <ac:chgData name="Ožbot, Miha" userId="5fdfeab2-e3ac-40dc-9f9d-ac602c9b72a8" providerId="ADAL" clId="{B69DA118-5076-4EF4-B604-E3375EDC9439}" dt="2022-04-12T15:31:33.477" v="784" actId="26606"/>
          <ac:spMkLst>
            <pc:docMk/>
            <pc:sldMk cId="3904398675" sldId="268"/>
            <ac:spMk id="19" creationId="{D3F51FEB-38FB-4F6C-9F7B-2F2AFAB65463}"/>
          </ac:spMkLst>
        </pc:spChg>
        <pc:spChg chg="add del">
          <ac:chgData name="Ožbot, Miha" userId="5fdfeab2-e3ac-40dc-9f9d-ac602c9b72a8" providerId="ADAL" clId="{B69DA118-5076-4EF4-B604-E3375EDC9439}" dt="2022-04-12T15:31:17.094" v="760" actId="26606"/>
          <ac:spMkLst>
            <pc:docMk/>
            <pc:sldMk cId="3904398675" sldId="268"/>
            <ac:spMk id="20" creationId="{14E91B64-9FCC-451E-AFB4-A827D6329367}"/>
          </ac:spMkLst>
        </pc:spChg>
        <pc:spChg chg="add del">
          <ac:chgData name="Ožbot, Miha" userId="5fdfeab2-e3ac-40dc-9f9d-ac602c9b72a8" providerId="ADAL" clId="{B69DA118-5076-4EF4-B604-E3375EDC9439}" dt="2022-04-12T15:31:33.477" v="784" actId="26606"/>
          <ac:spMkLst>
            <pc:docMk/>
            <pc:sldMk cId="3904398675" sldId="268"/>
            <ac:spMk id="21" creationId="{1E547BA6-BAE0-43BB-A7CA-60F69CE252F0}"/>
          </ac:spMkLst>
        </pc:spChg>
        <pc:spChg chg="add del">
          <ac:chgData name="Ožbot, Miha" userId="5fdfeab2-e3ac-40dc-9f9d-ac602c9b72a8" providerId="ADAL" clId="{B69DA118-5076-4EF4-B604-E3375EDC9439}" dt="2022-04-12T15:31:19.470" v="762" actId="26606"/>
          <ac:spMkLst>
            <pc:docMk/>
            <pc:sldMk cId="3904398675" sldId="268"/>
            <ac:spMk id="22" creationId="{907EF6B7-1338-4443-8C46-6A318D952DFD}"/>
          </ac:spMkLst>
        </pc:spChg>
        <pc:spChg chg="add del">
          <ac:chgData name="Ožbot, Miha" userId="5fdfeab2-e3ac-40dc-9f9d-ac602c9b72a8" providerId="ADAL" clId="{B69DA118-5076-4EF4-B604-E3375EDC9439}" dt="2022-04-12T15:31:19.470" v="762" actId="26606"/>
          <ac:spMkLst>
            <pc:docMk/>
            <pc:sldMk cId="3904398675" sldId="268"/>
            <ac:spMk id="23" creationId="{DAAE4CDD-124C-4DCF-9584-B6033B545DD5}"/>
          </ac:spMkLst>
        </pc:spChg>
        <pc:spChg chg="add del">
          <ac:chgData name="Ožbot, Miha" userId="5fdfeab2-e3ac-40dc-9f9d-ac602c9b72a8" providerId="ADAL" clId="{B69DA118-5076-4EF4-B604-E3375EDC9439}" dt="2022-04-12T15:31:19.470" v="762" actId="26606"/>
          <ac:spMkLst>
            <pc:docMk/>
            <pc:sldMk cId="3904398675" sldId="268"/>
            <ac:spMk id="24" creationId="{081E4A58-353D-44AE-B2FC-2A74E2E400F7}"/>
          </ac:spMkLst>
        </pc:spChg>
        <pc:spChg chg="add del">
          <ac:chgData name="Ožbot, Miha" userId="5fdfeab2-e3ac-40dc-9f9d-ac602c9b72a8" providerId="ADAL" clId="{B69DA118-5076-4EF4-B604-E3375EDC9439}" dt="2022-04-12T15:31:35.389" v="786" actId="26606"/>
          <ac:spMkLst>
            <pc:docMk/>
            <pc:sldMk cId="3904398675" sldId="268"/>
            <ac:spMk id="25" creationId="{C9A36457-A5F4-4103-A443-02581C09185B}"/>
          </ac:spMkLst>
        </pc:spChg>
        <pc:spChg chg="add del">
          <ac:chgData name="Ožbot, Miha" userId="5fdfeab2-e3ac-40dc-9f9d-ac602c9b72a8" providerId="ADAL" clId="{B69DA118-5076-4EF4-B604-E3375EDC9439}" dt="2022-04-12T15:31:20.774" v="764" actId="26606"/>
          <ac:spMkLst>
            <pc:docMk/>
            <pc:sldMk cId="3904398675" sldId="268"/>
            <ac:spMk id="26" creationId="{C7FA33FF-088D-4F16-95A2-2C64D353DEA8}"/>
          </ac:spMkLst>
        </pc:spChg>
        <pc:spChg chg="add del">
          <ac:chgData name="Ožbot, Miha" userId="5fdfeab2-e3ac-40dc-9f9d-ac602c9b72a8" providerId="ADAL" clId="{B69DA118-5076-4EF4-B604-E3375EDC9439}" dt="2022-04-12T15:31:20.774" v="764" actId="26606"/>
          <ac:spMkLst>
            <pc:docMk/>
            <pc:sldMk cId="3904398675" sldId="268"/>
            <ac:spMk id="27" creationId="{A376EFB1-01CF-419F-ABF1-2AF02BBFCBD1}"/>
          </ac:spMkLst>
        </pc:spChg>
        <pc:spChg chg="add del">
          <ac:chgData name="Ožbot, Miha" userId="5fdfeab2-e3ac-40dc-9f9d-ac602c9b72a8" providerId="ADAL" clId="{B69DA118-5076-4EF4-B604-E3375EDC9439}" dt="2022-04-12T15:31:20.774" v="764" actId="26606"/>
          <ac:spMkLst>
            <pc:docMk/>
            <pc:sldMk cId="3904398675" sldId="268"/>
            <ac:spMk id="28" creationId="{FF9DEA15-78BD-4750-AA18-B9F28A6D5AB8}"/>
          </ac:spMkLst>
        </pc:spChg>
        <pc:spChg chg="add del">
          <ac:chgData name="Ožbot, Miha" userId="5fdfeab2-e3ac-40dc-9f9d-ac602c9b72a8" providerId="ADAL" clId="{B69DA118-5076-4EF4-B604-E3375EDC9439}" dt="2022-04-12T15:31:35.389" v="786" actId="26606"/>
          <ac:spMkLst>
            <pc:docMk/>
            <pc:sldMk cId="3904398675" sldId="268"/>
            <ac:spMk id="29" creationId="{DC5FB7E8-B636-40FA-BE8D-48145C0F5C57}"/>
          </ac:spMkLst>
        </pc:spChg>
        <pc:spChg chg="add del">
          <ac:chgData name="Ožbot, Miha" userId="5fdfeab2-e3ac-40dc-9f9d-ac602c9b72a8" providerId="ADAL" clId="{B69DA118-5076-4EF4-B604-E3375EDC9439}" dt="2022-04-12T15:31:21.984" v="766" actId="26606"/>
          <ac:spMkLst>
            <pc:docMk/>
            <pc:sldMk cId="3904398675" sldId="268"/>
            <ac:spMk id="30" creationId="{7CB4857B-ED7C-444D-9F04-2F885114A1C2}"/>
          </ac:spMkLst>
        </pc:spChg>
        <pc:spChg chg="add del">
          <ac:chgData name="Ožbot, Miha" userId="5fdfeab2-e3ac-40dc-9f9d-ac602c9b72a8" providerId="ADAL" clId="{B69DA118-5076-4EF4-B604-E3375EDC9439}" dt="2022-04-12T15:31:21.984" v="766" actId="26606"/>
          <ac:spMkLst>
            <pc:docMk/>
            <pc:sldMk cId="3904398675" sldId="268"/>
            <ac:spMk id="31" creationId="{D18046FB-44EA-4FD8-A585-EA09A319B2D0}"/>
          </ac:spMkLst>
        </pc:spChg>
        <pc:spChg chg="add del">
          <ac:chgData name="Ožbot, Miha" userId="5fdfeab2-e3ac-40dc-9f9d-ac602c9b72a8" providerId="ADAL" clId="{B69DA118-5076-4EF4-B604-E3375EDC9439}" dt="2022-04-12T15:31:21.984" v="766" actId="26606"/>
          <ac:spMkLst>
            <pc:docMk/>
            <pc:sldMk cId="3904398675" sldId="268"/>
            <ac:spMk id="32" creationId="{479F5F2B-8B58-4140-AE6A-51F6C67B18D9}"/>
          </ac:spMkLst>
        </pc:spChg>
        <pc:spChg chg="add del">
          <ac:chgData name="Ožbot, Miha" userId="5fdfeab2-e3ac-40dc-9f9d-ac602c9b72a8" providerId="ADAL" clId="{B69DA118-5076-4EF4-B604-E3375EDC9439}" dt="2022-04-12T15:31:35.389" v="786" actId="26606"/>
          <ac:spMkLst>
            <pc:docMk/>
            <pc:sldMk cId="3904398675" sldId="268"/>
            <ac:spMk id="33" creationId="{E0BEF5DF-8F40-4BAD-97E9-BA7D1BA9D39E}"/>
          </ac:spMkLst>
        </pc:spChg>
        <pc:spChg chg="add del">
          <ac:chgData name="Ožbot, Miha" userId="5fdfeab2-e3ac-40dc-9f9d-ac602c9b72a8" providerId="ADAL" clId="{B69DA118-5076-4EF4-B604-E3375EDC9439}" dt="2022-04-12T15:31:23.727" v="768" actId="26606"/>
          <ac:spMkLst>
            <pc:docMk/>
            <pc:sldMk cId="3904398675" sldId="268"/>
            <ac:spMk id="34" creationId="{C7FA33FF-088D-4F16-95A2-2C64D353DEA8}"/>
          </ac:spMkLst>
        </pc:spChg>
        <pc:spChg chg="add del">
          <ac:chgData name="Ožbot, Miha" userId="5fdfeab2-e3ac-40dc-9f9d-ac602c9b72a8" providerId="ADAL" clId="{B69DA118-5076-4EF4-B604-E3375EDC9439}" dt="2022-04-12T15:31:23.727" v="768" actId="26606"/>
          <ac:spMkLst>
            <pc:docMk/>
            <pc:sldMk cId="3904398675" sldId="268"/>
            <ac:spMk id="35" creationId="{A376EFB1-01CF-419F-ABF1-2AF02BBFCBD1}"/>
          </ac:spMkLst>
        </pc:spChg>
        <pc:spChg chg="add del">
          <ac:chgData name="Ožbot, Miha" userId="5fdfeab2-e3ac-40dc-9f9d-ac602c9b72a8" providerId="ADAL" clId="{B69DA118-5076-4EF4-B604-E3375EDC9439}" dt="2022-04-12T15:31:23.727" v="768" actId="26606"/>
          <ac:spMkLst>
            <pc:docMk/>
            <pc:sldMk cId="3904398675" sldId="268"/>
            <ac:spMk id="36" creationId="{FF9DEA15-78BD-4750-AA18-B9F28A6D5AB8}"/>
          </ac:spMkLst>
        </pc:spChg>
        <pc:spChg chg="add del">
          <ac:chgData name="Ožbot, Miha" userId="5fdfeab2-e3ac-40dc-9f9d-ac602c9b72a8" providerId="ADAL" clId="{B69DA118-5076-4EF4-B604-E3375EDC9439}" dt="2022-04-12T15:31:35.389" v="786" actId="26606"/>
          <ac:spMkLst>
            <pc:docMk/>
            <pc:sldMk cId="3904398675" sldId="268"/>
            <ac:spMk id="37" creationId="{142DCE2C-2863-46FA-9BE7-24365A24D9BA}"/>
          </ac:spMkLst>
        </pc:spChg>
        <pc:spChg chg="add del">
          <ac:chgData name="Ožbot, Miha" userId="5fdfeab2-e3ac-40dc-9f9d-ac602c9b72a8" providerId="ADAL" clId="{B69DA118-5076-4EF4-B604-E3375EDC9439}" dt="2022-04-12T15:31:25.166" v="770" actId="26606"/>
          <ac:spMkLst>
            <pc:docMk/>
            <pc:sldMk cId="3904398675" sldId="268"/>
            <ac:spMk id="38" creationId="{09588DA8-065E-4F6F-8EFD-43104AB2E0CF}"/>
          </ac:spMkLst>
        </pc:spChg>
        <pc:spChg chg="add del">
          <ac:chgData name="Ožbot, Miha" userId="5fdfeab2-e3ac-40dc-9f9d-ac602c9b72a8" providerId="ADAL" clId="{B69DA118-5076-4EF4-B604-E3375EDC9439}" dt="2022-04-12T15:31:25.166" v="770" actId="26606"/>
          <ac:spMkLst>
            <pc:docMk/>
            <pc:sldMk cId="3904398675" sldId="268"/>
            <ac:spMk id="39" creationId="{C4285719-470E-454C-AF62-8323075F1F5B}"/>
          </ac:spMkLst>
        </pc:spChg>
        <pc:spChg chg="add del">
          <ac:chgData name="Ožbot, Miha" userId="5fdfeab2-e3ac-40dc-9f9d-ac602c9b72a8" providerId="ADAL" clId="{B69DA118-5076-4EF4-B604-E3375EDC9439}" dt="2022-04-12T15:31:25.166" v="770" actId="26606"/>
          <ac:spMkLst>
            <pc:docMk/>
            <pc:sldMk cId="3904398675" sldId="268"/>
            <ac:spMk id="40" creationId="{CD9FE4EF-C4D8-49A0-B2FF-81D8DB7D8A24}"/>
          </ac:spMkLst>
        </pc:spChg>
        <pc:spChg chg="add del">
          <ac:chgData name="Ožbot, Miha" userId="5fdfeab2-e3ac-40dc-9f9d-ac602c9b72a8" providerId="ADAL" clId="{B69DA118-5076-4EF4-B604-E3375EDC9439}" dt="2022-04-12T15:31:25.166" v="770" actId="26606"/>
          <ac:spMkLst>
            <pc:docMk/>
            <pc:sldMk cId="3904398675" sldId="268"/>
            <ac:spMk id="41" creationId="{4300840D-0A0B-4512-BACA-B439D5B9C57C}"/>
          </ac:spMkLst>
        </pc:spChg>
        <pc:spChg chg="add del">
          <ac:chgData name="Ožbot, Miha" userId="5fdfeab2-e3ac-40dc-9f9d-ac602c9b72a8" providerId="ADAL" clId="{B69DA118-5076-4EF4-B604-E3375EDC9439}" dt="2022-04-12T15:31:25.166" v="770" actId="26606"/>
          <ac:spMkLst>
            <pc:docMk/>
            <pc:sldMk cId="3904398675" sldId="268"/>
            <ac:spMk id="42" creationId="{D2B78728-A580-49A7-84F9-6EF6F583ADE0}"/>
          </ac:spMkLst>
        </pc:spChg>
        <pc:spChg chg="add del">
          <ac:chgData name="Ožbot, Miha" userId="5fdfeab2-e3ac-40dc-9f9d-ac602c9b72a8" providerId="ADAL" clId="{B69DA118-5076-4EF4-B604-E3375EDC9439}" dt="2022-04-12T15:31:25.166" v="770" actId="26606"/>
          <ac:spMkLst>
            <pc:docMk/>
            <pc:sldMk cId="3904398675" sldId="268"/>
            <ac:spMk id="43" creationId="{38FAA1A1-D861-433F-88FA-1E9D6FD31D11}"/>
          </ac:spMkLst>
        </pc:spChg>
        <pc:spChg chg="add del">
          <ac:chgData name="Ožbot, Miha" userId="5fdfeab2-e3ac-40dc-9f9d-ac602c9b72a8" providerId="ADAL" clId="{B69DA118-5076-4EF4-B604-E3375EDC9439}" dt="2022-04-12T15:31:25.166" v="770" actId="26606"/>
          <ac:spMkLst>
            <pc:docMk/>
            <pc:sldMk cId="3904398675" sldId="268"/>
            <ac:spMk id="44" creationId="{8D71EDA1-87BF-4D5D-AB79-F346FD19278A}"/>
          </ac:spMkLst>
        </pc:spChg>
        <pc:spChg chg="add del">
          <ac:chgData name="Ožbot, Miha" userId="5fdfeab2-e3ac-40dc-9f9d-ac602c9b72a8" providerId="ADAL" clId="{B69DA118-5076-4EF4-B604-E3375EDC9439}" dt="2022-04-12T15:31:36.085" v="788" actId="26606"/>
          <ac:spMkLst>
            <pc:docMk/>
            <pc:sldMk cId="3904398675" sldId="268"/>
            <ac:spMk id="45" creationId="{09588DA8-065E-4F6F-8EFD-43104AB2E0CF}"/>
          </ac:spMkLst>
        </pc:spChg>
        <pc:spChg chg="add del">
          <ac:chgData name="Ožbot, Miha" userId="5fdfeab2-e3ac-40dc-9f9d-ac602c9b72a8" providerId="ADAL" clId="{B69DA118-5076-4EF4-B604-E3375EDC9439}" dt="2022-04-12T15:31:26.998" v="772" actId="26606"/>
          <ac:spMkLst>
            <pc:docMk/>
            <pc:sldMk cId="3904398675" sldId="268"/>
            <ac:spMk id="46" creationId="{100EDD19-6802-4EC3-95CE-CFFAB042CFD6}"/>
          </ac:spMkLst>
        </pc:spChg>
        <pc:spChg chg="add del">
          <ac:chgData name="Ožbot, Miha" userId="5fdfeab2-e3ac-40dc-9f9d-ac602c9b72a8" providerId="ADAL" clId="{B69DA118-5076-4EF4-B604-E3375EDC9439}" dt="2022-04-12T15:31:26.998" v="772" actId="26606"/>
          <ac:spMkLst>
            <pc:docMk/>
            <pc:sldMk cId="3904398675" sldId="268"/>
            <ac:spMk id="47" creationId="{DB17E863-922E-4C26-BD64-E8FD41D28661}"/>
          </ac:spMkLst>
        </pc:spChg>
        <pc:spChg chg="add del">
          <ac:chgData name="Ožbot, Miha" userId="5fdfeab2-e3ac-40dc-9f9d-ac602c9b72a8" providerId="ADAL" clId="{B69DA118-5076-4EF4-B604-E3375EDC9439}" dt="2022-04-12T15:31:36.085" v="788" actId="26606"/>
          <ac:spMkLst>
            <pc:docMk/>
            <pc:sldMk cId="3904398675" sldId="268"/>
            <ac:spMk id="48" creationId="{C4285719-470E-454C-AF62-8323075F1F5B}"/>
          </ac:spMkLst>
        </pc:spChg>
        <pc:spChg chg="add del">
          <ac:chgData name="Ožbot, Miha" userId="5fdfeab2-e3ac-40dc-9f9d-ac602c9b72a8" providerId="ADAL" clId="{B69DA118-5076-4EF4-B604-E3375EDC9439}" dt="2022-04-12T15:31:28.391" v="774" actId="26606"/>
          <ac:spMkLst>
            <pc:docMk/>
            <pc:sldMk cId="3904398675" sldId="268"/>
            <ac:spMk id="49" creationId="{C7FA33FF-088D-4F16-95A2-2C64D353DEA8}"/>
          </ac:spMkLst>
        </pc:spChg>
        <pc:spChg chg="add del">
          <ac:chgData name="Ožbot, Miha" userId="5fdfeab2-e3ac-40dc-9f9d-ac602c9b72a8" providerId="ADAL" clId="{B69DA118-5076-4EF4-B604-E3375EDC9439}" dt="2022-04-12T15:31:28.391" v="774" actId="26606"/>
          <ac:spMkLst>
            <pc:docMk/>
            <pc:sldMk cId="3904398675" sldId="268"/>
            <ac:spMk id="50" creationId="{A376EFB1-01CF-419F-ABF1-2AF02BBFCBD1}"/>
          </ac:spMkLst>
        </pc:spChg>
        <pc:spChg chg="add del">
          <ac:chgData name="Ožbot, Miha" userId="5fdfeab2-e3ac-40dc-9f9d-ac602c9b72a8" providerId="ADAL" clId="{B69DA118-5076-4EF4-B604-E3375EDC9439}" dt="2022-04-12T15:31:28.391" v="774" actId="26606"/>
          <ac:spMkLst>
            <pc:docMk/>
            <pc:sldMk cId="3904398675" sldId="268"/>
            <ac:spMk id="51" creationId="{FF9DEA15-78BD-4750-AA18-B9F28A6D5AB8}"/>
          </ac:spMkLst>
        </pc:spChg>
        <pc:spChg chg="add del">
          <ac:chgData name="Ožbot, Miha" userId="5fdfeab2-e3ac-40dc-9f9d-ac602c9b72a8" providerId="ADAL" clId="{B69DA118-5076-4EF4-B604-E3375EDC9439}" dt="2022-04-12T15:31:36.085" v="788" actId="26606"/>
          <ac:spMkLst>
            <pc:docMk/>
            <pc:sldMk cId="3904398675" sldId="268"/>
            <ac:spMk id="52" creationId="{CD9FE4EF-C4D8-49A0-B2FF-81D8DB7D8A24}"/>
          </ac:spMkLst>
        </pc:spChg>
        <pc:spChg chg="add del">
          <ac:chgData name="Ožbot, Miha" userId="5fdfeab2-e3ac-40dc-9f9d-ac602c9b72a8" providerId="ADAL" clId="{B69DA118-5076-4EF4-B604-E3375EDC9439}" dt="2022-04-12T15:31:28.944" v="776" actId="26606"/>
          <ac:spMkLst>
            <pc:docMk/>
            <pc:sldMk cId="3904398675" sldId="268"/>
            <ac:spMk id="53" creationId="{2B566528-1B12-4246-9431-5C2D7D081168}"/>
          </ac:spMkLst>
        </pc:spChg>
        <pc:spChg chg="add del">
          <ac:chgData name="Ožbot, Miha" userId="5fdfeab2-e3ac-40dc-9f9d-ac602c9b72a8" providerId="ADAL" clId="{B69DA118-5076-4EF4-B604-E3375EDC9439}" dt="2022-04-12T15:31:28.944" v="776" actId="26606"/>
          <ac:spMkLst>
            <pc:docMk/>
            <pc:sldMk cId="3904398675" sldId="268"/>
            <ac:spMk id="54" creationId="{2E80C965-DB6D-4F81-9E9E-B027384D0BD6}"/>
          </ac:spMkLst>
        </pc:spChg>
        <pc:spChg chg="add del">
          <ac:chgData name="Ožbot, Miha" userId="5fdfeab2-e3ac-40dc-9f9d-ac602c9b72a8" providerId="ADAL" clId="{B69DA118-5076-4EF4-B604-E3375EDC9439}" dt="2022-04-12T15:31:28.944" v="776" actId="26606"/>
          <ac:spMkLst>
            <pc:docMk/>
            <pc:sldMk cId="3904398675" sldId="268"/>
            <ac:spMk id="55" creationId="{A580F890-B085-4E95-96AA-55AEBEC5CE6E}"/>
          </ac:spMkLst>
        </pc:spChg>
        <pc:spChg chg="add del">
          <ac:chgData name="Ožbot, Miha" userId="5fdfeab2-e3ac-40dc-9f9d-ac602c9b72a8" providerId="ADAL" clId="{B69DA118-5076-4EF4-B604-E3375EDC9439}" dt="2022-04-12T15:31:28.944" v="776" actId="26606"/>
          <ac:spMkLst>
            <pc:docMk/>
            <pc:sldMk cId="3904398675" sldId="268"/>
            <ac:spMk id="56" creationId="{D3F51FEB-38FB-4F6C-9F7B-2F2AFAB65463}"/>
          </ac:spMkLst>
        </pc:spChg>
        <pc:spChg chg="add del">
          <ac:chgData name="Ožbot, Miha" userId="5fdfeab2-e3ac-40dc-9f9d-ac602c9b72a8" providerId="ADAL" clId="{B69DA118-5076-4EF4-B604-E3375EDC9439}" dt="2022-04-12T15:31:28.944" v="776" actId="26606"/>
          <ac:spMkLst>
            <pc:docMk/>
            <pc:sldMk cId="3904398675" sldId="268"/>
            <ac:spMk id="57" creationId="{1E547BA6-BAE0-43BB-A7CA-60F69CE252F0}"/>
          </ac:spMkLst>
        </pc:spChg>
        <pc:spChg chg="add del">
          <ac:chgData name="Ožbot, Miha" userId="5fdfeab2-e3ac-40dc-9f9d-ac602c9b72a8" providerId="ADAL" clId="{B69DA118-5076-4EF4-B604-E3375EDC9439}" dt="2022-04-12T15:31:36.085" v="788" actId="26606"/>
          <ac:spMkLst>
            <pc:docMk/>
            <pc:sldMk cId="3904398675" sldId="268"/>
            <ac:spMk id="58" creationId="{4300840D-0A0B-4512-BACA-B439D5B9C57C}"/>
          </ac:spMkLst>
        </pc:spChg>
        <pc:spChg chg="add del">
          <ac:chgData name="Ožbot, Miha" userId="5fdfeab2-e3ac-40dc-9f9d-ac602c9b72a8" providerId="ADAL" clId="{B69DA118-5076-4EF4-B604-E3375EDC9439}" dt="2022-04-12T15:31:30.467" v="778" actId="26606"/>
          <ac:spMkLst>
            <pc:docMk/>
            <pc:sldMk cId="3904398675" sldId="268"/>
            <ac:spMk id="59" creationId="{C9A36457-A5F4-4103-A443-02581C09185B}"/>
          </ac:spMkLst>
        </pc:spChg>
        <pc:spChg chg="add del">
          <ac:chgData name="Ožbot, Miha" userId="5fdfeab2-e3ac-40dc-9f9d-ac602c9b72a8" providerId="ADAL" clId="{B69DA118-5076-4EF4-B604-E3375EDC9439}" dt="2022-04-12T15:31:30.467" v="778" actId="26606"/>
          <ac:spMkLst>
            <pc:docMk/>
            <pc:sldMk cId="3904398675" sldId="268"/>
            <ac:spMk id="60" creationId="{DC5FB7E8-B636-40FA-BE8D-48145C0F5C57}"/>
          </ac:spMkLst>
        </pc:spChg>
        <pc:spChg chg="add del">
          <ac:chgData name="Ožbot, Miha" userId="5fdfeab2-e3ac-40dc-9f9d-ac602c9b72a8" providerId="ADAL" clId="{B69DA118-5076-4EF4-B604-E3375EDC9439}" dt="2022-04-12T15:31:30.467" v="778" actId="26606"/>
          <ac:spMkLst>
            <pc:docMk/>
            <pc:sldMk cId="3904398675" sldId="268"/>
            <ac:spMk id="61" creationId="{142DCE2C-2863-46FA-9BE7-24365A24D9BA}"/>
          </ac:spMkLst>
        </pc:spChg>
        <pc:spChg chg="add del">
          <ac:chgData name="Ožbot, Miha" userId="5fdfeab2-e3ac-40dc-9f9d-ac602c9b72a8" providerId="ADAL" clId="{B69DA118-5076-4EF4-B604-E3375EDC9439}" dt="2022-04-12T15:31:36.085" v="788" actId="26606"/>
          <ac:spMkLst>
            <pc:docMk/>
            <pc:sldMk cId="3904398675" sldId="268"/>
            <ac:spMk id="62" creationId="{D2B78728-A580-49A7-84F9-6EF6F583ADE0}"/>
          </ac:spMkLst>
        </pc:spChg>
        <pc:spChg chg="add del">
          <ac:chgData name="Ožbot, Miha" userId="5fdfeab2-e3ac-40dc-9f9d-ac602c9b72a8" providerId="ADAL" clId="{B69DA118-5076-4EF4-B604-E3375EDC9439}" dt="2022-04-12T15:31:36.085" v="788" actId="26606"/>
          <ac:spMkLst>
            <pc:docMk/>
            <pc:sldMk cId="3904398675" sldId="268"/>
            <ac:spMk id="63" creationId="{38FAA1A1-D861-433F-88FA-1E9D6FD31D11}"/>
          </ac:spMkLst>
        </pc:spChg>
        <pc:spChg chg="add del">
          <ac:chgData name="Ožbot, Miha" userId="5fdfeab2-e3ac-40dc-9f9d-ac602c9b72a8" providerId="ADAL" clId="{B69DA118-5076-4EF4-B604-E3375EDC9439}" dt="2022-04-12T15:31:36.085" v="788" actId="26606"/>
          <ac:spMkLst>
            <pc:docMk/>
            <pc:sldMk cId="3904398675" sldId="268"/>
            <ac:spMk id="64" creationId="{8D71EDA1-87BF-4D5D-AB79-F346FD19278A}"/>
          </ac:spMkLst>
        </pc:spChg>
        <pc:spChg chg="add del">
          <ac:chgData name="Ožbot, Miha" userId="5fdfeab2-e3ac-40dc-9f9d-ac602c9b72a8" providerId="ADAL" clId="{B69DA118-5076-4EF4-B604-E3375EDC9439}" dt="2022-04-12T15:31:36.085" v="788" actId="26606"/>
          <ac:spMkLst>
            <pc:docMk/>
            <pc:sldMk cId="3904398675" sldId="268"/>
            <ac:spMk id="65" creationId="{E0BEF5DF-8F40-4BAD-97E9-BA7D1BA9D39E}"/>
          </ac:spMkLst>
        </pc:spChg>
        <pc:spChg chg="add del">
          <ac:chgData name="Ožbot, Miha" userId="5fdfeab2-e3ac-40dc-9f9d-ac602c9b72a8" providerId="ADAL" clId="{B69DA118-5076-4EF4-B604-E3375EDC9439}" dt="2022-04-12T15:31:37.492" v="790" actId="26606"/>
          <ac:spMkLst>
            <pc:docMk/>
            <pc:sldMk cId="3904398675" sldId="268"/>
            <ac:spMk id="67" creationId="{C9A36457-A5F4-4103-A443-02581C09185B}"/>
          </ac:spMkLst>
        </pc:spChg>
        <pc:spChg chg="add del">
          <ac:chgData name="Ožbot, Miha" userId="5fdfeab2-e3ac-40dc-9f9d-ac602c9b72a8" providerId="ADAL" clId="{B69DA118-5076-4EF4-B604-E3375EDC9439}" dt="2022-04-12T15:31:37.492" v="790" actId="26606"/>
          <ac:spMkLst>
            <pc:docMk/>
            <pc:sldMk cId="3904398675" sldId="268"/>
            <ac:spMk id="68" creationId="{DC5FB7E8-B636-40FA-BE8D-48145C0F5C57}"/>
          </ac:spMkLst>
        </pc:spChg>
        <pc:spChg chg="add del">
          <ac:chgData name="Ožbot, Miha" userId="5fdfeab2-e3ac-40dc-9f9d-ac602c9b72a8" providerId="ADAL" clId="{B69DA118-5076-4EF4-B604-E3375EDC9439}" dt="2022-04-12T15:31:37.492" v="790" actId="26606"/>
          <ac:spMkLst>
            <pc:docMk/>
            <pc:sldMk cId="3904398675" sldId="268"/>
            <ac:spMk id="69" creationId="{E0BEF5DF-8F40-4BAD-97E9-BA7D1BA9D39E}"/>
          </ac:spMkLst>
        </pc:spChg>
        <pc:spChg chg="add del">
          <ac:chgData name="Ožbot, Miha" userId="5fdfeab2-e3ac-40dc-9f9d-ac602c9b72a8" providerId="ADAL" clId="{B69DA118-5076-4EF4-B604-E3375EDC9439}" dt="2022-04-12T15:31:37.492" v="790" actId="26606"/>
          <ac:spMkLst>
            <pc:docMk/>
            <pc:sldMk cId="3904398675" sldId="268"/>
            <ac:spMk id="70" creationId="{142DCE2C-2863-46FA-9BE7-24365A24D9BA}"/>
          </ac:spMkLst>
        </pc:spChg>
        <pc:spChg chg="add del">
          <ac:chgData name="Ožbot, Miha" userId="5fdfeab2-e3ac-40dc-9f9d-ac602c9b72a8" providerId="ADAL" clId="{B69DA118-5076-4EF4-B604-E3375EDC9439}" dt="2022-04-12T15:31:38.731" v="792" actId="26606"/>
          <ac:spMkLst>
            <pc:docMk/>
            <pc:sldMk cId="3904398675" sldId="268"/>
            <ac:spMk id="72" creationId="{100EDD19-6802-4EC3-95CE-CFFAB042CFD6}"/>
          </ac:spMkLst>
        </pc:spChg>
        <pc:spChg chg="add del">
          <ac:chgData name="Ožbot, Miha" userId="5fdfeab2-e3ac-40dc-9f9d-ac602c9b72a8" providerId="ADAL" clId="{B69DA118-5076-4EF4-B604-E3375EDC9439}" dt="2022-04-12T15:31:38.731" v="792" actId="26606"/>
          <ac:spMkLst>
            <pc:docMk/>
            <pc:sldMk cId="3904398675" sldId="268"/>
            <ac:spMk id="73" creationId="{DB17E863-922E-4C26-BD64-E8FD41D28661}"/>
          </ac:spMkLst>
        </pc:spChg>
        <pc:spChg chg="add del">
          <ac:chgData name="Ožbot, Miha" userId="5fdfeab2-e3ac-40dc-9f9d-ac602c9b72a8" providerId="ADAL" clId="{B69DA118-5076-4EF4-B604-E3375EDC9439}" dt="2022-04-12T15:31:38.731" v="792" actId="26606"/>
          <ac:spMkLst>
            <pc:docMk/>
            <pc:sldMk cId="3904398675" sldId="268"/>
            <ac:spMk id="74" creationId="{E0BEF5DF-8F40-4BAD-97E9-BA7D1BA9D39E}"/>
          </ac:spMkLst>
        </pc:spChg>
        <pc:spChg chg="add del">
          <ac:chgData name="Ožbot, Miha" userId="5fdfeab2-e3ac-40dc-9f9d-ac602c9b72a8" providerId="ADAL" clId="{B69DA118-5076-4EF4-B604-E3375EDC9439}" dt="2022-04-12T15:31:39.723" v="794" actId="26606"/>
          <ac:spMkLst>
            <pc:docMk/>
            <pc:sldMk cId="3904398675" sldId="268"/>
            <ac:spMk id="76" creationId="{C7FA33FF-088D-4F16-95A2-2C64D353DEA8}"/>
          </ac:spMkLst>
        </pc:spChg>
        <pc:spChg chg="add del">
          <ac:chgData name="Ožbot, Miha" userId="5fdfeab2-e3ac-40dc-9f9d-ac602c9b72a8" providerId="ADAL" clId="{B69DA118-5076-4EF4-B604-E3375EDC9439}" dt="2022-04-12T15:31:39.723" v="794" actId="26606"/>
          <ac:spMkLst>
            <pc:docMk/>
            <pc:sldMk cId="3904398675" sldId="268"/>
            <ac:spMk id="77" creationId="{A376EFB1-01CF-419F-ABF1-2AF02BBFCBD1}"/>
          </ac:spMkLst>
        </pc:spChg>
        <pc:spChg chg="add del">
          <ac:chgData name="Ožbot, Miha" userId="5fdfeab2-e3ac-40dc-9f9d-ac602c9b72a8" providerId="ADAL" clId="{B69DA118-5076-4EF4-B604-E3375EDC9439}" dt="2022-04-12T15:31:39.723" v="794" actId="26606"/>
          <ac:spMkLst>
            <pc:docMk/>
            <pc:sldMk cId="3904398675" sldId="268"/>
            <ac:spMk id="78" creationId="{FF9DEA15-78BD-4750-AA18-B9F28A6D5AB8}"/>
          </ac:spMkLst>
        </pc:spChg>
        <pc:spChg chg="add del">
          <ac:chgData name="Ožbot, Miha" userId="5fdfeab2-e3ac-40dc-9f9d-ac602c9b72a8" providerId="ADAL" clId="{B69DA118-5076-4EF4-B604-E3375EDC9439}" dt="2022-04-12T15:31:39.723" v="794" actId="26606"/>
          <ac:spMkLst>
            <pc:docMk/>
            <pc:sldMk cId="3904398675" sldId="268"/>
            <ac:spMk id="79" creationId="{E0BEF5DF-8F40-4BAD-97E9-BA7D1BA9D39E}"/>
          </ac:spMkLst>
        </pc:spChg>
        <pc:spChg chg="add del">
          <ac:chgData name="Ožbot, Miha" userId="5fdfeab2-e3ac-40dc-9f9d-ac602c9b72a8" providerId="ADAL" clId="{B69DA118-5076-4EF4-B604-E3375EDC9439}" dt="2022-04-12T15:31:41.389" v="796" actId="26606"/>
          <ac:spMkLst>
            <pc:docMk/>
            <pc:sldMk cId="3904398675" sldId="268"/>
            <ac:spMk id="81" creationId="{100EDD19-6802-4EC3-95CE-CFFAB042CFD6}"/>
          </ac:spMkLst>
        </pc:spChg>
        <pc:spChg chg="add del">
          <ac:chgData name="Ožbot, Miha" userId="5fdfeab2-e3ac-40dc-9f9d-ac602c9b72a8" providerId="ADAL" clId="{B69DA118-5076-4EF4-B604-E3375EDC9439}" dt="2022-04-12T15:31:41.389" v="796" actId="26606"/>
          <ac:spMkLst>
            <pc:docMk/>
            <pc:sldMk cId="3904398675" sldId="268"/>
            <ac:spMk id="82" creationId="{DB17E863-922E-4C26-BD64-E8FD41D28661}"/>
          </ac:spMkLst>
        </pc:spChg>
        <pc:spChg chg="add del">
          <ac:chgData name="Ožbot, Miha" userId="5fdfeab2-e3ac-40dc-9f9d-ac602c9b72a8" providerId="ADAL" clId="{B69DA118-5076-4EF4-B604-E3375EDC9439}" dt="2022-04-12T15:31:41.389" v="796" actId="26606"/>
          <ac:spMkLst>
            <pc:docMk/>
            <pc:sldMk cId="3904398675" sldId="268"/>
            <ac:spMk id="83" creationId="{E0BEF5DF-8F40-4BAD-97E9-BA7D1BA9D39E}"/>
          </ac:spMkLst>
        </pc:spChg>
        <pc:spChg chg="add del">
          <ac:chgData name="Ožbot, Miha" userId="5fdfeab2-e3ac-40dc-9f9d-ac602c9b72a8" providerId="ADAL" clId="{B69DA118-5076-4EF4-B604-E3375EDC9439}" dt="2022-04-12T15:31:42.515" v="798" actId="26606"/>
          <ac:spMkLst>
            <pc:docMk/>
            <pc:sldMk cId="3904398675" sldId="268"/>
            <ac:spMk id="85" creationId="{827B839B-9ADE-406B-8590-F1CAEDED45A1}"/>
          </ac:spMkLst>
        </pc:spChg>
        <pc:spChg chg="add del">
          <ac:chgData name="Ožbot, Miha" userId="5fdfeab2-e3ac-40dc-9f9d-ac602c9b72a8" providerId="ADAL" clId="{B69DA118-5076-4EF4-B604-E3375EDC9439}" dt="2022-04-12T15:31:42.515" v="798" actId="26606"/>
          <ac:spMkLst>
            <pc:docMk/>
            <pc:sldMk cId="3904398675" sldId="268"/>
            <ac:spMk id="86" creationId="{CFE45BF0-46DB-408C-B5F7-7B11716805D4}"/>
          </ac:spMkLst>
        </pc:spChg>
        <pc:spChg chg="add del">
          <ac:chgData name="Ožbot, Miha" userId="5fdfeab2-e3ac-40dc-9f9d-ac602c9b72a8" providerId="ADAL" clId="{B69DA118-5076-4EF4-B604-E3375EDC9439}" dt="2022-04-12T15:31:42.515" v="798" actId="26606"/>
          <ac:spMkLst>
            <pc:docMk/>
            <pc:sldMk cId="3904398675" sldId="268"/>
            <ac:spMk id="87" creationId="{2AEBC8F2-97B1-41B4-93F1-2D289E197FBA}"/>
          </ac:spMkLst>
        </pc:spChg>
        <pc:spChg chg="add del">
          <ac:chgData name="Ožbot, Miha" userId="5fdfeab2-e3ac-40dc-9f9d-ac602c9b72a8" providerId="ADAL" clId="{B69DA118-5076-4EF4-B604-E3375EDC9439}" dt="2022-04-12T15:31:42.515" v="798" actId="26606"/>
          <ac:spMkLst>
            <pc:docMk/>
            <pc:sldMk cId="3904398675" sldId="268"/>
            <ac:spMk id="88" creationId="{472E3A19-F5D5-48FC-BB9C-48C2F68F598B}"/>
          </ac:spMkLst>
        </pc:spChg>
        <pc:spChg chg="add del">
          <ac:chgData name="Ožbot, Miha" userId="5fdfeab2-e3ac-40dc-9f9d-ac602c9b72a8" providerId="ADAL" clId="{B69DA118-5076-4EF4-B604-E3375EDC9439}" dt="2022-04-12T15:31:42.515" v="798" actId="26606"/>
          <ac:spMkLst>
            <pc:docMk/>
            <pc:sldMk cId="3904398675" sldId="268"/>
            <ac:spMk id="89" creationId="{7A62E32F-BB65-43A8-8EB5-92346890E549}"/>
          </ac:spMkLst>
        </pc:spChg>
        <pc:spChg chg="add del">
          <ac:chgData name="Ožbot, Miha" userId="5fdfeab2-e3ac-40dc-9f9d-ac602c9b72a8" providerId="ADAL" clId="{B69DA118-5076-4EF4-B604-E3375EDC9439}" dt="2022-04-12T15:31:42.515" v="798" actId="26606"/>
          <ac:spMkLst>
            <pc:docMk/>
            <pc:sldMk cId="3904398675" sldId="268"/>
            <ac:spMk id="90" creationId="{14E91B64-9FCC-451E-AFB4-A827D6329367}"/>
          </ac:spMkLst>
        </pc:spChg>
        <pc:spChg chg="add del">
          <ac:chgData name="Ožbot, Miha" userId="5fdfeab2-e3ac-40dc-9f9d-ac602c9b72a8" providerId="ADAL" clId="{B69DA118-5076-4EF4-B604-E3375EDC9439}" dt="2022-04-12T15:31:42.515" v="798" actId="26606"/>
          <ac:spMkLst>
            <pc:docMk/>
            <pc:sldMk cId="3904398675" sldId="268"/>
            <ac:spMk id="91" creationId="{E0BEF5DF-8F40-4BAD-97E9-BA7D1BA9D39E}"/>
          </ac:spMkLst>
        </pc:spChg>
        <pc:spChg chg="add del">
          <ac:chgData name="Ožbot, Miha" userId="5fdfeab2-e3ac-40dc-9f9d-ac602c9b72a8" providerId="ADAL" clId="{B69DA118-5076-4EF4-B604-E3375EDC9439}" dt="2022-04-12T15:31:43.732" v="800" actId="26606"/>
          <ac:spMkLst>
            <pc:docMk/>
            <pc:sldMk cId="3904398675" sldId="268"/>
            <ac:spMk id="93" creationId="{7CB4857B-ED7C-444D-9F04-2F885114A1C2}"/>
          </ac:spMkLst>
        </pc:spChg>
        <pc:spChg chg="add del">
          <ac:chgData name="Ožbot, Miha" userId="5fdfeab2-e3ac-40dc-9f9d-ac602c9b72a8" providerId="ADAL" clId="{B69DA118-5076-4EF4-B604-E3375EDC9439}" dt="2022-04-12T15:31:43.732" v="800" actId="26606"/>
          <ac:spMkLst>
            <pc:docMk/>
            <pc:sldMk cId="3904398675" sldId="268"/>
            <ac:spMk id="94" creationId="{D18046FB-44EA-4FD8-A585-EA09A319B2D0}"/>
          </ac:spMkLst>
        </pc:spChg>
        <pc:spChg chg="add del">
          <ac:chgData name="Ožbot, Miha" userId="5fdfeab2-e3ac-40dc-9f9d-ac602c9b72a8" providerId="ADAL" clId="{B69DA118-5076-4EF4-B604-E3375EDC9439}" dt="2022-04-12T15:31:43.732" v="800" actId="26606"/>
          <ac:spMkLst>
            <pc:docMk/>
            <pc:sldMk cId="3904398675" sldId="268"/>
            <ac:spMk id="95" creationId="{479F5F2B-8B58-4140-AE6A-51F6C67B18D9}"/>
          </ac:spMkLst>
        </pc:spChg>
        <pc:spChg chg="add del">
          <ac:chgData name="Ožbot, Miha" userId="5fdfeab2-e3ac-40dc-9f9d-ac602c9b72a8" providerId="ADAL" clId="{B69DA118-5076-4EF4-B604-E3375EDC9439}" dt="2022-04-12T15:31:43.732" v="800" actId="26606"/>
          <ac:spMkLst>
            <pc:docMk/>
            <pc:sldMk cId="3904398675" sldId="268"/>
            <ac:spMk id="96" creationId="{E0BEF5DF-8F40-4BAD-97E9-BA7D1BA9D39E}"/>
          </ac:spMkLst>
        </pc:spChg>
        <pc:spChg chg="add del">
          <ac:chgData name="Ožbot, Miha" userId="5fdfeab2-e3ac-40dc-9f9d-ac602c9b72a8" providerId="ADAL" clId="{B69DA118-5076-4EF4-B604-E3375EDC9439}" dt="2022-04-12T15:31:44.907" v="802" actId="26606"/>
          <ac:spMkLst>
            <pc:docMk/>
            <pc:sldMk cId="3904398675" sldId="268"/>
            <ac:spMk id="98" creationId="{C7FA33FF-088D-4F16-95A2-2C64D353DEA8}"/>
          </ac:spMkLst>
        </pc:spChg>
        <pc:spChg chg="add del">
          <ac:chgData name="Ožbot, Miha" userId="5fdfeab2-e3ac-40dc-9f9d-ac602c9b72a8" providerId="ADAL" clId="{B69DA118-5076-4EF4-B604-E3375EDC9439}" dt="2022-04-12T15:31:44.907" v="802" actId="26606"/>
          <ac:spMkLst>
            <pc:docMk/>
            <pc:sldMk cId="3904398675" sldId="268"/>
            <ac:spMk id="99" creationId="{A376EFB1-01CF-419F-ABF1-2AF02BBFCBD1}"/>
          </ac:spMkLst>
        </pc:spChg>
        <pc:spChg chg="add del">
          <ac:chgData name="Ožbot, Miha" userId="5fdfeab2-e3ac-40dc-9f9d-ac602c9b72a8" providerId="ADAL" clId="{B69DA118-5076-4EF4-B604-E3375EDC9439}" dt="2022-04-12T15:31:44.907" v="802" actId="26606"/>
          <ac:spMkLst>
            <pc:docMk/>
            <pc:sldMk cId="3904398675" sldId="268"/>
            <ac:spMk id="100" creationId="{FF9DEA15-78BD-4750-AA18-B9F28A6D5AB8}"/>
          </ac:spMkLst>
        </pc:spChg>
        <pc:spChg chg="add del">
          <ac:chgData name="Ožbot, Miha" userId="5fdfeab2-e3ac-40dc-9f9d-ac602c9b72a8" providerId="ADAL" clId="{B69DA118-5076-4EF4-B604-E3375EDC9439}" dt="2022-04-12T15:31:44.907" v="802" actId="26606"/>
          <ac:spMkLst>
            <pc:docMk/>
            <pc:sldMk cId="3904398675" sldId="268"/>
            <ac:spMk id="101" creationId="{E0BEF5DF-8F40-4BAD-97E9-BA7D1BA9D39E}"/>
          </ac:spMkLst>
        </pc:spChg>
        <pc:spChg chg="add del">
          <ac:chgData name="Ožbot, Miha" userId="5fdfeab2-e3ac-40dc-9f9d-ac602c9b72a8" providerId="ADAL" clId="{B69DA118-5076-4EF4-B604-E3375EDC9439}" dt="2022-04-12T15:31:48.520" v="804" actId="26606"/>
          <ac:spMkLst>
            <pc:docMk/>
            <pc:sldMk cId="3904398675" sldId="268"/>
            <ac:spMk id="103" creationId="{100EDD19-6802-4EC3-95CE-CFFAB042CFD6}"/>
          </ac:spMkLst>
        </pc:spChg>
        <pc:spChg chg="add del">
          <ac:chgData name="Ožbot, Miha" userId="5fdfeab2-e3ac-40dc-9f9d-ac602c9b72a8" providerId="ADAL" clId="{B69DA118-5076-4EF4-B604-E3375EDC9439}" dt="2022-04-12T15:31:48.520" v="804" actId="26606"/>
          <ac:spMkLst>
            <pc:docMk/>
            <pc:sldMk cId="3904398675" sldId="268"/>
            <ac:spMk id="104" creationId="{DB17E863-922E-4C26-BD64-E8FD41D28661}"/>
          </ac:spMkLst>
        </pc:spChg>
        <pc:spChg chg="add del">
          <ac:chgData name="Ožbot, Miha" userId="5fdfeab2-e3ac-40dc-9f9d-ac602c9b72a8" providerId="ADAL" clId="{B69DA118-5076-4EF4-B604-E3375EDC9439}" dt="2022-04-12T15:31:48.520" v="804" actId="26606"/>
          <ac:spMkLst>
            <pc:docMk/>
            <pc:sldMk cId="3904398675" sldId="268"/>
            <ac:spMk id="105" creationId="{E0BEF5DF-8F40-4BAD-97E9-BA7D1BA9D39E}"/>
          </ac:spMkLst>
        </pc:spChg>
        <pc:spChg chg="add del">
          <ac:chgData name="Ožbot, Miha" userId="5fdfeab2-e3ac-40dc-9f9d-ac602c9b72a8" providerId="ADAL" clId="{B69DA118-5076-4EF4-B604-E3375EDC9439}" dt="2022-04-12T15:31:51.030" v="810" actId="26606"/>
          <ac:spMkLst>
            <pc:docMk/>
            <pc:sldMk cId="3904398675" sldId="268"/>
            <ac:spMk id="111" creationId="{C9A36457-A5F4-4103-A443-02581C09185B}"/>
          </ac:spMkLst>
        </pc:spChg>
        <pc:spChg chg="add del">
          <ac:chgData name="Ožbot, Miha" userId="5fdfeab2-e3ac-40dc-9f9d-ac602c9b72a8" providerId="ADAL" clId="{B69DA118-5076-4EF4-B604-E3375EDC9439}" dt="2022-04-12T15:31:51.030" v="810" actId="26606"/>
          <ac:spMkLst>
            <pc:docMk/>
            <pc:sldMk cId="3904398675" sldId="268"/>
            <ac:spMk id="112" creationId="{DC5FB7E8-B636-40FA-BE8D-48145C0F5C57}"/>
          </ac:spMkLst>
        </pc:spChg>
        <pc:spChg chg="add del">
          <ac:chgData name="Ožbot, Miha" userId="5fdfeab2-e3ac-40dc-9f9d-ac602c9b72a8" providerId="ADAL" clId="{B69DA118-5076-4EF4-B604-E3375EDC9439}" dt="2022-04-12T15:31:51.030" v="810" actId="26606"/>
          <ac:spMkLst>
            <pc:docMk/>
            <pc:sldMk cId="3904398675" sldId="268"/>
            <ac:spMk id="113" creationId="{E0BEF5DF-8F40-4BAD-97E9-BA7D1BA9D39E}"/>
          </ac:spMkLst>
        </pc:spChg>
        <pc:spChg chg="add del">
          <ac:chgData name="Ožbot, Miha" userId="5fdfeab2-e3ac-40dc-9f9d-ac602c9b72a8" providerId="ADAL" clId="{B69DA118-5076-4EF4-B604-E3375EDC9439}" dt="2022-04-12T15:31:51.030" v="810" actId="26606"/>
          <ac:spMkLst>
            <pc:docMk/>
            <pc:sldMk cId="3904398675" sldId="268"/>
            <ac:spMk id="114" creationId="{142DCE2C-2863-46FA-9BE7-24365A24D9BA}"/>
          </ac:spMkLst>
        </pc:spChg>
        <pc:spChg chg="add del">
          <ac:chgData name="Ožbot, Miha" userId="5fdfeab2-e3ac-40dc-9f9d-ac602c9b72a8" providerId="ADAL" clId="{B69DA118-5076-4EF4-B604-E3375EDC9439}" dt="2022-04-12T15:31:51.749" v="812" actId="26606"/>
          <ac:spMkLst>
            <pc:docMk/>
            <pc:sldMk cId="3904398675" sldId="268"/>
            <ac:spMk id="116" creationId="{2B566528-1B12-4246-9431-5C2D7D081168}"/>
          </ac:spMkLst>
        </pc:spChg>
        <pc:spChg chg="add del">
          <ac:chgData name="Ožbot, Miha" userId="5fdfeab2-e3ac-40dc-9f9d-ac602c9b72a8" providerId="ADAL" clId="{B69DA118-5076-4EF4-B604-E3375EDC9439}" dt="2022-04-12T15:31:51.749" v="812" actId="26606"/>
          <ac:spMkLst>
            <pc:docMk/>
            <pc:sldMk cId="3904398675" sldId="268"/>
            <ac:spMk id="117" creationId="{E0BEF5DF-8F40-4BAD-97E9-BA7D1BA9D39E}"/>
          </ac:spMkLst>
        </pc:spChg>
        <pc:spChg chg="add del">
          <ac:chgData name="Ožbot, Miha" userId="5fdfeab2-e3ac-40dc-9f9d-ac602c9b72a8" providerId="ADAL" clId="{B69DA118-5076-4EF4-B604-E3375EDC9439}" dt="2022-04-12T15:31:51.749" v="812" actId="26606"/>
          <ac:spMkLst>
            <pc:docMk/>
            <pc:sldMk cId="3904398675" sldId="268"/>
            <ac:spMk id="118" creationId="{2E80C965-DB6D-4F81-9E9E-B027384D0BD6}"/>
          </ac:spMkLst>
        </pc:spChg>
        <pc:spChg chg="add del">
          <ac:chgData name="Ožbot, Miha" userId="5fdfeab2-e3ac-40dc-9f9d-ac602c9b72a8" providerId="ADAL" clId="{B69DA118-5076-4EF4-B604-E3375EDC9439}" dt="2022-04-12T15:31:51.749" v="812" actId="26606"/>
          <ac:spMkLst>
            <pc:docMk/>
            <pc:sldMk cId="3904398675" sldId="268"/>
            <ac:spMk id="119" creationId="{A580F890-B085-4E95-96AA-55AEBEC5CE6E}"/>
          </ac:spMkLst>
        </pc:spChg>
        <pc:spChg chg="add del">
          <ac:chgData name="Ožbot, Miha" userId="5fdfeab2-e3ac-40dc-9f9d-ac602c9b72a8" providerId="ADAL" clId="{B69DA118-5076-4EF4-B604-E3375EDC9439}" dt="2022-04-12T15:31:51.749" v="812" actId="26606"/>
          <ac:spMkLst>
            <pc:docMk/>
            <pc:sldMk cId="3904398675" sldId="268"/>
            <ac:spMk id="120" creationId="{D3F51FEB-38FB-4F6C-9F7B-2F2AFAB65463}"/>
          </ac:spMkLst>
        </pc:spChg>
        <pc:spChg chg="add del">
          <ac:chgData name="Ožbot, Miha" userId="5fdfeab2-e3ac-40dc-9f9d-ac602c9b72a8" providerId="ADAL" clId="{B69DA118-5076-4EF4-B604-E3375EDC9439}" dt="2022-04-12T15:31:51.749" v="812" actId="26606"/>
          <ac:spMkLst>
            <pc:docMk/>
            <pc:sldMk cId="3904398675" sldId="268"/>
            <ac:spMk id="121" creationId="{1E547BA6-BAE0-43BB-A7CA-60F69CE252F0}"/>
          </ac:spMkLst>
        </pc:spChg>
        <pc:spChg chg="add del">
          <ac:chgData name="Ožbot, Miha" userId="5fdfeab2-e3ac-40dc-9f9d-ac602c9b72a8" providerId="ADAL" clId="{B69DA118-5076-4EF4-B604-E3375EDC9439}" dt="2022-04-12T15:31:54.516" v="814" actId="26606"/>
          <ac:spMkLst>
            <pc:docMk/>
            <pc:sldMk cId="3904398675" sldId="268"/>
            <ac:spMk id="123" creationId="{C9A36457-A5F4-4103-A443-02581C09185B}"/>
          </ac:spMkLst>
        </pc:spChg>
        <pc:spChg chg="add del">
          <ac:chgData name="Ožbot, Miha" userId="5fdfeab2-e3ac-40dc-9f9d-ac602c9b72a8" providerId="ADAL" clId="{B69DA118-5076-4EF4-B604-E3375EDC9439}" dt="2022-04-12T15:31:54.516" v="814" actId="26606"/>
          <ac:spMkLst>
            <pc:docMk/>
            <pc:sldMk cId="3904398675" sldId="268"/>
            <ac:spMk id="124" creationId="{DC5FB7E8-B636-40FA-BE8D-48145C0F5C57}"/>
          </ac:spMkLst>
        </pc:spChg>
        <pc:spChg chg="add del">
          <ac:chgData name="Ožbot, Miha" userId="5fdfeab2-e3ac-40dc-9f9d-ac602c9b72a8" providerId="ADAL" clId="{B69DA118-5076-4EF4-B604-E3375EDC9439}" dt="2022-04-12T15:31:54.516" v="814" actId="26606"/>
          <ac:spMkLst>
            <pc:docMk/>
            <pc:sldMk cId="3904398675" sldId="268"/>
            <ac:spMk id="125" creationId="{E0BEF5DF-8F40-4BAD-97E9-BA7D1BA9D39E}"/>
          </ac:spMkLst>
        </pc:spChg>
        <pc:spChg chg="add del">
          <ac:chgData name="Ožbot, Miha" userId="5fdfeab2-e3ac-40dc-9f9d-ac602c9b72a8" providerId="ADAL" clId="{B69DA118-5076-4EF4-B604-E3375EDC9439}" dt="2022-04-12T15:31:54.516" v="814" actId="26606"/>
          <ac:spMkLst>
            <pc:docMk/>
            <pc:sldMk cId="3904398675" sldId="268"/>
            <ac:spMk id="126" creationId="{142DCE2C-2863-46FA-9BE7-24365A24D9BA}"/>
          </ac:spMkLst>
        </pc:spChg>
        <pc:spChg chg="add">
          <ac:chgData name="Ožbot, Miha" userId="5fdfeab2-e3ac-40dc-9f9d-ac602c9b72a8" providerId="ADAL" clId="{B69DA118-5076-4EF4-B604-E3375EDC9439}" dt="2022-04-12T15:37:51.696" v="1057" actId="26606"/>
          <ac:spMkLst>
            <pc:docMk/>
            <pc:sldMk cId="3904398675" sldId="268"/>
            <ac:spMk id="127" creationId="{DB17E863-922E-4C26-BD64-E8FD41D28661}"/>
          </ac:spMkLst>
        </pc:spChg>
        <pc:spChg chg="add del">
          <ac:chgData name="Ožbot, Miha" userId="5fdfeab2-e3ac-40dc-9f9d-ac602c9b72a8" providerId="ADAL" clId="{B69DA118-5076-4EF4-B604-E3375EDC9439}" dt="2022-04-12T15:31:55.309" v="816" actId="26606"/>
          <ac:spMkLst>
            <pc:docMk/>
            <pc:sldMk cId="3904398675" sldId="268"/>
            <ac:spMk id="128" creationId="{09588DA8-065E-4F6F-8EFD-43104AB2E0CF}"/>
          </ac:spMkLst>
        </pc:spChg>
        <pc:spChg chg="add del">
          <ac:chgData name="Ožbot, Miha" userId="5fdfeab2-e3ac-40dc-9f9d-ac602c9b72a8" providerId="ADAL" clId="{B69DA118-5076-4EF4-B604-E3375EDC9439}" dt="2022-04-12T15:31:55.309" v="816" actId="26606"/>
          <ac:spMkLst>
            <pc:docMk/>
            <pc:sldMk cId="3904398675" sldId="268"/>
            <ac:spMk id="129" creationId="{C4285719-470E-454C-AF62-8323075F1F5B}"/>
          </ac:spMkLst>
        </pc:spChg>
        <pc:spChg chg="add del">
          <ac:chgData name="Ožbot, Miha" userId="5fdfeab2-e3ac-40dc-9f9d-ac602c9b72a8" providerId="ADAL" clId="{B69DA118-5076-4EF4-B604-E3375EDC9439}" dt="2022-04-12T15:31:55.309" v="816" actId="26606"/>
          <ac:spMkLst>
            <pc:docMk/>
            <pc:sldMk cId="3904398675" sldId="268"/>
            <ac:spMk id="130" creationId="{CD9FE4EF-C4D8-49A0-B2FF-81D8DB7D8A24}"/>
          </ac:spMkLst>
        </pc:spChg>
        <pc:spChg chg="add del">
          <ac:chgData name="Ožbot, Miha" userId="5fdfeab2-e3ac-40dc-9f9d-ac602c9b72a8" providerId="ADAL" clId="{B69DA118-5076-4EF4-B604-E3375EDC9439}" dt="2022-04-12T15:31:55.309" v="816" actId="26606"/>
          <ac:spMkLst>
            <pc:docMk/>
            <pc:sldMk cId="3904398675" sldId="268"/>
            <ac:spMk id="131" creationId="{4300840D-0A0B-4512-BACA-B439D5B9C57C}"/>
          </ac:spMkLst>
        </pc:spChg>
        <pc:spChg chg="add del">
          <ac:chgData name="Ožbot, Miha" userId="5fdfeab2-e3ac-40dc-9f9d-ac602c9b72a8" providerId="ADAL" clId="{B69DA118-5076-4EF4-B604-E3375EDC9439}" dt="2022-04-12T15:31:55.309" v="816" actId="26606"/>
          <ac:spMkLst>
            <pc:docMk/>
            <pc:sldMk cId="3904398675" sldId="268"/>
            <ac:spMk id="132" creationId="{D2B78728-A580-49A7-84F9-6EF6F583ADE0}"/>
          </ac:spMkLst>
        </pc:spChg>
        <pc:spChg chg="add del">
          <ac:chgData name="Ožbot, Miha" userId="5fdfeab2-e3ac-40dc-9f9d-ac602c9b72a8" providerId="ADAL" clId="{B69DA118-5076-4EF4-B604-E3375EDC9439}" dt="2022-04-12T15:31:55.309" v="816" actId="26606"/>
          <ac:spMkLst>
            <pc:docMk/>
            <pc:sldMk cId="3904398675" sldId="268"/>
            <ac:spMk id="133" creationId="{38FAA1A1-D861-433F-88FA-1E9D6FD31D11}"/>
          </ac:spMkLst>
        </pc:spChg>
        <pc:spChg chg="add del">
          <ac:chgData name="Ožbot, Miha" userId="5fdfeab2-e3ac-40dc-9f9d-ac602c9b72a8" providerId="ADAL" clId="{B69DA118-5076-4EF4-B604-E3375EDC9439}" dt="2022-04-12T15:31:55.309" v="816" actId="26606"/>
          <ac:spMkLst>
            <pc:docMk/>
            <pc:sldMk cId="3904398675" sldId="268"/>
            <ac:spMk id="134" creationId="{8D71EDA1-87BF-4D5D-AB79-F346FD19278A}"/>
          </ac:spMkLst>
        </pc:spChg>
        <pc:spChg chg="add del">
          <ac:chgData name="Ožbot, Miha" userId="5fdfeab2-e3ac-40dc-9f9d-ac602c9b72a8" providerId="ADAL" clId="{B69DA118-5076-4EF4-B604-E3375EDC9439}" dt="2022-04-12T15:31:55.309" v="816" actId="26606"/>
          <ac:spMkLst>
            <pc:docMk/>
            <pc:sldMk cId="3904398675" sldId="268"/>
            <ac:spMk id="135" creationId="{E0BEF5DF-8F40-4BAD-97E9-BA7D1BA9D39E}"/>
          </ac:spMkLst>
        </pc:spChg>
        <pc:spChg chg="add del">
          <ac:chgData name="Ožbot, Miha" userId="5fdfeab2-e3ac-40dc-9f9d-ac602c9b72a8" providerId="ADAL" clId="{B69DA118-5076-4EF4-B604-E3375EDC9439}" dt="2022-04-12T15:36:57.584" v="1019" actId="26606"/>
          <ac:spMkLst>
            <pc:docMk/>
            <pc:sldMk cId="3904398675" sldId="268"/>
            <ac:spMk id="136" creationId="{3B2E3793-BFE6-45A2-9B7B-E18844431C99}"/>
          </ac:spMkLst>
        </pc:spChg>
        <pc:spChg chg="add del">
          <ac:chgData name="Ožbot, Miha" userId="5fdfeab2-e3ac-40dc-9f9d-ac602c9b72a8" providerId="ADAL" clId="{B69DA118-5076-4EF4-B604-E3375EDC9439}" dt="2022-04-12T15:31:57.388" v="818" actId="26606"/>
          <ac:spMkLst>
            <pc:docMk/>
            <pc:sldMk cId="3904398675" sldId="268"/>
            <ac:spMk id="137" creationId="{C9A36457-A5F4-4103-A443-02581C09185B}"/>
          </ac:spMkLst>
        </pc:spChg>
        <pc:spChg chg="add del">
          <ac:chgData name="Ožbot, Miha" userId="5fdfeab2-e3ac-40dc-9f9d-ac602c9b72a8" providerId="ADAL" clId="{B69DA118-5076-4EF4-B604-E3375EDC9439}" dt="2022-04-12T15:31:57.388" v="818" actId="26606"/>
          <ac:spMkLst>
            <pc:docMk/>
            <pc:sldMk cId="3904398675" sldId="268"/>
            <ac:spMk id="138" creationId="{DC5FB7E8-B636-40FA-BE8D-48145C0F5C57}"/>
          </ac:spMkLst>
        </pc:spChg>
        <pc:spChg chg="add del">
          <ac:chgData name="Ožbot, Miha" userId="5fdfeab2-e3ac-40dc-9f9d-ac602c9b72a8" providerId="ADAL" clId="{B69DA118-5076-4EF4-B604-E3375EDC9439}" dt="2022-04-12T15:31:57.388" v="818" actId="26606"/>
          <ac:spMkLst>
            <pc:docMk/>
            <pc:sldMk cId="3904398675" sldId="268"/>
            <ac:spMk id="139" creationId="{E0BEF5DF-8F40-4BAD-97E9-BA7D1BA9D39E}"/>
          </ac:spMkLst>
        </pc:spChg>
        <pc:spChg chg="add del">
          <ac:chgData name="Ožbot, Miha" userId="5fdfeab2-e3ac-40dc-9f9d-ac602c9b72a8" providerId="ADAL" clId="{B69DA118-5076-4EF4-B604-E3375EDC9439}" dt="2022-04-12T15:31:57.388" v="818" actId="26606"/>
          <ac:spMkLst>
            <pc:docMk/>
            <pc:sldMk cId="3904398675" sldId="268"/>
            <ac:spMk id="140" creationId="{142DCE2C-2863-46FA-9BE7-24365A24D9BA}"/>
          </ac:spMkLst>
        </pc:spChg>
        <pc:spChg chg="add del">
          <ac:chgData name="Ožbot, Miha" userId="5fdfeab2-e3ac-40dc-9f9d-ac602c9b72a8" providerId="ADAL" clId="{B69DA118-5076-4EF4-B604-E3375EDC9439}" dt="2022-04-12T15:32:01.572" v="820" actId="26606"/>
          <ac:spMkLst>
            <pc:docMk/>
            <pc:sldMk cId="3904398675" sldId="268"/>
            <ac:spMk id="142" creationId="{100EDD19-6802-4EC3-95CE-CFFAB042CFD6}"/>
          </ac:spMkLst>
        </pc:spChg>
        <pc:spChg chg="add del">
          <ac:chgData name="Ožbot, Miha" userId="5fdfeab2-e3ac-40dc-9f9d-ac602c9b72a8" providerId="ADAL" clId="{B69DA118-5076-4EF4-B604-E3375EDC9439}" dt="2022-04-12T15:32:01.572" v="820" actId="26606"/>
          <ac:spMkLst>
            <pc:docMk/>
            <pc:sldMk cId="3904398675" sldId="268"/>
            <ac:spMk id="143" creationId="{DB17E863-922E-4C26-BD64-E8FD41D28661}"/>
          </ac:spMkLst>
        </pc:spChg>
        <pc:spChg chg="add del">
          <ac:chgData name="Ožbot, Miha" userId="5fdfeab2-e3ac-40dc-9f9d-ac602c9b72a8" providerId="ADAL" clId="{B69DA118-5076-4EF4-B604-E3375EDC9439}" dt="2022-04-12T15:32:01.572" v="820" actId="26606"/>
          <ac:spMkLst>
            <pc:docMk/>
            <pc:sldMk cId="3904398675" sldId="268"/>
            <ac:spMk id="144" creationId="{E0BEF5DF-8F40-4BAD-97E9-BA7D1BA9D39E}"/>
          </ac:spMkLst>
        </pc:spChg>
        <pc:spChg chg="add del">
          <ac:chgData name="Ožbot, Miha" userId="5fdfeab2-e3ac-40dc-9f9d-ac602c9b72a8" providerId="ADAL" clId="{B69DA118-5076-4EF4-B604-E3375EDC9439}" dt="2022-04-12T15:32:02.477" v="822" actId="26606"/>
          <ac:spMkLst>
            <pc:docMk/>
            <pc:sldMk cId="3904398675" sldId="268"/>
            <ac:spMk id="146" creationId="{907EF6B7-1338-4443-8C46-6A318D952DFD}"/>
          </ac:spMkLst>
        </pc:spChg>
        <pc:spChg chg="add del">
          <ac:chgData name="Ožbot, Miha" userId="5fdfeab2-e3ac-40dc-9f9d-ac602c9b72a8" providerId="ADAL" clId="{B69DA118-5076-4EF4-B604-E3375EDC9439}" dt="2022-04-12T15:32:02.477" v="822" actId="26606"/>
          <ac:spMkLst>
            <pc:docMk/>
            <pc:sldMk cId="3904398675" sldId="268"/>
            <ac:spMk id="147" creationId="{DAAE4CDD-124C-4DCF-9584-B6033B545DD5}"/>
          </ac:spMkLst>
        </pc:spChg>
        <pc:spChg chg="add del">
          <ac:chgData name="Ožbot, Miha" userId="5fdfeab2-e3ac-40dc-9f9d-ac602c9b72a8" providerId="ADAL" clId="{B69DA118-5076-4EF4-B604-E3375EDC9439}" dt="2022-04-12T15:32:02.477" v="822" actId="26606"/>
          <ac:spMkLst>
            <pc:docMk/>
            <pc:sldMk cId="3904398675" sldId="268"/>
            <ac:spMk id="148" creationId="{081E4A58-353D-44AE-B2FC-2A74E2E400F7}"/>
          </ac:spMkLst>
        </pc:spChg>
        <pc:spChg chg="add del">
          <ac:chgData name="Ožbot, Miha" userId="5fdfeab2-e3ac-40dc-9f9d-ac602c9b72a8" providerId="ADAL" clId="{B69DA118-5076-4EF4-B604-E3375EDC9439}" dt="2022-04-12T15:32:02.477" v="822" actId="26606"/>
          <ac:spMkLst>
            <pc:docMk/>
            <pc:sldMk cId="3904398675" sldId="268"/>
            <ac:spMk id="149" creationId="{E0BEF5DF-8F40-4BAD-97E9-BA7D1BA9D39E}"/>
          </ac:spMkLst>
        </pc:spChg>
        <pc:spChg chg="add del">
          <ac:chgData name="Ožbot, Miha" userId="5fdfeab2-e3ac-40dc-9f9d-ac602c9b72a8" providerId="ADAL" clId="{B69DA118-5076-4EF4-B604-E3375EDC9439}" dt="2022-04-12T15:32:02.948" v="824" actId="26606"/>
          <ac:spMkLst>
            <pc:docMk/>
            <pc:sldMk cId="3904398675" sldId="268"/>
            <ac:spMk id="151" creationId="{827B839B-9ADE-406B-8590-F1CAEDED45A1}"/>
          </ac:spMkLst>
        </pc:spChg>
        <pc:spChg chg="add del">
          <ac:chgData name="Ožbot, Miha" userId="5fdfeab2-e3ac-40dc-9f9d-ac602c9b72a8" providerId="ADAL" clId="{B69DA118-5076-4EF4-B604-E3375EDC9439}" dt="2022-04-12T15:32:02.948" v="824" actId="26606"/>
          <ac:spMkLst>
            <pc:docMk/>
            <pc:sldMk cId="3904398675" sldId="268"/>
            <ac:spMk id="152" creationId="{CFE45BF0-46DB-408C-B5F7-7B11716805D4}"/>
          </ac:spMkLst>
        </pc:spChg>
        <pc:spChg chg="add del">
          <ac:chgData name="Ožbot, Miha" userId="5fdfeab2-e3ac-40dc-9f9d-ac602c9b72a8" providerId="ADAL" clId="{B69DA118-5076-4EF4-B604-E3375EDC9439}" dt="2022-04-12T15:32:02.948" v="824" actId="26606"/>
          <ac:spMkLst>
            <pc:docMk/>
            <pc:sldMk cId="3904398675" sldId="268"/>
            <ac:spMk id="153" creationId="{2AEBC8F2-97B1-41B4-93F1-2D289E197FBA}"/>
          </ac:spMkLst>
        </pc:spChg>
        <pc:spChg chg="add del">
          <ac:chgData name="Ožbot, Miha" userId="5fdfeab2-e3ac-40dc-9f9d-ac602c9b72a8" providerId="ADAL" clId="{B69DA118-5076-4EF4-B604-E3375EDC9439}" dt="2022-04-12T15:32:02.948" v="824" actId="26606"/>
          <ac:spMkLst>
            <pc:docMk/>
            <pc:sldMk cId="3904398675" sldId="268"/>
            <ac:spMk id="154" creationId="{472E3A19-F5D5-48FC-BB9C-48C2F68F598B}"/>
          </ac:spMkLst>
        </pc:spChg>
        <pc:spChg chg="add del">
          <ac:chgData name="Ožbot, Miha" userId="5fdfeab2-e3ac-40dc-9f9d-ac602c9b72a8" providerId="ADAL" clId="{B69DA118-5076-4EF4-B604-E3375EDC9439}" dt="2022-04-12T15:32:02.948" v="824" actId="26606"/>
          <ac:spMkLst>
            <pc:docMk/>
            <pc:sldMk cId="3904398675" sldId="268"/>
            <ac:spMk id="155" creationId="{7A62E32F-BB65-43A8-8EB5-92346890E549}"/>
          </ac:spMkLst>
        </pc:spChg>
        <pc:spChg chg="add del">
          <ac:chgData name="Ožbot, Miha" userId="5fdfeab2-e3ac-40dc-9f9d-ac602c9b72a8" providerId="ADAL" clId="{B69DA118-5076-4EF4-B604-E3375EDC9439}" dt="2022-04-12T15:32:02.948" v="824" actId="26606"/>
          <ac:spMkLst>
            <pc:docMk/>
            <pc:sldMk cId="3904398675" sldId="268"/>
            <ac:spMk id="156" creationId="{14E91B64-9FCC-451E-AFB4-A827D6329367}"/>
          </ac:spMkLst>
        </pc:spChg>
        <pc:spChg chg="add del">
          <ac:chgData name="Ožbot, Miha" userId="5fdfeab2-e3ac-40dc-9f9d-ac602c9b72a8" providerId="ADAL" clId="{B69DA118-5076-4EF4-B604-E3375EDC9439}" dt="2022-04-12T15:32:02.948" v="824" actId="26606"/>
          <ac:spMkLst>
            <pc:docMk/>
            <pc:sldMk cId="3904398675" sldId="268"/>
            <ac:spMk id="157" creationId="{E0BEF5DF-8F40-4BAD-97E9-BA7D1BA9D39E}"/>
          </ac:spMkLst>
        </pc:spChg>
        <pc:spChg chg="add del">
          <ac:chgData name="Ožbot, Miha" userId="5fdfeab2-e3ac-40dc-9f9d-ac602c9b72a8" providerId="ADAL" clId="{B69DA118-5076-4EF4-B604-E3375EDC9439}" dt="2022-04-12T15:32:03.900" v="826" actId="26606"/>
          <ac:spMkLst>
            <pc:docMk/>
            <pc:sldMk cId="3904398675" sldId="268"/>
            <ac:spMk id="159" creationId="{7CB4857B-ED7C-444D-9F04-2F885114A1C2}"/>
          </ac:spMkLst>
        </pc:spChg>
        <pc:spChg chg="add del">
          <ac:chgData name="Ožbot, Miha" userId="5fdfeab2-e3ac-40dc-9f9d-ac602c9b72a8" providerId="ADAL" clId="{B69DA118-5076-4EF4-B604-E3375EDC9439}" dt="2022-04-12T15:32:03.900" v="826" actId="26606"/>
          <ac:spMkLst>
            <pc:docMk/>
            <pc:sldMk cId="3904398675" sldId="268"/>
            <ac:spMk id="160" creationId="{D18046FB-44EA-4FD8-A585-EA09A319B2D0}"/>
          </ac:spMkLst>
        </pc:spChg>
        <pc:spChg chg="add del">
          <ac:chgData name="Ožbot, Miha" userId="5fdfeab2-e3ac-40dc-9f9d-ac602c9b72a8" providerId="ADAL" clId="{B69DA118-5076-4EF4-B604-E3375EDC9439}" dt="2022-04-12T15:32:03.900" v="826" actId="26606"/>
          <ac:spMkLst>
            <pc:docMk/>
            <pc:sldMk cId="3904398675" sldId="268"/>
            <ac:spMk id="161" creationId="{479F5F2B-8B58-4140-AE6A-51F6C67B18D9}"/>
          </ac:spMkLst>
        </pc:spChg>
        <pc:spChg chg="add del">
          <ac:chgData name="Ožbot, Miha" userId="5fdfeab2-e3ac-40dc-9f9d-ac602c9b72a8" providerId="ADAL" clId="{B69DA118-5076-4EF4-B604-E3375EDC9439}" dt="2022-04-12T15:32:03.900" v="826" actId="26606"/>
          <ac:spMkLst>
            <pc:docMk/>
            <pc:sldMk cId="3904398675" sldId="268"/>
            <ac:spMk id="162" creationId="{E0BEF5DF-8F40-4BAD-97E9-BA7D1BA9D39E}"/>
          </ac:spMkLst>
        </pc:spChg>
        <pc:spChg chg="add del">
          <ac:chgData name="Ožbot, Miha" userId="5fdfeab2-e3ac-40dc-9f9d-ac602c9b72a8" providerId="ADAL" clId="{B69DA118-5076-4EF4-B604-E3375EDC9439}" dt="2022-04-12T15:32:04.677" v="828" actId="26606"/>
          <ac:spMkLst>
            <pc:docMk/>
            <pc:sldMk cId="3904398675" sldId="268"/>
            <ac:spMk id="164" creationId="{C7FA33FF-088D-4F16-95A2-2C64D353DEA8}"/>
          </ac:spMkLst>
        </pc:spChg>
        <pc:spChg chg="add del">
          <ac:chgData name="Ožbot, Miha" userId="5fdfeab2-e3ac-40dc-9f9d-ac602c9b72a8" providerId="ADAL" clId="{B69DA118-5076-4EF4-B604-E3375EDC9439}" dt="2022-04-12T15:32:04.677" v="828" actId="26606"/>
          <ac:spMkLst>
            <pc:docMk/>
            <pc:sldMk cId="3904398675" sldId="268"/>
            <ac:spMk id="165" creationId="{A376EFB1-01CF-419F-ABF1-2AF02BBFCBD1}"/>
          </ac:spMkLst>
        </pc:spChg>
        <pc:spChg chg="add del">
          <ac:chgData name="Ožbot, Miha" userId="5fdfeab2-e3ac-40dc-9f9d-ac602c9b72a8" providerId="ADAL" clId="{B69DA118-5076-4EF4-B604-E3375EDC9439}" dt="2022-04-12T15:32:04.677" v="828" actId="26606"/>
          <ac:spMkLst>
            <pc:docMk/>
            <pc:sldMk cId="3904398675" sldId="268"/>
            <ac:spMk id="166" creationId="{FF9DEA15-78BD-4750-AA18-B9F28A6D5AB8}"/>
          </ac:spMkLst>
        </pc:spChg>
        <pc:spChg chg="add del">
          <ac:chgData name="Ožbot, Miha" userId="5fdfeab2-e3ac-40dc-9f9d-ac602c9b72a8" providerId="ADAL" clId="{B69DA118-5076-4EF4-B604-E3375EDC9439}" dt="2022-04-12T15:32:04.677" v="828" actId="26606"/>
          <ac:spMkLst>
            <pc:docMk/>
            <pc:sldMk cId="3904398675" sldId="268"/>
            <ac:spMk id="167" creationId="{E0BEF5DF-8F40-4BAD-97E9-BA7D1BA9D39E}"/>
          </ac:spMkLst>
        </pc:spChg>
        <pc:spChg chg="add del">
          <ac:chgData name="Ožbot, Miha" userId="5fdfeab2-e3ac-40dc-9f9d-ac602c9b72a8" providerId="ADAL" clId="{B69DA118-5076-4EF4-B604-E3375EDC9439}" dt="2022-04-12T15:32:06.036" v="830" actId="26606"/>
          <ac:spMkLst>
            <pc:docMk/>
            <pc:sldMk cId="3904398675" sldId="268"/>
            <ac:spMk id="169" creationId="{100EDD19-6802-4EC3-95CE-CFFAB042CFD6}"/>
          </ac:spMkLst>
        </pc:spChg>
        <pc:spChg chg="add del">
          <ac:chgData name="Ožbot, Miha" userId="5fdfeab2-e3ac-40dc-9f9d-ac602c9b72a8" providerId="ADAL" clId="{B69DA118-5076-4EF4-B604-E3375EDC9439}" dt="2022-04-12T15:32:06.036" v="830" actId="26606"/>
          <ac:spMkLst>
            <pc:docMk/>
            <pc:sldMk cId="3904398675" sldId="268"/>
            <ac:spMk id="170" creationId="{DB17E863-922E-4C26-BD64-E8FD41D28661}"/>
          </ac:spMkLst>
        </pc:spChg>
        <pc:spChg chg="add del">
          <ac:chgData name="Ožbot, Miha" userId="5fdfeab2-e3ac-40dc-9f9d-ac602c9b72a8" providerId="ADAL" clId="{B69DA118-5076-4EF4-B604-E3375EDC9439}" dt="2022-04-12T15:32:06.036" v="830" actId="26606"/>
          <ac:spMkLst>
            <pc:docMk/>
            <pc:sldMk cId="3904398675" sldId="268"/>
            <ac:spMk id="171" creationId="{E0BEF5DF-8F40-4BAD-97E9-BA7D1BA9D39E}"/>
          </ac:spMkLst>
        </pc:spChg>
        <pc:spChg chg="add del">
          <ac:chgData name="Ožbot, Miha" userId="5fdfeab2-e3ac-40dc-9f9d-ac602c9b72a8" providerId="ADAL" clId="{B69DA118-5076-4EF4-B604-E3375EDC9439}" dt="2022-04-12T15:32:06.389" v="832" actId="26606"/>
          <ac:spMkLst>
            <pc:docMk/>
            <pc:sldMk cId="3904398675" sldId="268"/>
            <ac:spMk id="173" creationId="{C9A36457-A5F4-4103-A443-02581C09185B}"/>
          </ac:spMkLst>
        </pc:spChg>
        <pc:spChg chg="add del">
          <ac:chgData name="Ožbot, Miha" userId="5fdfeab2-e3ac-40dc-9f9d-ac602c9b72a8" providerId="ADAL" clId="{B69DA118-5076-4EF4-B604-E3375EDC9439}" dt="2022-04-12T15:32:06.389" v="832" actId="26606"/>
          <ac:spMkLst>
            <pc:docMk/>
            <pc:sldMk cId="3904398675" sldId="268"/>
            <ac:spMk id="174" creationId="{DC5FB7E8-B636-40FA-BE8D-48145C0F5C57}"/>
          </ac:spMkLst>
        </pc:spChg>
        <pc:spChg chg="add del">
          <ac:chgData name="Ožbot, Miha" userId="5fdfeab2-e3ac-40dc-9f9d-ac602c9b72a8" providerId="ADAL" clId="{B69DA118-5076-4EF4-B604-E3375EDC9439}" dt="2022-04-12T15:32:06.389" v="832" actId="26606"/>
          <ac:spMkLst>
            <pc:docMk/>
            <pc:sldMk cId="3904398675" sldId="268"/>
            <ac:spMk id="175" creationId="{E0BEF5DF-8F40-4BAD-97E9-BA7D1BA9D39E}"/>
          </ac:spMkLst>
        </pc:spChg>
        <pc:spChg chg="add del">
          <ac:chgData name="Ožbot, Miha" userId="5fdfeab2-e3ac-40dc-9f9d-ac602c9b72a8" providerId="ADAL" clId="{B69DA118-5076-4EF4-B604-E3375EDC9439}" dt="2022-04-12T15:32:06.389" v="832" actId="26606"/>
          <ac:spMkLst>
            <pc:docMk/>
            <pc:sldMk cId="3904398675" sldId="268"/>
            <ac:spMk id="176" creationId="{142DCE2C-2863-46FA-9BE7-24365A24D9BA}"/>
          </ac:spMkLst>
        </pc:spChg>
        <pc:spChg chg="add del">
          <ac:chgData name="Ožbot, Miha" userId="5fdfeab2-e3ac-40dc-9f9d-ac602c9b72a8" providerId="ADAL" clId="{B69DA118-5076-4EF4-B604-E3375EDC9439}" dt="2022-04-12T15:32:08.645" v="834" actId="26606"/>
          <ac:spMkLst>
            <pc:docMk/>
            <pc:sldMk cId="3904398675" sldId="268"/>
            <ac:spMk id="178" creationId="{09588DA8-065E-4F6F-8EFD-43104AB2E0CF}"/>
          </ac:spMkLst>
        </pc:spChg>
        <pc:spChg chg="add del">
          <ac:chgData name="Ožbot, Miha" userId="5fdfeab2-e3ac-40dc-9f9d-ac602c9b72a8" providerId="ADAL" clId="{B69DA118-5076-4EF4-B604-E3375EDC9439}" dt="2022-04-12T15:32:08.645" v="834" actId="26606"/>
          <ac:spMkLst>
            <pc:docMk/>
            <pc:sldMk cId="3904398675" sldId="268"/>
            <ac:spMk id="179" creationId="{C4285719-470E-454C-AF62-8323075F1F5B}"/>
          </ac:spMkLst>
        </pc:spChg>
        <pc:spChg chg="add del">
          <ac:chgData name="Ožbot, Miha" userId="5fdfeab2-e3ac-40dc-9f9d-ac602c9b72a8" providerId="ADAL" clId="{B69DA118-5076-4EF4-B604-E3375EDC9439}" dt="2022-04-12T15:32:08.645" v="834" actId="26606"/>
          <ac:spMkLst>
            <pc:docMk/>
            <pc:sldMk cId="3904398675" sldId="268"/>
            <ac:spMk id="180" creationId="{CD9FE4EF-C4D8-49A0-B2FF-81D8DB7D8A24}"/>
          </ac:spMkLst>
        </pc:spChg>
        <pc:spChg chg="add del">
          <ac:chgData name="Ožbot, Miha" userId="5fdfeab2-e3ac-40dc-9f9d-ac602c9b72a8" providerId="ADAL" clId="{B69DA118-5076-4EF4-B604-E3375EDC9439}" dt="2022-04-12T15:32:08.645" v="834" actId="26606"/>
          <ac:spMkLst>
            <pc:docMk/>
            <pc:sldMk cId="3904398675" sldId="268"/>
            <ac:spMk id="181" creationId="{4300840D-0A0B-4512-BACA-B439D5B9C57C}"/>
          </ac:spMkLst>
        </pc:spChg>
        <pc:spChg chg="add del">
          <ac:chgData name="Ožbot, Miha" userId="5fdfeab2-e3ac-40dc-9f9d-ac602c9b72a8" providerId="ADAL" clId="{B69DA118-5076-4EF4-B604-E3375EDC9439}" dt="2022-04-12T15:32:08.645" v="834" actId="26606"/>
          <ac:spMkLst>
            <pc:docMk/>
            <pc:sldMk cId="3904398675" sldId="268"/>
            <ac:spMk id="182" creationId="{D2B78728-A580-49A7-84F9-6EF6F583ADE0}"/>
          </ac:spMkLst>
        </pc:spChg>
        <pc:spChg chg="add del">
          <ac:chgData name="Ožbot, Miha" userId="5fdfeab2-e3ac-40dc-9f9d-ac602c9b72a8" providerId="ADAL" clId="{B69DA118-5076-4EF4-B604-E3375EDC9439}" dt="2022-04-12T15:32:08.645" v="834" actId="26606"/>
          <ac:spMkLst>
            <pc:docMk/>
            <pc:sldMk cId="3904398675" sldId="268"/>
            <ac:spMk id="183" creationId="{38FAA1A1-D861-433F-88FA-1E9D6FD31D11}"/>
          </ac:spMkLst>
        </pc:spChg>
        <pc:spChg chg="add del">
          <ac:chgData name="Ožbot, Miha" userId="5fdfeab2-e3ac-40dc-9f9d-ac602c9b72a8" providerId="ADAL" clId="{B69DA118-5076-4EF4-B604-E3375EDC9439}" dt="2022-04-12T15:32:08.645" v="834" actId="26606"/>
          <ac:spMkLst>
            <pc:docMk/>
            <pc:sldMk cId="3904398675" sldId="268"/>
            <ac:spMk id="184" creationId="{8D71EDA1-87BF-4D5D-AB79-F346FD19278A}"/>
          </ac:spMkLst>
        </pc:spChg>
        <pc:spChg chg="add del">
          <ac:chgData name="Ožbot, Miha" userId="5fdfeab2-e3ac-40dc-9f9d-ac602c9b72a8" providerId="ADAL" clId="{B69DA118-5076-4EF4-B604-E3375EDC9439}" dt="2022-04-12T15:32:08.645" v="834" actId="26606"/>
          <ac:spMkLst>
            <pc:docMk/>
            <pc:sldMk cId="3904398675" sldId="268"/>
            <ac:spMk id="185" creationId="{E0BEF5DF-8F40-4BAD-97E9-BA7D1BA9D39E}"/>
          </ac:spMkLst>
        </pc:spChg>
        <pc:spChg chg="add del">
          <ac:chgData name="Ožbot, Miha" userId="5fdfeab2-e3ac-40dc-9f9d-ac602c9b72a8" providerId="ADAL" clId="{B69DA118-5076-4EF4-B604-E3375EDC9439}" dt="2022-04-12T15:32:13.388" v="836" actId="26606"/>
          <ac:spMkLst>
            <pc:docMk/>
            <pc:sldMk cId="3904398675" sldId="268"/>
            <ac:spMk id="187" creationId="{C9A36457-A5F4-4103-A443-02581C09185B}"/>
          </ac:spMkLst>
        </pc:spChg>
        <pc:spChg chg="add del">
          <ac:chgData name="Ožbot, Miha" userId="5fdfeab2-e3ac-40dc-9f9d-ac602c9b72a8" providerId="ADAL" clId="{B69DA118-5076-4EF4-B604-E3375EDC9439}" dt="2022-04-12T15:32:13.388" v="836" actId="26606"/>
          <ac:spMkLst>
            <pc:docMk/>
            <pc:sldMk cId="3904398675" sldId="268"/>
            <ac:spMk id="188" creationId="{DC5FB7E8-B636-40FA-BE8D-48145C0F5C57}"/>
          </ac:spMkLst>
        </pc:spChg>
        <pc:spChg chg="add del">
          <ac:chgData name="Ožbot, Miha" userId="5fdfeab2-e3ac-40dc-9f9d-ac602c9b72a8" providerId="ADAL" clId="{B69DA118-5076-4EF4-B604-E3375EDC9439}" dt="2022-04-12T15:32:13.388" v="836" actId="26606"/>
          <ac:spMkLst>
            <pc:docMk/>
            <pc:sldMk cId="3904398675" sldId="268"/>
            <ac:spMk id="189" creationId="{E0BEF5DF-8F40-4BAD-97E9-BA7D1BA9D39E}"/>
          </ac:spMkLst>
        </pc:spChg>
        <pc:spChg chg="add del">
          <ac:chgData name="Ožbot, Miha" userId="5fdfeab2-e3ac-40dc-9f9d-ac602c9b72a8" providerId="ADAL" clId="{B69DA118-5076-4EF4-B604-E3375EDC9439}" dt="2022-04-12T15:32:13.388" v="836" actId="26606"/>
          <ac:spMkLst>
            <pc:docMk/>
            <pc:sldMk cId="3904398675" sldId="268"/>
            <ac:spMk id="190" creationId="{142DCE2C-2863-46FA-9BE7-24365A24D9BA}"/>
          </ac:spMkLst>
        </pc:spChg>
        <pc:spChg chg="add del">
          <ac:chgData name="Ožbot, Miha" userId="5fdfeab2-e3ac-40dc-9f9d-ac602c9b72a8" providerId="ADAL" clId="{B69DA118-5076-4EF4-B604-E3375EDC9439}" dt="2022-04-12T15:32:14.563" v="838" actId="26606"/>
          <ac:spMkLst>
            <pc:docMk/>
            <pc:sldMk cId="3904398675" sldId="268"/>
            <ac:spMk id="192" creationId="{1B15ED52-F352-441B-82BF-E0EA34836D08}"/>
          </ac:spMkLst>
        </pc:spChg>
        <pc:spChg chg="add del">
          <ac:chgData name="Ožbot, Miha" userId="5fdfeab2-e3ac-40dc-9f9d-ac602c9b72a8" providerId="ADAL" clId="{B69DA118-5076-4EF4-B604-E3375EDC9439}" dt="2022-04-12T15:32:14.563" v="838" actId="26606"/>
          <ac:spMkLst>
            <pc:docMk/>
            <pc:sldMk cId="3904398675" sldId="268"/>
            <ac:spMk id="193" creationId="{3B2E3793-BFE6-45A2-9B7B-E18844431C99}"/>
          </ac:spMkLst>
        </pc:spChg>
        <pc:spChg chg="add del">
          <ac:chgData name="Ožbot, Miha" userId="5fdfeab2-e3ac-40dc-9f9d-ac602c9b72a8" providerId="ADAL" clId="{B69DA118-5076-4EF4-B604-E3375EDC9439}" dt="2022-04-12T15:32:14.563" v="838" actId="26606"/>
          <ac:spMkLst>
            <pc:docMk/>
            <pc:sldMk cId="3904398675" sldId="268"/>
            <ac:spMk id="194" creationId="{BC4C4868-CB8F-4AF9-9CDB-8108F2C19B67}"/>
          </ac:spMkLst>
        </pc:spChg>
        <pc:spChg chg="add del">
          <ac:chgData name="Ožbot, Miha" userId="5fdfeab2-e3ac-40dc-9f9d-ac602c9b72a8" providerId="ADAL" clId="{B69DA118-5076-4EF4-B604-E3375EDC9439}" dt="2022-04-12T15:32:14.563" v="838" actId="26606"/>
          <ac:spMkLst>
            <pc:docMk/>
            <pc:sldMk cId="3904398675" sldId="268"/>
            <ac:spMk id="195" creationId="{375E0459-6403-40CD-989D-56A4407CA12E}"/>
          </ac:spMkLst>
        </pc:spChg>
        <pc:spChg chg="add del">
          <ac:chgData name="Ožbot, Miha" userId="5fdfeab2-e3ac-40dc-9f9d-ac602c9b72a8" providerId="ADAL" clId="{B69DA118-5076-4EF4-B604-E3375EDC9439}" dt="2022-04-12T15:32:14.563" v="838" actId="26606"/>
          <ac:spMkLst>
            <pc:docMk/>
            <pc:sldMk cId="3904398675" sldId="268"/>
            <ac:spMk id="196" creationId="{53E5B1A8-3AC9-4BD1-9BBC-78CA94F2D1BA}"/>
          </ac:spMkLst>
        </pc:spChg>
        <pc:spChg chg="add del">
          <ac:chgData name="Ožbot, Miha" userId="5fdfeab2-e3ac-40dc-9f9d-ac602c9b72a8" providerId="ADAL" clId="{B69DA118-5076-4EF4-B604-E3375EDC9439}" dt="2022-04-12T15:32:14.563" v="838" actId="26606"/>
          <ac:spMkLst>
            <pc:docMk/>
            <pc:sldMk cId="3904398675" sldId="268"/>
            <ac:spMk id="197" creationId="{E0BEF5DF-8F40-4BAD-97E9-BA7D1BA9D39E}"/>
          </ac:spMkLst>
        </pc:spChg>
        <pc:spChg chg="add del">
          <ac:chgData name="Ožbot, Miha" userId="5fdfeab2-e3ac-40dc-9f9d-ac602c9b72a8" providerId="ADAL" clId="{B69DA118-5076-4EF4-B604-E3375EDC9439}" dt="2022-04-12T15:32:15.084" v="840" actId="26606"/>
          <ac:spMkLst>
            <pc:docMk/>
            <pc:sldMk cId="3904398675" sldId="268"/>
            <ac:spMk id="199" creationId="{488333BA-AE6E-427A-9B16-A39C8073F4EB}"/>
          </ac:spMkLst>
        </pc:spChg>
        <pc:spChg chg="add del">
          <ac:chgData name="Ožbot, Miha" userId="5fdfeab2-e3ac-40dc-9f9d-ac602c9b72a8" providerId="ADAL" clId="{B69DA118-5076-4EF4-B604-E3375EDC9439}" dt="2022-04-12T15:32:15.084" v="840" actId="26606"/>
          <ac:spMkLst>
            <pc:docMk/>
            <pc:sldMk cId="3904398675" sldId="268"/>
            <ac:spMk id="200" creationId="{F98ED85F-DCEE-4B50-802E-71A6E3E12B04}"/>
          </ac:spMkLst>
        </pc:spChg>
        <pc:spChg chg="add del">
          <ac:chgData name="Ožbot, Miha" userId="5fdfeab2-e3ac-40dc-9f9d-ac602c9b72a8" providerId="ADAL" clId="{B69DA118-5076-4EF4-B604-E3375EDC9439}" dt="2022-04-12T15:32:15.084" v="840" actId="26606"/>
          <ac:spMkLst>
            <pc:docMk/>
            <pc:sldMk cId="3904398675" sldId="268"/>
            <ac:spMk id="201" creationId="{E0BEF5DF-8F40-4BAD-97E9-BA7D1BA9D39E}"/>
          </ac:spMkLst>
        </pc:spChg>
        <pc:spChg chg="add del">
          <ac:chgData name="Ožbot, Miha" userId="5fdfeab2-e3ac-40dc-9f9d-ac602c9b72a8" providerId="ADAL" clId="{B69DA118-5076-4EF4-B604-E3375EDC9439}" dt="2022-04-12T15:32:15.789" v="842" actId="26606"/>
          <ac:spMkLst>
            <pc:docMk/>
            <pc:sldMk cId="3904398675" sldId="268"/>
            <ac:spMk id="203" creationId="{DEE2AD96-B495-4E06-9291-B71706F728CB}"/>
          </ac:spMkLst>
        </pc:spChg>
        <pc:spChg chg="add del">
          <ac:chgData name="Ožbot, Miha" userId="5fdfeab2-e3ac-40dc-9f9d-ac602c9b72a8" providerId="ADAL" clId="{B69DA118-5076-4EF4-B604-E3375EDC9439}" dt="2022-04-12T15:32:15.789" v="842" actId="26606"/>
          <ac:spMkLst>
            <pc:docMk/>
            <pc:sldMk cId="3904398675" sldId="268"/>
            <ac:spMk id="204" creationId="{53CF6D67-C5A8-4ADD-9E8E-1E38CA1D3166}"/>
          </ac:spMkLst>
        </pc:spChg>
        <pc:spChg chg="add del">
          <ac:chgData name="Ožbot, Miha" userId="5fdfeab2-e3ac-40dc-9f9d-ac602c9b72a8" providerId="ADAL" clId="{B69DA118-5076-4EF4-B604-E3375EDC9439}" dt="2022-04-12T15:32:15.789" v="842" actId="26606"/>
          <ac:spMkLst>
            <pc:docMk/>
            <pc:sldMk cId="3904398675" sldId="268"/>
            <ac:spMk id="205" creationId="{86909FA0-B515-4681-B7A8-FA281D133B94}"/>
          </ac:spMkLst>
        </pc:spChg>
        <pc:spChg chg="add del">
          <ac:chgData name="Ožbot, Miha" userId="5fdfeab2-e3ac-40dc-9f9d-ac602c9b72a8" providerId="ADAL" clId="{B69DA118-5076-4EF4-B604-E3375EDC9439}" dt="2022-04-12T15:32:15.789" v="842" actId="26606"/>
          <ac:spMkLst>
            <pc:docMk/>
            <pc:sldMk cId="3904398675" sldId="268"/>
            <ac:spMk id="206" creationId="{21C9FE86-FCC3-4A31-AA1C-C882262B7FE7}"/>
          </ac:spMkLst>
        </pc:spChg>
        <pc:spChg chg="add del">
          <ac:chgData name="Ožbot, Miha" userId="5fdfeab2-e3ac-40dc-9f9d-ac602c9b72a8" providerId="ADAL" clId="{B69DA118-5076-4EF4-B604-E3375EDC9439}" dt="2022-04-12T15:32:15.789" v="842" actId="26606"/>
          <ac:spMkLst>
            <pc:docMk/>
            <pc:sldMk cId="3904398675" sldId="268"/>
            <ac:spMk id="207" creationId="{7D96243B-ECED-4B71-8E06-AE9A285EAD20}"/>
          </ac:spMkLst>
        </pc:spChg>
        <pc:spChg chg="add del">
          <ac:chgData name="Ožbot, Miha" userId="5fdfeab2-e3ac-40dc-9f9d-ac602c9b72a8" providerId="ADAL" clId="{B69DA118-5076-4EF4-B604-E3375EDC9439}" dt="2022-04-12T15:32:15.789" v="842" actId="26606"/>
          <ac:spMkLst>
            <pc:docMk/>
            <pc:sldMk cId="3904398675" sldId="268"/>
            <ac:spMk id="208" creationId="{A09989E4-EFDC-4A90-A633-E0525FB4139E}"/>
          </ac:spMkLst>
        </pc:spChg>
        <pc:spChg chg="add del">
          <ac:chgData name="Ožbot, Miha" userId="5fdfeab2-e3ac-40dc-9f9d-ac602c9b72a8" providerId="ADAL" clId="{B69DA118-5076-4EF4-B604-E3375EDC9439}" dt="2022-04-12T15:32:15.789" v="842" actId="26606"/>
          <ac:spMkLst>
            <pc:docMk/>
            <pc:sldMk cId="3904398675" sldId="268"/>
            <ac:spMk id="209" creationId="{E0BEF5DF-8F40-4BAD-97E9-BA7D1BA9D39E}"/>
          </ac:spMkLst>
        </pc:spChg>
        <pc:spChg chg="add del">
          <ac:chgData name="Ožbot, Miha" userId="5fdfeab2-e3ac-40dc-9f9d-ac602c9b72a8" providerId="ADAL" clId="{B69DA118-5076-4EF4-B604-E3375EDC9439}" dt="2022-04-12T15:32:16.212" v="844" actId="26606"/>
          <ac:spMkLst>
            <pc:docMk/>
            <pc:sldMk cId="3904398675" sldId="268"/>
            <ac:spMk id="211" creationId="{46D6306C-ED4F-4AAE-B4A5-EEA6AFAD726E}"/>
          </ac:spMkLst>
        </pc:spChg>
        <pc:spChg chg="add del">
          <ac:chgData name="Ožbot, Miha" userId="5fdfeab2-e3ac-40dc-9f9d-ac602c9b72a8" providerId="ADAL" clId="{B69DA118-5076-4EF4-B604-E3375EDC9439}" dt="2022-04-12T15:32:16.212" v="844" actId="26606"/>
          <ac:spMkLst>
            <pc:docMk/>
            <pc:sldMk cId="3904398675" sldId="268"/>
            <ac:spMk id="212" creationId="{0EC5361D-F897-4856-B945-0455A365EB24}"/>
          </ac:spMkLst>
        </pc:spChg>
        <pc:spChg chg="add del">
          <ac:chgData name="Ožbot, Miha" userId="5fdfeab2-e3ac-40dc-9f9d-ac602c9b72a8" providerId="ADAL" clId="{B69DA118-5076-4EF4-B604-E3375EDC9439}" dt="2022-04-12T15:32:16.212" v="844" actId="26606"/>
          <ac:spMkLst>
            <pc:docMk/>
            <pc:sldMk cId="3904398675" sldId="268"/>
            <ac:spMk id="213" creationId="{4508C0C5-2268-42B5-B3C8-4D0899E05F8C}"/>
          </ac:spMkLst>
        </pc:spChg>
        <pc:spChg chg="add del">
          <ac:chgData name="Ožbot, Miha" userId="5fdfeab2-e3ac-40dc-9f9d-ac602c9b72a8" providerId="ADAL" clId="{B69DA118-5076-4EF4-B604-E3375EDC9439}" dt="2022-04-12T15:32:16.212" v="844" actId="26606"/>
          <ac:spMkLst>
            <pc:docMk/>
            <pc:sldMk cId="3904398675" sldId="268"/>
            <ac:spMk id="214" creationId="{141ACBDB-38F8-4B34-8183-BD95B4E55A62}"/>
          </ac:spMkLst>
        </pc:spChg>
        <pc:spChg chg="add del">
          <ac:chgData name="Ožbot, Miha" userId="5fdfeab2-e3ac-40dc-9f9d-ac602c9b72a8" providerId="ADAL" clId="{B69DA118-5076-4EF4-B604-E3375EDC9439}" dt="2022-04-12T15:32:16.212" v="844" actId="26606"/>
          <ac:spMkLst>
            <pc:docMk/>
            <pc:sldMk cId="3904398675" sldId="268"/>
            <ac:spMk id="215" creationId="{DE00DB52-3455-4E2F-867B-A6D0516E175B}"/>
          </ac:spMkLst>
        </pc:spChg>
        <pc:spChg chg="add del">
          <ac:chgData name="Ožbot, Miha" userId="5fdfeab2-e3ac-40dc-9f9d-ac602c9b72a8" providerId="ADAL" clId="{B69DA118-5076-4EF4-B604-E3375EDC9439}" dt="2022-04-12T15:32:16.212" v="844" actId="26606"/>
          <ac:spMkLst>
            <pc:docMk/>
            <pc:sldMk cId="3904398675" sldId="268"/>
            <ac:spMk id="216" creationId="{E0BEF5DF-8F40-4BAD-97E9-BA7D1BA9D39E}"/>
          </ac:spMkLst>
        </pc:spChg>
        <pc:spChg chg="add del">
          <ac:chgData name="Ožbot, Miha" userId="5fdfeab2-e3ac-40dc-9f9d-ac602c9b72a8" providerId="ADAL" clId="{B69DA118-5076-4EF4-B604-E3375EDC9439}" dt="2022-04-12T15:32:16.212" v="844" actId="26606"/>
          <ac:spMkLst>
            <pc:docMk/>
            <pc:sldMk cId="3904398675" sldId="268"/>
            <ac:spMk id="217" creationId="{9E914C83-E0D8-4953-92D5-169D28CB43AE}"/>
          </ac:spMkLst>
        </pc:spChg>
        <pc:spChg chg="add del">
          <ac:chgData name="Ožbot, Miha" userId="5fdfeab2-e3ac-40dc-9f9d-ac602c9b72a8" providerId="ADAL" clId="{B69DA118-5076-4EF4-B604-E3375EDC9439}" dt="2022-04-12T15:32:16.212" v="844" actId="26606"/>
          <ac:spMkLst>
            <pc:docMk/>
            <pc:sldMk cId="3904398675" sldId="268"/>
            <ac:spMk id="218" creationId="{3512E083-F550-46AF-8490-767ECFD00CB7}"/>
          </ac:spMkLst>
        </pc:spChg>
        <pc:spChg chg="add del">
          <ac:chgData name="Ožbot, Miha" userId="5fdfeab2-e3ac-40dc-9f9d-ac602c9b72a8" providerId="ADAL" clId="{B69DA118-5076-4EF4-B604-E3375EDC9439}" dt="2022-04-12T15:32:17.564" v="846" actId="26606"/>
          <ac:spMkLst>
            <pc:docMk/>
            <pc:sldMk cId="3904398675" sldId="268"/>
            <ac:spMk id="220" creationId="{777A147A-9ED8-46B4-8660-1B3C2AA880B5}"/>
          </ac:spMkLst>
        </pc:spChg>
        <pc:spChg chg="add del">
          <ac:chgData name="Ožbot, Miha" userId="5fdfeab2-e3ac-40dc-9f9d-ac602c9b72a8" providerId="ADAL" clId="{B69DA118-5076-4EF4-B604-E3375EDC9439}" dt="2022-04-12T15:32:17.564" v="846" actId="26606"/>
          <ac:spMkLst>
            <pc:docMk/>
            <pc:sldMk cId="3904398675" sldId="268"/>
            <ac:spMk id="221" creationId="{5D6C15A0-C087-4593-8414-2B4EC1CDC3DE}"/>
          </ac:spMkLst>
        </pc:spChg>
        <pc:spChg chg="add del">
          <ac:chgData name="Ožbot, Miha" userId="5fdfeab2-e3ac-40dc-9f9d-ac602c9b72a8" providerId="ADAL" clId="{B69DA118-5076-4EF4-B604-E3375EDC9439}" dt="2022-04-12T15:32:17.564" v="846" actId="26606"/>
          <ac:spMkLst>
            <pc:docMk/>
            <pc:sldMk cId="3904398675" sldId="268"/>
            <ac:spMk id="222" creationId="{E0BEF5DF-8F40-4BAD-97E9-BA7D1BA9D39E}"/>
          </ac:spMkLst>
        </pc:spChg>
        <pc:spChg chg="add del">
          <ac:chgData name="Ožbot, Miha" userId="5fdfeab2-e3ac-40dc-9f9d-ac602c9b72a8" providerId="ADAL" clId="{B69DA118-5076-4EF4-B604-E3375EDC9439}" dt="2022-04-12T15:32:19.043" v="848" actId="26606"/>
          <ac:spMkLst>
            <pc:docMk/>
            <pc:sldMk cId="3904398675" sldId="268"/>
            <ac:spMk id="224" creationId="{1B15ED52-F352-441B-82BF-E0EA34836D08}"/>
          </ac:spMkLst>
        </pc:spChg>
        <pc:spChg chg="add del">
          <ac:chgData name="Ožbot, Miha" userId="5fdfeab2-e3ac-40dc-9f9d-ac602c9b72a8" providerId="ADAL" clId="{B69DA118-5076-4EF4-B604-E3375EDC9439}" dt="2022-04-12T15:32:19.043" v="848" actId="26606"/>
          <ac:spMkLst>
            <pc:docMk/>
            <pc:sldMk cId="3904398675" sldId="268"/>
            <ac:spMk id="225" creationId="{3B2E3793-BFE6-45A2-9B7B-E18844431C99}"/>
          </ac:spMkLst>
        </pc:spChg>
        <pc:spChg chg="add del">
          <ac:chgData name="Ožbot, Miha" userId="5fdfeab2-e3ac-40dc-9f9d-ac602c9b72a8" providerId="ADAL" clId="{B69DA118-5076-4EF4-B604-E3375EDC9439}" dt="2022-04-12T15:32:19.043" v="848" actId="26606"/>
          <ac:spMkLst>
            <pc:docMk/>
            <pc:sldMk cId="3904398675" sldId="268"/>
            <ac:spMk id="226" creationId="{BC4C4868-CB8F-4AF9-9CDB-8108F2C19B67}"/>
          </ac:spMkLst>
        </pc:spChg>
        <pc:spChg chg="add del">
          <ac:chgData name="Ožbot, Miha" userId="5fdfeab2-e3ac-40dc-9f9d-ac602c9b72a8" providerId="ADAL" clId="{B69DA118-5076-4EF4-B604-E3375EDC9439}" dt="2022-04-12T15:32:19.043" v="848" actId="26606"/>
          <ac:spMkLst>
            <pc:docMk/>
            <pc:sldMk cId="3904398675" sldId="268"/>
            <ac:spMk id="227" creationId="{375E0459-6403-40CD-989D-56A4407CA12E}"/>
          </ac:spMkLst>
        </pc:spChg>
        <pc:spChg chg="add del">
          <ac:chgData name="Ožbot, Miha" userId="5fdfeab2-e3ac-40dc-9f9d-ac602c9b72a8" providerId="ADAL" clId="{B69DA118-5076-4EF4-B604-E3375EDC9439}" dt="2022-04-12T15:32:19.043" v="848" actId="26606"/>
          <ac:spMkLst>
            <pc:docMk/>
            <pc:sldMk cId="3904398675" sldId="268"/>
            <ac:spMk id="228" creationId="{53E5B1A8-3AC9-4BD1-9BBC-78CA94F2D1BA}"/>
          </ac:spMkLst>
        </pc:spChg>
        <pc:spChg chg="add del">
          <ac:chgData name="Ožbot, Miha" userId="5fdfeab2-e3ac-40dc-9f9d-ac602c9b72a8" providerId="ADAL" clId="{B69DA118-5076-4EF4-B604-E3375EDC9439}" dt="2022-04-12T15:32:19.043" v="848" actId="26606"/>
          <ac:spMkLst>
            <pc:docMk/>
            <pc:sldMk cId="3904398675" sldId="268"/>
            <ac:spMk id="229" creationId="{E0BEF5DF-8F40-4BAD-97E9-BA7D1BA9D39E}"/>
          </ac:spMkLst>
        </pc:spChg>
        <pc:spChg chg="add del">
          <ac:chgData name="Ožbot, Miha" userId="5fdfeab2-e3ac-40dc-9f9d-ac602c9b72a8" providerId="ADAL" clId="{B69DA118-5076-4EF4-B604-E3375EDC9439}" dt="2022-04-12T15:32:19.757" v="850" actId="26606"/>
          <ac:spMkLst>
            <pc:docMk/>
            <pc:sldMk cId="3904398675" sldId="268"/>
            <ac:spMk id="231" creationId="{777A147A-9ED8-46B4-8660-1B3C2AA880B5}"/>
          </ac:spMkLst>
        </pc:spChg>
        <pc:spChg chg="add del">
          <ac:chgData name="Ožbot, Miha" userId="5fdfeab2-e3ac-40dc-9f9d-ac602c9b72a8" providerId="ADAL" clId="{B69DA118-5076-4EF4-B604-E3375EDC9439}" dt="2022-04-12T15:32:19.757" v="850" actId="26606"/>
          <ac:spMkLst>
            <pc:docMk/>
            <pc:sldMk cId="3904398675" sldId="268"/>
            <ac:spMk id="232" creationId="{5D6C15A0-C087-4593-8414-2B4EC1CDC3DE}"/>
          </ac:spMkLst>
        </pc:spChg>
        <pc:spChg chg="add del">
          <ac:chgData name="Ožbot, Miha" userId="5fdfeab2-e3ac-40dc-9f9d-ac602c9b72a8" providerId="ADAL" clId="{B69DA118-5076-4EF4-B604-E3375EDC9439}" dt="2022-04-12T15:32:19.757" v="850" actId="26606"/>
          <ac:spMkLst>
            <pc:docMk/>
            <pc:sldMk cId="3904398675" sldId="268"/>
            <ac:spMk id="233" creationId="{E0BEF5DF-8F40-4BAD-97E9-BA7D1BA9D39E}"/>
          </ac:spMkLst>
        </pc:spChg>
        <pc:spChg chg="add del">
          <ac:chgData name="Ožbot, Miha" userId="5fdfeab2-e3ac-40dc-9f9d-ac602c9b72a8" providerId="ADAL" clId="{B69DA118-5076-4EF4-B604-E3375EDC9439}" dt="2022-04-12T15:32:20.764" v="852" actId="26606"/>
          <ac:spMkLst>
            <pc:docMk/>
            <pc:sldMk cId="3904398675" sldId="268"/>
            <ac:spMk id="235" creationId="{46D6306C-ED4F-4AAE-B4A5-EEA6AFAD726E}"/>
          </ac:spMkLst>
        </pc:spChg>
        <pc:spChg chg="add del">
          <ac:chgData name="Ožbot, Miha" userId="5fdfeab2-e3ac-40dc-9f9d-ac602c9b72a8" providerId="ADAL" clId="{B69DA118-5076-4EF4-B604-E3375EDC9439}" dt="2022-04-12T15:32:20.764" v="852" actId="26606"/>
          <ac:spMkLst>
            <pc:docMk/>
            <pc:sldMk cId="3904398675" sldId="268"/>
            <ac:spMk id="236" creationId="{0EC5361D-F897-4856-B945-0455A365EB24}"/>
          </ac:spMkLst>
        </pc:spChg>
        <pc:spChg chg="add del">
          <ac:chgData name="Ožbot, Miha" userId="5fdfeab2-e3ac-40dc-9f9d-ac602c9b72a8" providerId="ADAL" clId="{B69DA118-5076-4EF4-B604-E3375EDC9439}" dt="2022-04-12T15:32:20.764" v="852" actId="26606"/>
          <ac:spMkLst>
            <pc:docMk/>
            <pc:sldMk cId="3904398675" sldId="268"/>
            <ac:spMk id="237" creationId="{4508C0C5-2268-42B5-B3C8-4D0899E05F8C}"/>
          </ac:spMkLst>
        </pc:spChg>
        <pc:spChg chg="add del">
          <ac:chgData name="Ožbot, Miha" userId="5fdfeab2-e3ac-40dc-9f9d-ac602c9b72a8" providerId="ADAL" clId="{B69DA118-5076-4EF4-B604-E3375EDC9439}" dt="2022-04-12T15:32:20.764" v="852" actId="26606"/>
          <ac:spMkLst>
            <pc:docMk/>
            <pc:sldMk cId="3904398675" sldId="268"/>
            <ac:spMk id="238" creationId="{141ACBDB-38F8-4B34-8183-BD95B4E55A62}"/>
          </ac:spMkLst>
        </pc:spChg>
        <pc:spChg chg="add del">
          <ac:chgData name="Ožbot, Miha" userId="5fdfeab2-e3ac-40dc-9f9d-ac602c9b72a8" providerId="ADAL" clId="{B69DA118-5076-4EF4-B604-E3375EDC9439}" dt="2022-04-12T15:32:20.764" v="852" actId="26606"/>
          <ac:spMkLst>
            <pc:docMk/>
            <pc:sldMk cId="3904398675" sldId="268"/>
            <ac:spMk id="239" creationId="{DE00DB52-3455-4E2F-867B-A6D0516E175B}"/>
          </ac:spMkLst>
        </pc:spChg>
        <pc:spChg chg="add del">
          <ac:chgData name="Ožbot, Miha" userId="5fdfeab2-e3ac-40dc-9f9d-ac602c9b72a8" providerId="ADAL" clId="{B69DA118-5076-4EF4-B604-E3375EDC9439}" dt="2022-04-12T15:32:20.764" v="852" actId="26606"/>
          <ac:spMkLst>
            <pc:docMk/>
            <pc:sldMk cId="3904398675" sldId="268"/>
            <ac:spMk id="240" creationId="{E0BEF5DF-8F40-4BAD-97E9-BA7D1BA9D39E}"/>
          </ac:spMkLst>
        </pc:spChg>
        <pc:spChg chg="add del">
          <ac:chgData name="Ožbot, Miha" userId="5fdfeab2-e3ac-40dc-9f9d-ac602c9b72a8" providerId="ADAL" clId="{B69DA118-5076-4EF4-B604-E3375EDC9439}" dt="2022-04-12T15:32:20.764" v="852" actId="26606"/>
          <ac:spMkLst>
            <pc:docMk/>
            <pc:sldMk cId="3904398675" sldId="268"/>
            <ac:spMk id="241" creationId="{9E914C83-E0D8-4953-92D5-169D28CB43AE}"/>
          </ac:spMkLst>
        </pc:spChg>
        <pc:spChg chg="add del">
          <ac:chgData name="Ožbot, Miha" userId="5fdfeab2-e3ac-40dc-9f9d-ac602c9b72a8" providerId="ADAL" clId="{B69DA118-5076-4EF4-B604-E3375EDC9439}" dt="2022-04-12T15:32:20.764" v="852" actId="26606"/>
          <ac:spMkLst>
            <pc:docMk/>
            <pc:sldMk cId="3904398675" sldId="268"/>
            <ac:spMk id="242" creationId="{3512E083-F550-46AF-8490-767ECFD00CB7}"/>
          </ac:spMkLst>
        </pc:spChg>
        <pc:spChg chg="add del">
          <ac:chgData name="Ožbot, Miha" userId="5fdfeab2-e3ac-40dc-9f9d-ac602c9b72a8" providerId="ADAL" clId="{B69DA118-5076-4EF4-B604-E3375EDC9439}" dt="2022-04-12T15:32:24.212" v="854" actId="26606"/>
          <ac:spMkLst>
            <pc:docMk/>
            <pc:sldMk cId="3904398675" sldId="268"/>
            <ac:spMk id="244" creationId="{777A147A-9ED8-46B4-8660-1B3C2AA880B5}"/>
          </ac:spMkLst>
        </pc:spChg>
        <pc:spChg chg="add del">
          <ac:chgData name="Ožbot, Miha" userId="5fdfeab2-e3ac-40dc-9f9d-ac602c9b72a8" providerId="ADAL" clId="{B69DA118-5076-4EF4-B604-E3375EDC9439}" dt="2022-04-12T15:32:24.212" v="854" actId="26606"/>
          <ac:spMkLst>
            <pc:docMk/>
            <pc:sldMk cId="3904398675" sldId="268"/>
            <ac:spMk id="245" creationId="{5D6C15A0-C087-4593-8414-2B4EC1CDC3DE}"/>
          </ac:spMkLst>
        </pc:spChg>
        <pc:spChg chg="add del">
          <ac:chgData name="Ožbot, Miha" userId="5fdfeab2-e3ac-40dc-9f9d-ac602c9b72a8" providerId="ADAL" clId="{B69DA118-5076-4EF4-B604-E3375EDC9439}" dt="2022-04-12T15:32:24.212" v="854" actId="26606"/>
          <ac:spMkLst>
            <pc:docMk/>
            <pc:sldMk cId="3904398675" sldId="268"/>
            <ac:spMk id="246" creationId="{E0BEF5DF-8F40-4BAD-97E9-BA7D1BA9D39E}"/>
          </ac:spMkLst>
        </pc:spChg>
        <pc:spChg chg="add del">
          <ac:chgData name="Ožbot, Miha" userId="5fdfeab2-e3ac-40dc-9f9d-ac602c9b72a8" providerId="ADAL" clId="{B69DA118-5076-4EF4-B604-E3375EDC9439}" dt="2022-04-12T15:32:24.763" v="856" actId="26606"/>
          <ac:spMkLst>
            <pc:docMk/>
            <pc:sldMk cId="3904398675" sldId="268"/>
            <ac:spMk id="248" creationId="{DEE2AD96-B495-4E06-9291-B71706F728CB}"/>
          </ac:spMkLst>
        </pc:spChg>
        <pc:spChg chg="add del">
          <ac:chgData name="Ožbot, Miha" userId="5fdfeab2-e3ac-40dc-9f9d-ac602c9b72a8" providerId="ADAL" clId="{B69DA118-5076-4EF4-B604-E3375EDC9439}" dt="2022-04-12T15:32:24.763" v="856" actId="26606"/>
          <ac:spMkLst>
            <pc:docMk/>
            <pc:sldMk cId="3904398675" sldId="268"/>
            <ac:spMk id="249" creationId="{53CF6D67-C5A8-4ADD-9E8E-1E38CA1D3166}"/>
          </ac:spMkLst>
        </pc:spChg>
        <pc:spChg chg="add del">
          <ac:chgData name="Ožbot, Miha" userId="5fdfeab2-e3ac-40dc-9f9d-ac602c9b72a8" providerId="ADAL" clId="{B69DA118-5076-4EF4-B604-E3375EDC9439}" dt="2022-04-12T15:32:24.763" v="856" actId="26606"/>
          <ac:spMkLst>
            <pc:docMk/>
            <pc:sldMk cId="3904398675" sldId="268"/>
            <ac:spMk id="250" creationId="{86909FA0-B515-4681-B7A8-FA281D133B94}"/>
          </ac:spMkLst>
        </pc:spChg>
        <pc:spChg chg="add del">
          <ac:chgData name="Ožbot, Miha" userId="5fdfeab2-e3ac-40dc-9f9d-ac602c9b72a8" providerId="ADAL" clId="{B69DA118-5076-4EF4-B604-E3375EDC9439}" dt="2022-04-12T15:32:24.763" v="856" actId="26606"/>
          <ac:spMkLst>
            <pc:docMk/>
            <pc:sldMk cId="3904398675" sldId="268"/>
            <ac:spMk id="251" creationId="{21C9FE86-FCC3-4A31-AA1C-C882262B7FE7}"/>
          </ac:spMkLst>
        </pc:spChg>
        <pc:spChg chg="add del">
          <ac:chgData name="Ožbot, Miha" userId="5fdfeab2-e3ac-40dc-9f9d-ac602c9b72a8" providerId="ADAL" clId="{B69DA118-5076-4EF4-B604-E3375EDC9439}" dt="2022-04-12T15:32:24.763" v="856" actId="26606"/>
          <ac:spMkLst>
            <pc:docMk/>
            <pc:sldMk cId="3904398675" sldId="268"/>
            <ac:spMk id="252" creationId="{7D96243B-ECED-4B71-8E06-AE9A285EAD20}"/>
          </ac:spMkLst>
        </pc:spChg>
        <pc:spChg chg="add del">
          <ac:chgData name="Ožbot, Miha" userId="5fdfeab2-e3ac-40dc-9f9d-ac602c9b72a8" providerId="ADAL" clId="{B69DA118-5076-4EF4-B604-E3375EDC9439}" dt="2022-04-12T15:32:24.763" v="856" actId="26606"/>
          <ac:spMkLst>
            <pc:docMk/>
            <pc:sldMk cId="3904398675" sldId="268"/>
            <ac:spMk id="253" creationId="{A09989E4-EFDC-4A90-A633-E0525FB4139E}"/>
          </ac:spMkLst>
        </pc:spChg>
        <pc:spChg chg="add del">
          <ac:chgData name="Ožbot, Miha" userId="5fdfeab2-e3ac-40dc-9f9d-ac602c9b72a8" providerId="ADAL" clId="{B69DA118-5076-4EF4-B604-E3375EDC9439}" dt="2022-04-12T15:32:24.763" v="856" actId="26606"/>
          <ac:spMkLst>
            <pc:docMk/>
            <pc:sldMk cId="3904398675" sldId="268"/>
            <ac:spMk id="254" creationId="{E0BEF5DF-8F40-4BAD-97E9-BA7D1BA9D39E}"/>
          </ac:spMkLst>
        </pc:spChg>
        <pc:spChg chg="add del">
          <ac:chgData name="Ožbot, Miha" userId="5fdfeab2-e3ac-40dc-9f9d-ac602c9b72a8" providerId="ADAL" clId="{B69DA118-5076-4EF4-B604-E3375EDC9439}" dt="2022-04-12T15:32:26.635" v="858" actId="26606"/>
          <ac:spMkLst>
            <pc:docMk/>
            <pc:sldMk cId="3904398675" sldId="268"/>
            <ac:spMk id="256" creationId="{488333BA-AE6E-427A-9B16-A39C8073F4EB}"/>
          </ac:spMkLst>
        </pc:spChg>
        <pc:spChg chg="add del">
          <ac:chgData name="Ožbot, Miha" userId="5fdfeab2-e3ac-40dc-9f9d-ac602c9b72a8" providerId="ADAL" clId="{B69DA118-5076-4EF4-B604-E3375EDC9439}" dt="2022-04-12T15:32:26.635" v="858" actId="26606"/>
          <ac:spMkLst>
            <pc:docMk/>
            <pc:sldMk cId="3904398675" sldId="268"/>
            <ac:spMk id="257" creationId="{F98ED85F-DCEE-4B50-802E-71A6E3E12B04}"/>
          </ac:spMkLst>
        </pc:spChg>
        <pc:spChg chg="add del">
          <ac:chgData name="Ožbot, Miha" userId="5fdfeab2-e3ac-40dc-9f9d-ac602c9b72a8" providerId="ADAL" clId="{B69DA118-5076-4EF4-B604-E3375EDC9439}" dt="2022-04-12T15:32:26.635" v="858" actId="26606"/>
          <ac:spMkLst>
            <pc:docMk/>
            <pc:sldMk cId="3904398675" sldId="268"/>
            <ac:spMk id="258" creationId="{E0BEF5DF-8F40-4BAD-97E9-BA7D1BA9D39E}"/>
          </ac:spMkLst>
        </pc:spChg>
        <pc:spChg chg="add del">
          <ac:chgData name="Ožbot, Miha" userId="5fdfeab2-e3ac-40dc-9f9d-ac602c9b72a8" providerId="ADAL" clId="{B69DA118-5076-4EF4-B604-E3375EDC9439}" dt="2022-04-12T15:32:27.044" v="860" actId="26606"/>
          <ac:spMkLst>
            <pc:docMk/>
            <pc:sldMk cId="3904398675" sldId="268"/>
            <ac:spMk id="260" creationId="{CB299CAB-C506-454B-90FC-4065728297D3}"/>
          </ac:spMkLst>
        </pc:spChg>
        <pc:spChg chg="add del">
          <ac:chgData name="Ožbot, Miha" userId="5fdfeab2-e3ac-40dc-9f9d-ac602c9b72a8" providerId="ADAL" clId="{B69DA118-5076-4EF4-B604-E3375EDC9439}" dt="2022-04-12T15:32:27.044" v="860" actId="26606"/>
          <ac:spMkLst>
            <pc:docMk/>
            <pc:sldMk cId="3904398675" sldId="268"/>
            <ac:spMk id="261" creationId="{C8D99311-F254-40F1-8AB5-EE3E7B9B6872}"/>
          </ac:spMkLst>
        </pc:spChg>
        <pc:spChg chg="add del">
          <ac:chgData name="Ožbot, Miha" userId="5fdfeab2-e3ac-40dc-9f9d-ac602c9b72a8" providerId="ADAL" clId="{B69DA118-5076-4EF4-B604-E3375EDC9439}" dt="2022-04-12T15:32:27.044" v="860" actId="26606"/>
          <ac:spMkLst>
            <pc:docMk/>
            <pc:sldMk cId="3904398675" sldId="268"/>
            <ac:spMk id="262" creationId="{7D89E3CB-00ED-4691-9F0F-F23EA3564705}"/>
          </ac:spMkLst>
        </pc:spChg>
        <pc:spChg chg="add del">
          <ac:chgData name="Ožbot, Miha" userId="5fdfeab2-e3ac-40dc-9f9d-ac602c9b72a8" providerId="ADAL" clId="{B69DA118-5076-4EF4-B604-E3375EDC9439}" dt="2022-04-12T15:32:27.044" v="860" actId="26606"/>
          <ac:spMkLst>
            <pc:docMk/>
            <pc:sldMk cId="3904398675" sldId="268"/>
            <ac:spMk id="263" creationId="{E0BEF5DF-8F40-4BAD-97E9-BA7D1BA9D39E}"/>
          </ac:spMkLst>
        </pc:spChg>
        <pc:spChg chg="add del">
          <ac:chgData name="Ožbot, Miha" userId="5fdfeab2-e3ac-40dc-9f9d-ac602c9b72a8" providerId="ADAL" clId="{B69DA118-5076-4EF4-B604-E3375EDC9439}" dt="2022-04-12T15:32:28.283" v="862" actId="26606"/>
          <ac:spMkLst>
            <pc:docMk/>
            <pc:sldMk cId="3904398675" sldId="268"/>
            <ac:spMk id="265" creationId="{6A1473A6-3F22-483E-8A30-80B9D2B14592}"/>
          </ac:spMkLst>
        </pc:spChg>
        <pc:spChg chg="add del">
          <ac:chgData name="Ožbot, Miha" userId="5fdfeab2-e3ac-40dc-9f9d-ac602c9b72a8" providerId="ADAL" clId="{B69DA118-5076-4EF4-B604-E3375EDC9439}" dt="2022-04-12T15:32:28.283" v="862" actId="26606"/>
          <ac:spMkLst>
            <pc:docMk/>
            <pc:sldMk cId="3904398675" sldId="268"/>
            <ac:spMk id="270" creationId="{E0BEF5DF-8F40-4BAD-97E9-BA7D1BA9D39E}"/>
          </ac:spMkLst>
        </pc:spChg>
        <pc:spChg chg="add del">
          <ac:chgData name="Ožbot, Miha" userId="5fdfeab2-e3ac-40dc-9f9d-ac602c9b72a8" providerId="ADAL" clId="{B69DA118-5076-4EF4-B604-E3375EDC9439}" dt="2022-04-12T15:32:29.268" v="864" actId="26606"/>
          <ac:spMkLst>
            <pc:docMk/>
            <pc:sldMk cId="3904398675" sldId="268"/>
            <ac:spMk id="272" creationId="{CB299CAB-C506-454B-90FC-4065728297D3}"/>
          </ac:spMkLst>
        </pc:spChg>
        <pc:spChg chg="add del">
          <ac:chgData name="Ožbot, Miha" userId="5fdfeab2-e3ac-40dc-9f9d-ac602c9b72a8" providerId="ADAL" clId="{B69DA118-5076-4EF4-B604-E3375EDC9439}" dt="2022-04-12T15:32:29.268" v="864" actId="26606"/>
          <ac:spMkLst>
            <pc:docMk/>
            <pc:sldMk cId="3904398675" sldId="268"/>
            <ac:spMk id="273" creationId="{C8D99311-F254-40F1-8AB5-EE3E7B9B6872}"/>
          </ac:spMkLst>
        </pc:spChg>
        <pc:spChg chg="add del">
          <ac:chgData name="Ožbot, Miha" userId="5fdfeab2-e3ac-40dc-9f9d-ac602c9b72a8" providerId="ADAL" clId="{B69DA118-5076-4EF4-B604-E3375EDC9439}" dt="2022-04-12T15:32:29.268" v="864" actId="26606"/>
          <ac:spMkLst>
            <pc:docMk/>
            <pc:sldMk cId="3904398675" sldId="268"/>
            <ac:spMk id="274" creationId="{7D89E3CB-00ED-4691-9F0F-F23EA3564705}"/>
          </ac:spMkLst>
        </pc:spChg>
        <pc:spChg chg="add del">
          <ac:chgData name="Ožbot, Miha" userId="5fdfeab2-e3ac-40dc-9f9d-ac602c9b72a8" providerId="ADAL" clId="{B69DA118-5076-4EF4-B604-E3375EDC9439}" dt="2022-04-12T15:32:29.268" v="864" actId="26606"/>
          <ac:spMkLst>
            <pc:docMk/>
            <pc:sldMk cId="3904398675" sldId="268"/>
            <ac:spMk id="275" creationId="{E0BEF5DF-8F40-4BAD-97E9-BA7D1BA9D39E}"/>
          </ac:spMkLst>
        </pc:spChg>
        <pc:spChg chg="add del">
          <ac:chgData name="Ožbot, Miha" userId="5fdfeab2-e3ac-40dc-9f9d-ac602c9b72a8" providerId="ADAL" clId="{B69DA118-5076-4EF4-B604-E3375EDC9439}" dt="2022-04-12T15:32:30.467" v="866" actId="26606"/>
          <ac:spMkLst>
            <pc:docMk/>
            <pc:sldMk cId="3904398675" sldId="268"/>
            <ac:spMk id="277" creationId="{777A147A-9ED8-46B4-8660-1B3C2AA880B5}"/>
          </ac:spMkLst>
        </pc:spChg>
        <pc:spChg chg="add del">
          <ac:chgData name="Ožbot, Miha" userId="5fdfeab2-e3ac-40dc-9f9d-ac602c9b72a8" providerId="ADAL" clId="{B69DA118-5076-4EF4-B604-E3375EDC9439}" dt="2022-04-12T15:32:30.467" v="866" actId="26606"/>
          <ac:spMkLst>
            <pc:docMk/>
            <pc:sldMk cId="3904398675" sldId="268"/>
            <ac:spMk id="278" creationId="{5D6C15A0-C087-4593-8414-2B4EC1CDC3DE}"/>
          </ac:spMkLst>
        </pc:spChg>
        <pc:spChg chg="add del">
          <ac:chgData name="Ožbot, Miha" userId="5fdfeab2-e3ac-40dc-9f9d-ac602c9b72a8" providerId="ADAL" clId="{B69DA118-5076-4EF4-B604-E3375EDC9439}" dt="2022-04-12T15:32:30.467" v="866" actId="26606"/>
          <ac:spMkLst>
            <pc:docMk/>
            <pc:sldMk cId="3904398675" sldId="268"/>
            <ac:spMk id="279" creationId="{E0BEF5DF-8F40-4BAD-97E9-BA7D1BA9D39E}"/>
          </ac:spMkLst>
        </pc:spChg>
        <pc:spChg chg="add del">
          <ac:chgData name="Ožbot, Miha" userId="5fdfeab2-e3ac-40dc-9f9d-ac602c9b72a8" providerId="ADAL" clId="{B69DA118-5076-4EF4-B604-E3375EDC9439}" dt="2022-04-12T15:32:31.931" v="870" actId="26606"/>
          <ac:spMkLst>
            <pc:docMk/>
            <pc:sldMk cId="3904398675" sldId="268"/>
            <ac:spMk id="283" creationId="{09588DA8-065E-4F6F-8EFD-43104AB2E0CF}"/>
          </ac:spMkLst>
        </pc:spChg>
        <pc:spChg chg="add del">
          <ac:chgData name="Ožbot, Miha" userId="5fdfeab2-e3ac-40dc-9f9d-ac602c9b72a8" providerId="ADAL" clId="{B69DA118-5076-4EF4-B604-E3375EDC9439}" dt="2022-04-12T15:32:31.931" v="870" actId="26606"/>
          <ac:spMkLst>
            <pc:docMk/>
            <pc:sldMk cId="3904398675" sldId="268"/>
            <ac:spMk id="284" creationId="{C4285719-470E-454C-AF62-8323075F1F5B}"/>
          </ac:spMkLst>
        </pc:spChg>
        <pc:spChg chg="add del">
          <ac:chgData name="Ožbot, Miha" userId="5fdfeab2-e3ac-40dc-9f9d-ac602c9b72a8" providerId="ADAL" clId="{B69DA118-5076-4EF4-B604-E3375EDC9439}" dt="2022-04-12T15:32:31.931" v="870" actId="26606"/>
          <ac:spMkLst>
            <pc:docMk/>
            <pc:sldMk cId="3904398675" sldId="268"/>
            <ac:spMk id="285" creationId="{CD9FE4EF-C4D8-49A0-B2FF-81D8DB7D8A24}"/>
          </ac:spMkLst>
        </pc:spChg>
        <pc:spChg chg="add del">
          <ac:chgData name="Ožbot, Miha" userId="5fdfeab2-e3ac-40dc-9f9d-ac602c9b72a8" providerId="ADAL" clId="{B69DA118-5076-4EF4-B604-E3375EDC9439}" dt="2022-04-12T15:32:31.931" v="870" actId="26606"/>
          <ac:spMkLst>
            <pc:docMk/>
            <pc:sldMk cId="3904398675" sldId="268"/>
            <ac:spMk id="286" creationId="{4300840D-0A0B-4512-BACA-B439D5B9C57C}"/>
          </ac:spMkLst>
        </pc:spChg>
        <pc:spChg chg="add del">
          <ac:chgData name="Ožbot, Miha" userId="5fdfeab2-e3ac-40dc-9f9d-ac602c9b72a8" providerId="ADAL" clId="{B69DA118-5076-4EF4-B604-E3375EDC9439}" dt="2022-04-12T15:32:31.931" v="870" actId="26606"/>
          <ac:spMkLst>
            <pc:docMk/>
            <pc:sldMk cId="3904398675" sldId="268"/>
            <ac:spMk id="287" creationId="{D2B78728-A580-49A7-84F9-6EF6F583ADE0}"/>
          </ac:spMkLst>
        </pc:spChg>
        <pc:spChg chg="add del">
          <ac:chgData name="Ožbot, Miha" userId="5fdfeab2-e3ac-40dc-9f9d-ac602c9b72a8" providerId="ADAL" clId="{B69DA118-5076-4EF4-B604-E3375EDC9439}" dt="2022-04-12T15:32:31.931" v="870" actId="26606"/>
          <ac:spMkLst>
            <pc:docMk/>
            <pc:sldMk cId="3904398675" sldId="268"/>
            <ac:spMk id="288" creationId="{38FAA1A1-D861-433F-88FA-1E9D6FD31D11}"/>
          </ac:spMkLst>
        </pc:spChg>
        <pc:spChg chg="add del">
          <ac:chgData name="Ožbot, Miha" userId="5fdfeab2-e3ac-40dc-9f9d-ac602c9b72a8" providerId="ADAL" clId="{B69DA118-5076-4EF4-B604-E3375EDC9439}" dt="2022-04-12T15:32:31.931" v="870" actId="26606"/>
          <ac:spMkLst>
            <pc:docMk/>
            <pc:sldMk cId="3904398675" sldId="268"/>
            <ac:spMk id="289" creationId="{8D71EDA1-87BF-4D5D-AB79-F346FD19278A}"/>
          </ac:spMkLst>
        </pc:spChg>
        <pc:spChg chg="add del">
          <ac:chgData name="Ožbot, Miha" userId="5fdfeab2-e3ac-40dc-9f9d-ac602c9b72a8" providerId="ADAL" clId="{B69DA118-5076-4EF4-B604-E3375EDC9439}" dt="2022-04-12T15:32:31.931" v="870" actId="26606"/>
          <ac:spMkLst>
            <pc:docMk/>
            <pc:sldMk cId="3904398675" sldId="268"/>
            <ac:spMk id="290" creationId="{E0BEF5DF-8F40-4BAD-97E9-BA7D1BA9D39E}"/>
          </ac:spMkLst>
        </pc:spChg>
        <pc:spChg chg="add del">
          <ac:chgData name="Ožbot, Miha" userId="5fdfeab2-e3ac-40dc-9f9d-ac602c9b72a8" providerId="ADAL" clId="{B69DA118-5076-4EF4-B604-E3375EDC9439}" dt="2022-04-12T15:32:33.036" v="872" actId="26606"/>
          <ac:spMkLst>
            <pc:docMk/>
            <pc:sldMk cId="3904398675" sldId="268"/>
            <ac:spMk id="292" creationId="{100EDD19-6802-4EC3-95CE-CFFAB042CFD6}"/>
          </ac:spMkLst>
        </pc:spChg>
        <pc:spChg chg="add del">
          <ac:chgData name="Ožbot, Miha" userId="5fdfeab2-e3ac-40dc-9f9d-ac602c9b72a8" providerId="ADAL" clId="{B69DA118-5076-4EF4-B604-E3375EDC9439}" dt="2022-04-12T15:32:33.036" v="872" actId="26606"/>
          <ac:spMkLst>
            <pc:docMk/>
            <pc:sldMk cId="3904398675" sldId="268"/>
            <ac:spMk id="293" creationId="{DB17E863-922E-4C26-BD64-E8FD41D28661}"/>
          </ac:spMkLst>
        </pc:spChg>
        <pc:spChg chg="add del">
          <ac:chgData name="Ožbot, Miha" userId="5fdfeab2-e3ac-40dc-9f9d-ac602c9b72a8" providerId="ADAL" clId="{B69DA118-5076-4EF4-B604-E3375EDC9439}" dt="2022-04-12T15:32:33.036" v="872" actId="26606"/>
          <ac:spMkLst>
            <pc:docMk/>
            <pc:sldMk cId="3904398675" sldId="268"/>
            <ac:spMk id="294" creationId="{E0BEF5DF-8F40-4BAD-97E9-BA7D1BA9D39E}"/>
          </ac:spMkLst>
        </pc:spChg>
        <pc:spChg chg="add del">
          <ac:chgData name="Ožbot, Miha" userId="5fdfeab2-e3ac-40dc-9f9d-ac602c9b72a8" providerId="ADAL" clId="{B69DA118-5076-4EF4-B604-E3375EDC9439}" dt="2022-04-12T15:32:36.380" v="874" actId="26606"/>
          <ac:spMkLst>
            <pc:docMk/>
            <pc:sldMk cId="3904398675" sldId="268"/>
            <ac:spMk id="296" creationId="{827B839B-9ADE-406B-8590-F1CAEDED45A1}"/>
          </ac:spMkLst>
        </pc:spChg>
        <pc:spChg chg="add del">
          <ac:chgData name="Ožbot, Miha" userId="5fdfeab2-e3ac-40dc-9f9d-ac602c9b72a8" providerId="ADAL" clId="{B69DA118-5076-4EF4-B604-E3375EDC9439}" dt="2022-04-12T15:32:36.380" v="874" actId="26606"/>
          <ac:spMkLst>
            <pc:docMk/>
            <pc:sldMk cId="3904398675" sldId="268"/>
            <ac:spMk id="297" creationId="{CFE45BF0-46DB-408C-B5F7-7B11716805D4}"/>
          </ac:spMkLst>
        </pc:spChg>
        <pc:spChg chg="add del">
          <ac:chgData name="Ožbot, Miha" userId="5fdfeab2-e3ac-40dc-9f9d-ac602c9b72a8" providerId="ADAL" clId="{B69DA118-5076-4EF4-B604-E3375EDC9439}" dt="2022-04-12T15:32:36.380" v="874" actId="26606"/>
          <ac:spMkLst>
            <pc:docMk/>
            <pc:sldMk cId="3904398675" sldId="268"/>
            <ac:spMk id="298" creationId="{2AEBC8F2-97B1-41B4-93F1-2D289E197FBA}"/>
          </ac:spMkLst>
        </pc:spChg>
        <pc:spChg chg="add del">
          <ac:chgData name="Ožbot, Miha" userId="5fdfeab2-e3ac-40dc-9f9d-ac602c9b72a8" providerId="ADAL" clId="{B69DA118-5076-4EF4-B604-E3375EDC9439}" dt="2022-04-12T15:32:36.380" v="874" actId="26606"/>
          <ac:spMkLst>
            <pc:docMk/>
            <pc:sldMk cId="3904398675" sldId="268"/>
            <ac:spMk id="299" creationId="{472E3A19-F5D5-48FC-BB9C-48C2F68F598B}"/>
          </ac:spMkLst>
        </pc:spChg>
        <pc:spChg chg="add del">
          <ac:chgData name="Ožbot, Miha" userId="5fdfeab2-e3ac-40dc-9f9d-ac602c9b72a8" providerId="ADAL" clId="{B69DA118-5076-4EF4-B604-E3375EDC9439}" dt="2022-04-12T15:32:36.380" v="874" actId="26606"/>
          <ac:spMkLst>
            <pc:docMk/>
            <pc:sldMk cId="3904398675" sldId="268"/>
            <ac:spMk id="300" creationId="{7A62E32F-BB65-43A8-8EB5-92346890E549}"/>
          </ac:spMkLst>
        </pc:spChg>
        <pc:spChg chg="add del">
          <ac:chgData name="Ožbot, Miha" userId="5fdfeab2-e3ac-40dc-9f9d-ac602c9b72a8" providerId="ADAL" clId="{B69DA118-5076-4EF4-B604-E3375EDC9439}" dt="2022-04-12T15:32:36.380" v="874" actId="26606"/>
          <ac:spMkLst>
            <pc:docMk/>
            <pc:sldMk cId="3904398675" sldId="268"/>
            <ac:spMk id="301" creationId="{14E91B64-9FCC-451E-AFB4-A827D6329367}"/>
          </ac:spMkLst>
        </pc:spChg>
        <pc:spChg chg="add del">
          <ac:chgData name="Ožbot, Miha" userId="5fdfeab2-e3ac-40dc-9f9d-ac602c9b72a8" providerId="ADAL" clId="{B69DA118-5076-4EF4-B604-E3375EDC9439}" dt="2022-04-12T15:32:36.380" v="874" actId="26606"/>
          <ac:spMkLst>
            <pc:docMk/>
            <pc:sldMk cId="3904398675" sldId="268"/>
            <ac:spMk id="302" creationId="{E0BEF5DF-8F40-4BAD-97E9-BA7D1BA9D39E}"/>
          </ac:spMkLst>
        </pc:spChg>
        <pc:spChg chg="add del">
          <ac:chgData name="Ožbot, Miha" userId="5fdfeab2-e3ac-40dc-9f9d-ac602c9b72a8" providerId="ADAL" clId="{B69DA118-5076-4EF4-B604-E3375EDC9439}" dt="2022-04-12T15:32:37.028" v="876" actId="26606"/>
          <ac:spMkLst>
            <pc:docMk/>
            <pc:sldMk cId="3904398675" sldId="268"/>
            <ac:spMk id="304" creationId="{7CB4857B-ED7C-444D-9F04-2F885114A1C2}"/>
          </ac:spMkLst>
        </pc:spChg>
        <pc:spChg chg="add del">
          <ac:chgData name="Ožbot, Miha" userId="5fdfeab2-e3ac-40dc-9f9d-ac602c9b72a8" providerId="ADAL" clId="{B69DA118-5076-4EF4-B604-E3375EDC9439}" dt="2022-04-12T15:32:37.028" v="876" actId="26606"/>
          <ac:spMkLst>
            <pc:docMk/>
            <pc:sldMk cId="3904398675" sldId="268"/>
            <ac:spMk id="305" creationId="{D18046FB-44EA-4FD8-A585-EA09A319B2D0}"/>
          </ac:spMkLst>
        </pc:spChg>
        <pc:spChg chg="add del">
          <ac:chgData name="Ožbot, Miha" userId="5fdfeab2-e3ac-40dc-9f9d-ac602c9b72a8" providerId="ADAL" clId="{B69DA118-5076-4EF4-B604-E3375EDC9439}" dt="2022-04-12T15:32:37.028" v="876" actId="26606"/>
          <ac:spMkLst>
            <pc:docMk/>
            <pc:sldMk cId="3904398675" sldId="268"/>
            <ac:spMk id="306" creationId="{479F5F2B-8B58-4140-AE6A-51F6C67B18D9}"/>
          </ac:spMkLst>
        </pc:spChg>
        <pc:spChg chg="add del">
          <ac:chgData name="Ožbot, Miha" userId="5fdfeab2-e3ac-40dc-9f9d-ac602c9b72a8" providerId="ADAL" clId="{B69DA118-5076-4EF4-B604-E3375EDC9439}" dt="2022-04-12T15:32:37.028" v="876" actId="26606"/>
          <ac:spMkLst>
            <pc:docMk/>
            <pc:sldMk cId="3904398675" sldId="268"/>
            <ac:spMk id="307" creationId="{E0BEF5DF-8F40-4BAD-97E9-BA7D1BA9D39E}"/>
          </ac:spMkLst>
        </pc:spChg>
        <pc:spChg chg="add del">
          <ac:chgData name="Ožbot, Miha" userId="5fdfeab2-e3ac-40dc-9f9d-ac602c9b72a8" providerId="ADAL" clId="{B69DA118-5076-4EF4-B604-E3375EDC9439}" dt="2022-04-12T15:32:38.516" v="878" actId="26606"/>
          <ac:spMkLst>
            <pc:docMk/>
            <pc:sldMk cId="3904398675" sldId="268"/>
            <ac:spMk id="309" creationId="{C7FA33FF-088D-4F16-95A2-2C64D353DEA8}"/>
          </ac:spMkLst>
        </pc:spChg>
        <pc:spChg chg="add del">
          <ac:chgData name="Ožbot, Miha" userId="5fdfeab2-e3ac-40dc-9f9d-ac602c9b72a8" providerId="ADAL" clId="{B69DA118-5076-4EF4-B604-E3375EDC9439}" dt="2022-04-12T15:32:38.516" v="878" actId="26606"/>
          <ac:spMkLst>
            <pc:docMk/>
            <pc:sldMk cId="3904398675" sldId="268"/>
            <ac:spMk id="310" creationId="{A376EFB1-01CF-419F-ABF1-2AF02BBFCBD1}"/>
          </ac:spMkLst>
        </pc:spChg>
        <pc:spChg chg="add del">
          <ac:chgData name="Ožbot, Miha" userId="5fdfeab2-e3ac-40dc-9f9d-ac602c9b72a8" providerId="ADAL" clId="{B69DA118-5076-4EF4-B604-E3375EDC9439}" dt="2022-04-12T15:32:38.516" v="878" actId="26606"/>
          <ac:spMkLst>
            <pc:docMk/>
            <pc:sldMk cId="3904398675" sldId="268"/>
            <ac:spMk id="311" creationId="{FF9DEA15-78BD-4750-AA18-B9F28A6D5AB8}"/>
          </ac:spMkLst>
        </pc:spChg>
        <pc:spChg chg="add del">
          <ac:chgData name="Ožbot, Miha" userId="5fdfeab2-e3ac-40dc-9f9d-ac602c9b72a8" providerId="ADAL" clId="{B69DA118-5076-4EF4-B604-E3375EDC9439}" dt="2022-04-12T15:32:38.516" v="878" actId="26606"/>
          <ac:spMkLst>
            <pc:docMk/>
            <pc:sldMk cId="3904398675" sldId="268"/>
            <ac:spMk id="312" creationId="{E0BEF5DF-8F40-4BAD-97E9-BA7D1BA9D39E}"/>
          </ac:spMkLst>
        </pc:spChg>
        <pc:spChg chg="add del">
          <ac:chgData name="Ožbot, Miha" userId="5fdfeab2-e3ac-40dc-9f9d-ac602c9b72a8" providerId="ADAL" clId="{B69DA118-5076-4EF4-B604-E3375EDC9439}" dt="2022-04-12T15:34:13.186" v="956" actId="26606"/>
          <ac:spMkLst>
            <pc:docMk/>
            <pc:sldMk cId="3904398675" sldId="268"/>
            <ac:spMk id="314" creationId="{C9A36457-A5F4-4103-A443-02581C09185B}"/>
          </ac:spMkLst>
        </pc:spChg>
        <pc:spChg chg="add del">
          <ac:chgData name="Ožbot, Miha" userId="5fdfeab2-e3ac-40dc-9f9d-ac602c9b72a8" providerId="ADAL" clId="{B69DA118-5076-4EF4-B604-E3375EDC9439}" dt="2022-04-12T15:34:13.186" v="956" actId="26606"/>
          <ac:spMkLst>
            <pc:docMk/>
            <pc:sldMk cId="3904398675" sldId="268"/>
            <ac:spMk id="315" creationId="{DC5FB7E8-B636-40FA-BE8D-48145C0F5C57}"/>
          </ac:spMkLst>
        </pc:spChg>
        <pc:spChg chg="add del mod">
          <ac:chgData name="Ožbot, Miha" userId="5fdfeab2-e3ac-40dc-9f9d-ac602c9b72a8" providerId="ADAL" clId="{B69DA118-5076-4EF4-B604-E3375EDC9439}" dt="2022-04-12T15:37:08.801" v="1038" actId="26606"/>
          <ac:spMkLst>
            <pc:docMk/>
            <pc:sldMk cId="3904398675" sldId="268"/>
            <ac:spMk id="316" creationId="{E0BEF5DF-8F40-4BAD-97E9-BA7D1BA9D39E}"/>
          </ac:spMkLst>
        </pc:spChg>
        <pc:spChg chg="add del">
          <ac:chgData name="Ožbot, Miha" userId="5fdfeab2-e3ac-40dc-9f9d-ac602c9b72a8" providerId="ADAL" clId="{B69DA118-5076-4EF4-B604-E3375EDC9439}" dt="2022-04-12T15:34:13.186" v="956" actId="26606"/>
          <ac:spMkLst>
            <pc:docMk/>
            <pc:sldMk cId="3904398675" sldId="268"/>
            <ac:spMk id="317" creationId="{142DCE2C-2863-46FA-9BE7-24365A24D9BA}"/>
          </ac:spMkLst>
        </pc:spChg>
        <pc:spChg chg="add del">
          <ac:chgData name="Ožbot, Miha" userId="5fdfeab2-e3ac-40dc-9f9d-ac602c9b72a8" providerId="ADAL" clId="{B69DA118-5076-4EF4-B604-E3375EDC9439}" dt="2022-04-12T15:37:08.801" v="1038" actId="26606"/>
          <ac:spMkLst>
            <pc:docMk/>
            <pc:sldMk cId="3904398675" sldId="268"/>
            <ac:spMk id="319" creationId="{C9A36457-A5F4-4103-A443-02581C09185B}"/>
          </ac:spMkLst>
        </pc:spChg>
        <pc:spChg chg="add del">
          <ac:chgData name="Ožbot, Miha" userId="5fdfeab2-e3ac-40dc-9f9d-ac602c9b72a8" providerId="ADAL" clId="{B69DA118-5076-4EF4-B604-E3375EDC9439}" dt="2022-04-12T15:37:08.801" v="1038" actId="26606"/>
          <ac:spMkLst>
            <pc:docMk/>
            <pc:sldMk cId="3904398675" sldId="268"/>
            <ac:spMk id="320" creationId="{DC5FB7E8-B636-40FA-BE8D-48145C0F5C57}"/>
          </ac:spMkLst>
        </pc:spChg>
        <pc:spChg chg="add del">
          <ac:chgData name="Ožbot, Miha" userId="5fdfeab2-e3ac-40dc-9f9d-ac602c9b72a8" providerId="ADAL" clId="{B69DA118-5076-4EF4-B604-E3375EDC9439}" dt="2022-04-12T15:37:08.801" v="1038" actId="26606"/>
          <ac:spMkLst>
            <pc:docMk/>
            <pc:sldMk cId="3904398675" sldId="268"/>
            <ac:spMk id="321" creationId="{142DCE2C-2863-46FA-9BE7-24365A24D9BA}"/>
          </ac:spMkLst>
        </pc:spChg>
        <pc:spChg chg="add del">
          <ac:chgData name="Ožbot, Miha" userId="5fdfeab2-e3ac-40dc-9f9d-ac602c9b72a8" providerId="ADAL" clId="{B69DA118-5076-4EF4-B604-E3375EDC9439}" dt="2022-04-12T15:36:57.584" v="1019" actId="26606"/>
          <ac:spMkLst>
            <pc:docMk/>
            <pc:sldMk cId="3904398675" sldId="268"/>
            <ac:spMk id="323" creationId="{1B15ED52-F352-441B-82BF-E0EA34836D08}"/>
          </ac:spMkLst>
        </pc:spChg>
        <pc:spChg chg="add del">
          <ac:chgData name="Ožbot, Miha" userId="5fdfeab2-e3ac-40dc-9f9d-ac602c9b72a8" providerId="ADAL" clId="{B69DA118-5076-4EF4-B604-E3375EDC9439}" dt="2022-04-12T15:36:57.584" v="1019" actId="26606"/>
          <ac:spMkLst>
            <pc:docMk/>
            <pc:sldMk cId="3904398675" sldId="268"/>
            <ac:spMk id="324" creationId="{BC4C4868-CB8F-4AF9-9CDB-8108F2C19B67}"/>
          </ac:spMkLst>
        </pc:spChg>
        <pc:spChg chg="add del">
          <ac:chgData name="Ožbot, Miha" userId="5fdfeab2-e3ac-40dc-9f9d-ac602c9b72a8" providerId="ADAL" clId="{B69DA118-5076-4EF4-B604-E3375EDC9439}" dt="2022-04-12T15:36:57.584" v="1019" actId="26606"/>
          <ac:spMkLst>
            <pc:docMk/>
            <pc:sldMk cId="3904398675" sldId="268"/>
            <ac:spMk id="325" creationId="{375E0459-6403-40CD-989D-56A4407CA12E}"/>
          </ac:spMkLst>
        </pc:spChg>
        <pc:spChg chg="add del">
          <ac:chgData name="Ožbot, Miha" userId="5fdfeab2-e3ac-40dc-9f9d-ac602c9b72a8" providerId="ADAL" clId="{B69DA118-5076-4EF4-B604-E3375EDC9439}" dt="2022-04-12T15:36:57.584" v="1019" actId="26606"/>
          <ac:spMkLst>
            <pc:docMk/>
            <pc:sldMk cId="3904398675" sldId="268"/>
            <ac:spMk id="326" creationId="{53E5B1A8-3AC9-4BD1-9BBC-78CA94F2D1BA}"/>
          </ac:spMkLst>
        </pc:spChg>
        <pc:spChg chg="add del">
          <ac:chgData name="Ožbot, Miha" userId="5fdfeab2-e3ac-40dc-9f9d-ac602c9b72a8" providerId="ADAL" clId="{B69DA118-5076-4EF4-B604-E3375EDC9439}" dt="2022-04-12T15:36:58.178" v="1021" actId="26606"/>
          <ac:spMkLst>
            <pc:docMk/>
            <pc:sldMk cId="3904398675" sldId="268"/>
            <ac:spMk id="328" creationId="{C9A36457-A5F4-4103-A443-02581C09185B}"/>
          </ac:spMkLst>
        </pc:spChg>
        <pc:spChg chg="add del">
          <ac:chgData name="Ožbot, Miha" userId="5fdfeab2-e3ac-40dc-9f9d-ac602c9b72a8" providerId="ADAL" clId="{B69DA118-5076-4EF4-B604-E3375EDC9439}" dt="2022-04-12T15:36:58.178" v="1021" actId="26606"/>
          <ac:spMkLst>
            <pc:docMk/>
            <pc:sldMk cId="3904398675" sldId="268"/>
            <ac:spMk id="329" creationId="{DC5FB7E8-B636-40FA-BE8D-48145C0F5C57}"/>
          </ac:spMkLst>
        </pc:spChg>
        <pc:spChg chg="add del">
          <ac:chgData name="Ožbot, Miha" userId="5fdfeab2-e3ac-40dc-9f9d-ac602c9b72a8" providerId="ADAL" clId="{B69DA118-5076-4EF4-B604-E3375EDC9439}" dt="2022-04-12T15:36:58.178" v="1021" actId="26606"/>
          <ac:spMkLst>
            <pc:docMk/>
            <pc:sldMk cId="3904398675" sldId="268"/>
            <ac:spMk id="330" creationId="{142DCE2C-2863-46FA-9BE7-24365A24D9BA}"/>
          </ac:spMkLst>
        </pc:spChg>
        <pc:spChg chg="add del">
          <ac:chgData name="Ožbot, Miha" userId="5fdfeab2-e3ac-40dc-9f9d-ac602c9b72a8" providerId="ADAL" clId="{B69DA118-5076-4EF4-B604-E3375EDC9439}" dt="2022-04-12T15:36:58.528" v="1023" actId="26606"/>
          <ac:spMkLst>
            <pc:docMk/>
            <pc:sldMk cId="3904398675" sldId="268"/>
            <ac:spMk id="332" creationId="{C7FA33FF-088D-4F16-95A2-2C64D353DEA8}"/>
          </ac:spMkLst>
        </pc:spChg>
        <pc:spChg chg="add del">
          <ac:chgData name="Ožbot, Miha" userId="5fdfeab2-e3ac-40dc-9f9d-ac602c9b72a8" providerId="ADAL" clId="{B69DA118-5076-4EF4-B604-E3375EDC9439}" dt="2022-04-12T15:36:58.528" v="1023" actId="26606"/>
          <ac:spMkLst>
            <pc:docMk/>
            <pc:sldMk cId="3904398675" sldId="268"/>
            <ac:spMk id="333" creationId="{A376EFB1-01CF-419F-ABF1-2AF02BBFCBD1}"/>
          </ac:spMkLst>
        </pc:spChg>
        <pc:spChg chg="add del">
          <ac:chgData name="Ožbot, Miha" userId="5fdfeab2-e3ac-40dc-9f9d-ac602c9b72a8" providerId="ADAL" clId="{B69DA118-5076-4EF4-B604-E3375EDC9439}" dt="2022-04-12T15:36:58.528" v="1023" actId="26606"/>
          <ac:spMkLst>
            <pc:docMk/>
            <pc:sldMk cId="3904398675" sldId="268"/>
            <ac:spMk id="334" creationId="{FF9DEA15-78BD-4750-AA18-B9F28A6D5AB8}"/>
          </ac:spMkLst>
        </pc:spChg>
        <pc:spChg chg="add del">
          <ac:chgData name="Ožbot, Miha" userId="5fdfeab2-e3ac-40dc-9f9d-ac602c9b72a8" providerId="ADAL" clId="{B69DA118-5076-4EF4-B604-E3375EDC9439}" dt="2022-04-12T15:36:59.459" v="1025" actId="26606"/>
          <ac:spMkLst>
            <pc:docMk/>
            <pc:sldMk cId="3904398675" sldId="268"/>
            <ac:spMk id="336" creationId="{C9A36457-A5F4-4103-A443-02581C09185B}"/>
          </ac:spMkLst>
        </pc:spChg>
        <pc:spChg chg="add del">
          <ac:chgData name="Ožbot, Miha" userId="5fdfeab2-e3ac-40dc-9f9d-ac602c9b72a8" providerId="ADAL" clId="{B69DA118-5076-4EF4-B604-E3375EDC9439}" dt="2022-04-12T15:36:59.459" v="1025" actId="26606"/>
          <ac:spMkLst>
            <pc:docMk/>
            <pc:sldMk cId="3904398675" sldId="268"/>
            <ac:spMk id="337" creationId="{DC5FB7E8-B636-40FA-BE8D-48145C0F5C57}"/>
          </ac:spMkLst>
        </pc:spChg>
        <pc:spChg chg="add del">
          <ac:chgData name="Ožbot, Miha" userId="5fdfeab2-e3ac-40dc-9f9d-ac602c9b72a8" providerId="ADAL" clId="{B69DA118-5076-4EF4-B604-E3375EDC9439}" dt="2022-04-12T15:36:59.459" v="1025" actId="26606"/>
          <ac:spMkLst>
            <pc:docMk/>
            <pc:sldMk cId="3904398675" sldId="268"/>
            <ac:spMk id="338" creationId="{142DCE2C-2863-46FA-9BE7-24365A24D9BA}"/>
          </ac:spMkLst>
        </pc:spChg>
        <pc:spChg chg="add del">
          <ac:chgData name="Ožbot, Miha" userId="5fdfeab2-e3ac-40dc-9f9d-ac602c9b72a8" providerId="ADAL" clId="{B69DA118-5076-4EF4-B604-E3375EDC9439}" dt="2022-04-12T15:37:00.270" v="1027" actId="26606"/>
          <ac:spMkLst>
            <pc:docMk/>
            <pc:sldMk cId="3904398675" sldId="268"/>
            <ac:spMk id="340" creationId="{827B839B-9ADE-406B-8590-F1CAEDED45A1}"/>
          </ac:spMkLst>
        </pc:spChg>
        <pc:spChg chg="add del">
          <ac:chgData name="Ožbot, Miha" userId="5fdfeab2-e3ac-40dc-9f9d-ac602c9b72a8" providerId="ADAL" clId="{B69DA118-5076-4EF4-B604-E3375EDC9439}" dt="2022-04-12T15:37:00.270" v="1027" actId="26606"/>
          <ac:spMkLst>
            <pc:docMk/>
            <pc:sldMk cId="3904398675" sldId="268"/>
            <ac:spMk id="341" creationId="{CFE45BF0-46DB-408C-B5F7-7B11716805D4}"/>
          </ac:spMkLst>
        </pc:spChg>
        <pc:spChg chg="add del">
          <ac:chgData name="Ožbot, Miha" userId="5fdfeab2-e3ac-40dc-9f9d-ac602c9b72a8" providerId="ADAL" clId="{B69DA118-5076-4EF4-B604-E3375EDC9439}" dt="2022-04-12T15:37:00.270" v="1027" actId="26606"/>
          <ac:spMkLst>
            <pc:docMk/>
            <pc:sldMk cId="3904398675" sldId="268"/>
            <ac:spMk id="342" creationId="{2AEBC8F2-97B1-41B4-93F1-2D289E197FBA}"/>
          </ac:spMkLst>
        </pc:spChg>
        <pc:spChg chg="add del">
          <ac:chgData name="Ožbot, Miha" userId="5fdfeab2-e3ac-40dc-9f9d-ac602c9b72a8" providerId="ADAL" clId="{B69DA118-5076-4EF4-B604-E3375EDC9439}" dt="2022-04-12T15:37:00.270" v="1027" actId="26606"/>
          <ac:spMkLst>
            <pc:docMk/>
            <pc:sldMk cId="3904398675" sldId="268"/>
            <ac:spMk id="343" creationId="{472E3A19-F5D5-48FC-BB9C-48C2F68F598B}"/>
          </ac:spMkLst>
        </pc:spChg>
        <pc:spChg chg="add del">
          <ac:chgData name="Ožbot, Miha" userId="5fdfeab2-e3ac-40dc-9f9d-ac602c9b72a8" providerId="ADAL" clId="{B69DA118-5076-4EF4-B604-E3375EDC9439}" dt="2022-04-12T15:37:00.270" v="1027" actId="26606"/>
          <ac:spMkLst>
            <pc:docMk/>
            <pc:sldMk cId="3904398675" sldId="268"/>
            <ac:spMk id="344" creationId="{7A62E32F-BB65-43A8-8EB5-92346890E549}"/>
          </ac:spMkLst>
        </pc:spChg>
        <pc:spChg chg="add del">
          <ac:chgData name="Ožbot, Miha" userId="5fdfeab2-e3ac-40dc-9f9d-ac602c9b72a8" providerId="ADAL" clId="{B69DA118-5076-4EF4-B604-E3375EDC9439}" dt="2022-04-12T15:37:00.270" v="1027" actId="26606"/>
          <ac:spMkLst>
            <pc:docMk/>
            <pc:sldMk cId="3904398675" sldId="268"/>
            <ac:spMk id="345" creationId="{14E91B64-9FCC-451E-AFB4-A827D6329367}"/>
          </ac:spMkLst>
        </pc:spChg>
        <pc:spChg chg="add del">
          <ac:chgData name="Ožbot, Miha" userId="5fdfeab2-e3ac-40dc-9f9d-ac602c9b72a8" providerId="ADAL" clId="{B69DA118-5076-4EF4-B604-E3375EDC9439}" dt="2022-04-12T15:37:00.837" v="1029" actId="26606"/>
          <ac:spMkLst>
            <pc:docMk/>
            <pc:sldMk cId="3904398675" sldId="268"/>
            <ac:spMk id="347" creationId="{1B15ED52-F352-441B-82BF-E0EA34836D08}"/>
          </ac:spMkLst>
        </pc:spChg>
        <pc:spChg chg="add del">
          <ac:chgData name="Ožbot, Miha" userId="5fdfeab2-e3ac-40dc-9f9d-ac602c9b72a8" providerId="ADAL" clId="{B69DA118-5076-4EF4-B604-E3375EDC9439}" dt="2022-04-12T15:37:00.837" v="1029" actId="26606"/>
          <ac:spMkLst>
            <pc:docMk/>
            <pc:sldMk cId="3904398675" sldId="268"/>
            <ac:spMk id="348" creationId="{3B2E3793-BFE6-45A2-9B7B-E18844431C99}"/>
          </ac:spMkLst>
        </pc:spChg>
        <pc:spChg chg="add del">
          <ac:chgData name="Ožbot, Miha" userId="5fdfeab2-e3ac-40dc-9f9d-ac602c9b72a8" providerId="ADAL" clId="{B69DA118-5076-4EF4-B604-E3375EDC9439}" dt="2022-04-12T15:37:00.837" v="1029" actId="26606"/>
          <ac:spMkLst>
            <pc:docMk/>
            <pc:sldMk cId="3904398675" sldId="268"/>
            <ac:spMk id="349" creationId="{BC4C4868-CB8F-4AF9-9CDB-8108F2C19B67}"/>
          </ac:spMkLst>
        </pc:spChg>
        <pc:spChg chg="add del">
          <ac:chgData name="Ožbot, Miha" userId="5fdfeab2-e3ac-40dc-9f9d-ac602c9b72a8" providerId="ADAL" clId="{B69DA118-5076-4EF4-B604-E3375EDC9439}" dt="2022-04-12T15:37:00.837" v="1029" actId="26606"/>
          <ac:spMkLst>
            <pc:docMk/>
            <pc:sldMk cId="3904398675" sldId="268"/>
            <ac:spMk id="350" creationId="{375E0459-6403-40CD-989D-56A4407CA12E}"/>
          </ac:spMkLst>
        </pc:spChg>
        <pc:spChg chg="add del">
          <ac:chgData name="Ožbot, Miha" userId="5fdfeab2-e3ac-40dc-9f9d-ac602c9b72a8" providerId="ADAL" clId="{B69DA118-5076-4EF4-B604-E3375EDC9439}" dt="2022-04-12T15:37:00.837" v="1029" actId="26606"/>
          <ac:spMkLst>
            <pc:docMk/>
            <pc:sldMk cId="3904398675" sldId="268"/>
            <ac:spMk id="351" creationId="{53E5B1A8-3AC9-4BD1-9BBC-78CA94F2D1BA}"/>
          </ac:spMkLst>
        </pc:spChg>
        <pc:spChg chg="add del">
          <ac:chgData name="Ožbot, Miha" userId="5fdfeab2-e3ac-40dc-9f9d-ac602c9b72a8" providerId="ADAL" clId="{B69DA118-5076-4EF4-B604-E3375EDC9439}" dt="2022-04-12T15:37:03.063" v="1031" actId="26606"/>
          <ac:spMkLst>
            <pc:docMk/>
            <pc:sldMk cId="3904398675" sldId="268"/>
            <ac:spMk id="353" creationId="{907EF6B7-1338-4443-8C46-6A318D952DFD}"/>
          </ac:spMkLst>
        </pc:spChg>
        <pc:spChg chg="add del">
          <ac:chgData name="Ožbot, Miha" userId="5fdfeab2-e3ac-40dc-9f9d-ac602c9b72a8" providerId="ADAL" clId="{B69DA118-5076-4EF4-B604-E3375EDC9439}" dt="2022-04-12T15:37:03.063" v="1031" actId="26606"/>
          <ac:spMkLst>
            <pc:docMk/>
            <pc:sldMk cId="3904398675" sldId="268"/>
            <ac:spMk id="354" creationId="{DAAE4CDD-124C-4DCF-9584-B6033B545DD5}"/>
          </ac:spMkLst>
        </pc:spChg>
        <pc:spChg chg="add del">
          <ac:chgData name="Ožbot, Miha" userId="5fdfeab2-e3ac-40dc-9f9d-ac602c9b72a8" providerId="ADAL" clId="{B69DA118-5076-4EF4-B604-E3375EDC9439}" dt="2022-04-12T15:37:03.063" v="1031" actId="26606"/>
          <ac:spMkLst>
            <pc:docMk/>
            <pc:sldMk cId="3904398675" sldId="268"/>
            <ac:spMk id="355" creationId="{081E4A58-353D-44AE-B2FC-2A74E2E400F7}"/>
          </ac:spMkLst>
        </pc:spChg>
        <pc:spChg chg="add del">
          <ac:chgData name="Ožbot, Miha" userId="5fdfeab2-e3ac-40dc-9f9d-ac602c9b72a8" providerId="ADAL" clId="{B69DA118-5076-4EF4-B604-E3375EDC9439}" dt="2022-04-12T15:37:04.630" v="1033" actId="26606"/>
          <ac:spMkLst>
            <pc:docMk/>
            <pc:sldMk cId="3904398675" sldId="268"/>
            <ac:spMk id="357" creationId="{2B566528-1B12-4246-9431-5C2D7D081168}"/>
          </ac:spMkLst>
        </pc:spChg>
        <pc:spChg chg="add del">
          <ac:chgData name="Ožbot, Miha" userId="5fdfeab2-e3ac-40dc-9f9d-ac602c9b72a8" providerId="ADAL" clId="{B69DA118-5076-4EF4-B604-E3375EDC9439}" dt="2022-04-12T15:37:04.630" v="1033" actId="26606"/>
          <ac:spMkLst>
            <pc:docMk/>
            <pc:sldMk cId="3904398675" sldId="268"/>
            <ac:spMk id="358" creationId="{2E80C965-DB6D-4F81-9E9E-B027384D0BD6}"/>
          </ac:spMkLst>
        </pc:spChg>
        <pc:spChg chg="add del">
          <ac:chgData name="Ožbot, Miha" userId="5fdfeab2-e3ac-40dc-9f9d-ac602c9b72a8" providerId="ADAL" clId="{B69DA118-5076-4EF4-B604-E3375EDC9439}" dt="2022-04-12T15:37:04.630" v="1033" actId="26606"/>
          <ac:spMkLst>
            <pc:docMk/>
            <pc:sldMk cId="3904398675" sldId="268"/>
            <ac:spMk id="359" creationId="{A580F890-B085-4E95-96AA-55AEBEC5CE6E}"/>
          </ac:spMkLst>
        </pc:spChg>
        <pc:spChg chg="add del">
          <ac:chgData name="Ožbot, Miha" userId="5fdfeab2-e3ac-40dc-9f9d-ac602c9b72a8" providerId="ADAL" clId="{B69DA118-5076-4EF4-B604-E3375EDC9439}" dt="2022-04-12T15:37:04.630" v="1033" actId="26606"/>
          <ac:spMkLst>
            <pc:docMk/>
            <pc:sldMk cId="3904398675" sldId="268"/>
            <ac:spMk id="360" creationId="{D3F51FEB-38FB-4F6C-9F7B-2F2AFAB65463}"/>
          </ac:spMkLst>
        </pc:spChg>
        <pc:spChg chg="add del">
          <ac:chgData name="Ožbot, Miha" userId="5fdfeab2-e3ac-40dc-9f9d-ac602c9b72a8" providerId="ADAL" clId="{B69DA118-5076-4EF4-B604-E3375EDC9439}" dt="2022-04-12T15:37:04.630" v="1033" actId="26606"/>
          <ac:spMkLst>
            <pc:docMk/>
            <pc:sldMk cId="3904398675" sldId="268"/>
            <ac:spMk id="361" creationId="{1E547BA6-BAE0-43BB-A7CA-60F69CE252F0}"/>
          </ac:spMkLst>
        </pc:spChg>
        <pc:spChg chg="add del">
          <ac:chgData name="Ožbot, Miha" userId="5fdfeab2-e3ac-40dc-9f9d-ac602c9b72a8" providerId="ADAL" clId="{B69DA118-5076-4EF4-B604-E3375EDC9439}" dt="2022-04-12T15:37:07.787" v="1035" actId="26606"/>
          <ac:spMkLst>
            <pc:docMk/>
            <pc:sldMk cId="3904398675" sldId="268"/>
            <ac:spMk id="363" creationId="{C9A36457-A5F4-4103-A443-02581C09185B}"/>
          </ac:spMkLst>
        </pc:spChg>
        <pc:spChg chg="add del">
          <ac:chgData name="Ožbot, Miha" userId="5fdfeab2-e3ac-40dc-9f9d-ac602c9b72a8" providerId="ADAL" clId="{B69DA118-5076-4EF4-B604-E3375EDC9439}" dt="2022-04-12T15:37:07.787" v="1035" actId="26606"/>
          <ac:spMkLst>
            <pc:docMk/>
            <pc:sldMk cId="3904398675" sldId="268"/>
            <ac:spMk id="364" creationId="{DC5FB7E8-B636-40FA-BE8D-48145C0F5C57}"/>
          </ac:spMkLst>
        </pc:spChg>
        <pc:spChg chg="add del">
          <ac:chgData name="Ožbot, Miha" userId="5fdfeab2-e3ac-40dc-9f9d-ac602c9b72a8" providerId="ADAL" clId="{B69DA118-5076-4EF4-B604-E3375EDC9439}" dt="2022-04-12T15:37:07.787" v="1035" actId="26606"/>
          <ac:spMkLst>
            <pc:docMk/>
            <pc:sldMk cId="3904398675" sldId="268"/>
            <ac:spMk id="366" creationId="{142DCE2C-2863-46FA-9BE7-24365A24D9BA}"/>
          </ac:spMkLst>
        </pc:spChg>
        <pc:spChg chg="add del">
          <ac:chgData name="Ožbot, Miha" userId="5fdfeab2-e3ac-40dc-9f9d-ac602c9b72a8" providerId="ADAL" clId="{B69DA118-5076-4EF4-B604-E3375EDC9439}" dt="2022-04-12T15:37:08.795" v="1037" actId="26606"/>
          <ac:spMkLst>
            <pc:docMk/>
            <pc:sldMk cId="3904398675" sldId="268"/>
            <ac:spMk id="368" creationId="{DAF1966E-FD40-4A4A-B61B-C4DF7FA05F06}"/>
          </ac:spMkLst>
        </pc:spChg>
        <pc:spChg chg="add del">
          <ac:chgData name="Ožbot, Miha" userId="5fdfeab2-e3ac-40dc-9f9d-ac602c9b72a8" providerId="ADAL" clId="{B69DA118-5076-4EF4-B604-E3375EDC9439}" dt="2022-04-12T15:37:08.795" v="1037" actId="26606"/>
          <ac:spMkLst>
            <pc:docMk/>
            <pc:sldMk cId="3904398675" sldId="268"/>
            <ac:spMk id="369" creationId="{047BFA19-D45E-416B-A404-7AF2F3F27017}"/>
          </ac:spMkLst>
        </pc:spChg>
        <pc:spChg chg="add del">
          <ac:chgData name="Ožbot, Miha" userId="5fdfeab2-e3ac-40dc-9f9d-ac602c9b72a8" providerId="ADAL" clId="{B69DA118-5076-4EF4-B604-E3375EDC9439}" dt="2022-04-12T15:37:08.795" v="1037" actId="26606"/>
          <ac:spMkLst>
            <pc:docMk/>
            <pc:sldMk cId="3904398675" sldId="268"/>
            <ac:spMk id="370" creationId="{8E0105E7-23DB-4CF2-8258-FF47C7620F6E}"/>
          </ac:spMkLst>
        </pc:spChg>
        <pc:spChg chg="add del">
          <ac:chgData name="Ožbot, Miha" userId="5fdfeab2-e3ac-40dc-9f9d-ac602c9b72a8" providerId="ADAL" clId="{B69DA118-5076-4EF4-B604-E3375EDC9439}" dt="2022-04-12T15:37:08.795" v="1037" actId="26606"/>
          <ac:spMkLst>
            <pc:docMk/>
            <pc:sldMk cId="3904398675" sldId="268"/>
            <ac:spMk id="371" creationId="{074B4F7D-14B2-478B-8BF5-01E4E0C5D263}"/>
          </ac:spMkLst>
        </pc:spChg>
        <pc:spChg chg="add del">
          <ac:chgData name="Ožbot, Miha" userId="5fdfeab2-e3ac-40dc-9f9d-ac602c9b72a8" providerId="ADAL" clId="{B69DA118-5076-4EF4-B604-E3375EDC9439}" dt="2022-04-12T15:37:08.795" v="1037" actId="26606"/>
          <ac:spMkLst>
            <pc:docMk/>
            <pc:sldMk cId="3904398675" sldId="268"/>
            <ac:spMk id="372" creationId="{E0BEF5DF-8F40-4BAD-97E9-BA7D1BA9D39E}"/>
          </ac:spMkLst>
        </pc:spChg>
        <pc:spChg chg="add del">
          <ac:chgData name="Ožbot, Miha" userId="5fdfeab2-e3ac-40dc-9f9d-ac602c9b72a8" providerId="ADAL" clId="{B69DA118-5076-4EF4-B604-E3375EDC9439}" dt="2022-04-12T15:37:51.696" v="1057" actId="26606"/>
          <ac:spMkLst>
            <pc:docMk/>
            <pc:sldMk cId="3904398675" sldId="268"/>
            <ac:spMk id="374" creationId="{777A147A-9ED8-46B4-8660-1B3C2AA880B5}"/>
          </ac:spMkLst>
        </pc:spChg>
        <pc:spChg chg="add del">
          <ac:chgData name="Ožbot, Miha" userId="5fdfeab2-e3ac-40dc-9f9d-ac602c9b72a8" providerId="ADAL" clId="{B69DA118-5076-4EF4-B604-E3375EDC9439}" dt="2022-04-12T15:37:51.696" v="1057" actId="26606"/>
          <ac:spMkLst>
            <pc:docMk/>
            <pc:sldMk cId="3904398675" sldId="268"/>
            <ac:spMk id="375" creationId="{5D6C15A0-C087-4593-8414-2B4EC1CDC3DE}"/>
          </ac:spMkLst>
        </pc:spChg>
        <pc:spChg chg="add mod">
          <ac:chgData name="Ožbot, Miha" userId="5fdfeab2-e3ac-40dc-9f9d-ac602c9b72a8" providerId="ADAL" clId="{B69DA118-5076-4EF4-B604-E3375EDC9439}" dt="2022-04-12T15:44:47.790" v="1207" actId="20577"/>
          <ac:spMkLst>
            <pc:docMk/>
            <pc:sldMk cId="3904398675" sldId="268"/>
            <ac:spMk id="376" creationId="{E0BEF5DF-8F40-4BAD-97E9-BA7D1BA9D39E}"/>
          </ac:spMkLst>
        </pc:spChg>
        <pc:spChg chg="add">
          <ac:chgData name="Ožbot, Miha" userId="5fdfeab2-e3ac-40dc-9f9d-ac602c9b72a8" providerId="ADAL" clId="{B69DA118-5076-4EF4-B604-E3375EDC9439}" dt="2022-04-12T15:37:51.696" v="1057" actId="26606"/>
          <ac:spMkLst>
            <pc:docMk/>
            <pc:sldMk cId="3904398675" sldId="268"/>
            <ac:spMk id="378" creationId="{100EDD19-6802-4EC3-95CE-CFFAB042CFD6}"/>
          </ac:spMkLst>
        </pc:spChg>
        <pc:grpChg chg="add del">
          <ac:chgData name="Ožbot, Miha" userId="5fdfeab2-e3ac-40dc-9f9d-ac602c9b72a8" providerId="ADAL" clId="{B69DA118-5076-4EF4-B604-E3375EDC9439}" dt="2022-04-12T15:32:28.283" v="862" actId="26606"/>
          <ac:grpSpMkLst>
            <pc:docMk/>
            <pc:sldMk cId="3904398675" sldId="268"/>
            <ac:grpSpMk id="266" creationId="{AA1375E3-3E53-4D75-BAB7-E5929BFCB25F}"/>
          </ac:grpSpMkLst>
        </pc:grpChg>
        <pc:graphicFrameChg chg="add del">
          <ac:chgData name="Ožbot, Miha" userId="5fdfeab2-e3ac-40dc-9f9d-ac602c9b72a8" providerId="ADAL" clId="{B69DA118-5076-4EF4-B604-E3375EDC9439}" dt="2022-04-12T15:31:31.970" v="780" actId="26606"/>
          <ac:graphicFrameMkLst>
            <pc:docMk/>
            <pc:sldMk cId="3904398675" sldId="268"/>
            <ac:graphicFrameMk id="7" creationId="{75F9D7B1-7126-08DA-09F1-FB289A15CA0D}"/>
          </ac:graphicFrameMkLst>
        </pc:graphicFrameChg>
        <pc:graphicFrameChg chg="add del">
          <ac:chgData name="Ožbot, Miha" userId="5fdfeab2-e3ac-40dc-9f9d-ac602c9b72a8" providerId="ADAL" clId="{B69DA118-5076-4EF4-B604-E3375EDC9439}" dt="2022-04-12T15:31:32.955" v="782" actId="26606"/>
          <ac:graphicFrameMkLst>
            <pc:docMk/>
            <pc:sldMk cId="3904398675" sldId="268"/>
            <ac:graphicFrameMk id="9" creationId="{05152490-2E32-F0D0-5F54-103C2E156246}"/>
          </ac:graphicFrameMkLst>
        </pc:graphicFrameChg>
        <pc:graphicFrameChg chg="add del">
          <ac:chgData name="Ožbot, Miha" userId="5fdfeab2-e3ac-40dc-9f9d-ac602c9b72a8" providerId="ADAL" clId="{B69DA118-5076-4EF4-B604-E3375EDC9439}" dt="2022-04-12T15:31:49.456" v="806" actId="26606"/>
          <ac:graphicFrameMkLst>
            <pc:docMk/>
            <pc:sldMk cId="3904398675" sldId="268"/>
            <ac:graphicFrameMk id="107" creationId="{75F9D7B1-7126-08DA-09F1-FB289A15CA0D}"/>
          </ac:graphicFrameMkLst>
        </pc:graphicFrameChg>
        <pc:graphicFrameChg chg="add del">
          <ac:chgData name="Ožbot, Miha" userId="5fdfeab2-e3ac-40dc-9f9d-ac602c9b72a8" providerId="ADAL" clId="{B69DA118-5076-4EF4-B604-E3375EDC9439}" dt="2022-04-12T15:31:50.556" v="808" actId="26606"/>
          <ac:graphicFrameMkLst>
            <pc:docMk/>
            <pc:sldMk cId="3904398675" sldId="268"/>
            <ac:graphicFrameMk id="109" creationId="{05152490-2E32-F0D0-5F54-103C2E156246}"/>
          </ac:graphicFrameMkLst>
        </pc:graphicFrameChg>
        <pc:graphicFrameChg chg="add del">
          <ac:chgData name="Ožbot, Miha" userId="5fdfeab2-e3ac-40dc-9f9d-ac602c9b72a8" providerId="ADAL" clId="{B69DA118-5076-4EF4-B604-E3375EDC9439}" dt="2022-04-12T15:32:31.276" v="868" actId="26606"/>
          <ac:graphicFrameMkLst>
            <pc:docMk/>
            <pc:sldMk cId="3904398675" sldId="268"/>
            <ac:graphicFrameMk id="281" creationId="{05152490-2E32-F0D0-5F54-103C2E156246}"/>
          </ac:graphicFrameMkLst>
        </pc:graphicFrameChg>
        <pc:graphicFrameChg chg="add del">
          <ac:chgData name="Ožbot, Miha" userId="5fdfeab2-e3ac-40dc-9f9d-ac602c9b72a8" providerId="ADAL" clId="{B69DA118-5076-4EF4-B604-E3375EDC9439}" dt="2022-04-12T15:37:07.787" v="1035" actId="26606"/>
          <ac:graphicFrameMkLst>
            <pc:docMk/>
            <pc:sldMk cId="3904398675" sldId="268"/>
            <ac:graphicFrameMk id="365" creationId="{03EE059D-E5B5-52C1-6CF9-D8A217222761}"/>
          </ac:graphicFrameMkLst>
        </pc:graphicFrameChg>
      </pc:sldChg>
      <pc:sldChg chg="addSp delSp modSp mod ord setBg setClrOvrMap">
        <pc:chgData name="Ožbot, Miha" userId="5fdfeab2-e3ac-40dc-9f9d-ac602c9b72a8" providerId="ADAL" clId="{B69DA118-5076-4EF4-B604-E3375EDC9439}" dt="2022-04-12T15:38:18.400" v="1061" actId="20577"/>
        <pc:sldMkLst>
          <pc:docMk/>
          <pc:sldMk cId="2374509314" sldId="269"/>
        </pc:sldMkLst>
        <pc:spChg chg="mod">
          <ac:chgData name="Ožbot, Miha" userId="5fdfeab2-e3ac-40dc-9f9d-ac602c9b72a8" providerId="ADAL" clId="{B69DA118-5076-4EF4-B604-E3375EDC9439}" dt="2022-04-12T15:38:10.920" v="1059" actId="26606"/>
          <ac:spMkLst>
            <pc:docMk/>
            <pc:sldMk cId="2374509314" sldId="269"/>
            <ac:spMk id="2" creationId="{9217D8F9-7FCF-404B-BCF5-61A08D8AAA49}"/>
          </ac:spMkLst>
        </pc:spChg>
        <pc:spChg chg="add del mod">
          <ac:chgData name="Ožbot, Miha" userId="5fdfeab2-e3ac-40dc-9f9d-ac602c9b72a8" providerId="ADAL" clId="{B69DA118-5076-4EF4-B604-E3375EDC9439}" dt="2022-04-12T15:34:02.344" v="954" actId="26606"/>
          <ac:spMkLst>
            <pc:docMk/>
            <pc:sldMk cId="2374509314" sldId="269"/>
            <ac:spMk id="3" creationId="{E5C10B8F-0F49-47BB-9E2B-012BBFAC83C1}"/>
          </ac:spMkLst>
        </pc:spChg>
        <pc:spChg chg="add del">
          <ac:chgData name="Ožbot, Miha" userId="5fdfeab2-e3ac-40dc-9f9d-ac602c9b72a8" providerId="ADAL" clId="{B69DA118-5076-4EF4-B604-E3375EDC9439}" dt="2022-04-12T15:33:25.254" v="907" actId="26606"/>
          <ac:spMkLst>
            <pc:docMk/>
            <pc:sldMk cId="2374509314" sldId="269"/>
            <ac:spMk id="10" creationId="{C9A36457-A5F4-4103-A443-02581C09185B}"/>
          </ac:spMkLst>
        </pc:spChg>
        <pc:spChg chg="add del">
          <ac:chgData name="Ožbot, Miha" userId="5fdfeab2-e3ac-40dc-9f9d-ac602c9b72a8" providerId="ADAL" clId="{B69DA118-5076-4EF4-B604-E3375EDC9439}" dt="2022-04-12T15:33:25.254" v="907" actId="26606"/>
          <ac:spMkLst>
            <pc:docMk/>
            <pc:sldMk cId="2374509314" sldId="269"/>
            <ac:spMk id="12" creationId="{DC5FB7E8-B636-40FA-BE8D-48145C0F5C57}"/>
          </ac:spMkLst>
        </pc:spChg>
        <pc:spChg chg="add del">
          <ac:chgData name="Ožbot, Miha" userId="5fdfeab2-e3ac-40dc-9f9d-ac602c9b72a8" providerId="ADAL" clId="{B69DA118-5076-4EF4-B604-E3375EDC9439}" dt="2022-04-12T15:33:25.254" v="907" actId="26606"/>
          <ac:spMkLst>
            <pc:docMk/>
            <pc:sldMk cId="2374509314" sldId="269"/>
            <ac:spMk id="14" creationId="{142DCE2C-2863-46FA-9BE7-24365A24D9BA}"/>
          </ac:spMkLst>
        </pc:spChg>
        <pc:spChg chg="add del">
          <ac:chgData name="Ožbot, Miha" userId="5fdfeab2-e3ac-40dc-9f9d-ac602c9b72a8" providerId="ADAL" clId="{B69DA118-5076-4EF4-B604-E3375EDC9439}" dt="2022-04-12T15:33:26.014" v="909" actId="26606"/>
          <ac:spMkLst>
            <pc:docMk/>
            <pc:sldMk cId="2374509314" sldId="269"/>
            <ac:spMk id="16" creationId="{D3F51FEB-38FB-4F6C-9F7B-2F2AFAB65463}"/>
          </ac:spMkLst>
        </pc:spChg>
        <pc:spChg chg="add del">
          <ac:chgData name="Ožbot, Miha" userId="5fdfeab2-e3ac-40dc-9f9d-ac602c9b72a8" providerId="ADAL" clId="{B69DA118-5076-4EF4-B604-E3375EDC9439}" dt="2022-04-12T15:33:26.014" v="909" actId="26606"/>
          <ac:spMkLst>
            <pc:docMk/>
            <pc:sldMk cId="2374509314" sldId="269"/>
            <ac:spMk id="17" creationId="{2B566528-1B12-4246-9431-5C2D7D081168}"/>
          </ac:spMkLst>
        </pc:spChg>
        <pc:spChg chg="add del">
          <ac:chgData name="Ožbot, Miha" userId="5fdfeab2-e3ac-40dc-9f9d-ac602c9b72a8" providerId="ADAL" clId="{B69DA118-5076-4EF4-B604-E3375EDC9439}" dt="2022-04-12T15:33:26.014" v="909" actId="26606"/>
          <ac:spMkLst>
            <pc:docMk/>
            <pc:sldMk cId="2374509314" sldId="269"/>
            <ac:spMk id="18" creationId="{1E547BA6-BAE0-43BB-A7CA-60F69CE252F0}"/>
          </ac:spMkLst>
        </pc:spChg>
        <pc:spChg chg="add del">
          <ac:chgData name="Ožbot, Miha" userId="5fdfeab2-e3ac-40dc-9f9d-ac602c9b72a8" providerId="ADAL" clId="{B69DA118-5076-4EF4-B604-E3375EDC9439}" dt="2022-04-12T15:33:26.014" v="909" actId="26606"/>
          <ac:spMkLst>
            <pc:docMk/>
            <pc:sldMk cId="2374509314" sldId="269"/>
            <ac:spMk id="19" creationId="{2E80C965-DB6D-4F81-9E9E-B027384D0BD6}"/>
          </ac:spMkLst>
        </pc:spChg>
        <pc:spChg chg="add del">
          <ac:chgData name="Ožbot, Miha" userId="5fdfeab2-e3ac-40dc-9f9d-ac602c9b72a8" providerId="ADAL" clId="{B69DA118-5076-4EF4-B604-E3375EDC9439}" dt="2022-04-12T15:33:26.014" v="909" actId="26606"/>
          <ac:spMkLst>
            <pc:docMk/>
            <pc:sldMk cId="2374509314" sldId="269"/>
            <ac:spMk id="20" creationId="{A580F890-B085-4E95-96AA-55AEBEC5CE6E}"/>
          </ac:spMkLst>
        </pc:spChg>
        <pc:spChg chg="add del">
          <ac:chgData name="Ožbot, Miha" userId="5fdfeab2-e3ac-40dc-9f9d-ac602c9b72a8" providerId="ADAL" clId="{B69DA118-5076-4EF4-B604-E3375EDC9439}" dt="2022-04-12T15:33:27.046" v="911" actId="26606"/>
          <ac:spMkLst>
            <pc:docMk/>
            <pc:sldMk cId="2374509314" sldId="269"/>
            <ac:spMk id="22" creationId="{C7FA33FF-088D-4F16-95A2-2C64D353DEA8}"/>
          </ac:spMkLst>
        </pc:spChg>
        <pc:spChg chg="add del">
          <ac:chgData name="Ožbot, Miha" userId="5fdfeab2-e3ac-40dc-9f9d-ac602c9b72a8" providerId="ADAL" clId="{B69DA118-5076-4EF4-B604-E3375EDC9439}" dt="2022-04-12T15:33:27.046" v="911" actId="26606"/>
          <ac:spMkLst>
            <pc:docMk/>
            <pc:sldMk cId="2374509314" sldId="269"/>
            <ac:spMk id="23" creationId="{A376EFB1-01CF-419F-ABF1-2AF02BBFCBD1}"/>
          </ac:spMkLst>
        </pc:spChg>
        <pc:spChg chg="add del">
          <ac:chgData name="Ožbot, Miha" userId="5fdfeab2-e3ac-40dc-9f9d-ac602c9b72a8" providerId="ADAL" clId="{B69DA118-5076-4EF4-B604-E3375EDC9439}" dt="2022-04-12T15:33:27.046" v="911" actId="26606"/>
          <ac:spMkLst>
            <pc:docMk/>
            <pc:sldMk cId="2374509314" sldId="269"/>
            <ac:spMk id="24" creationId="{FF9DEA15-78BD-4750-AA18-B9F28A6D5AB8}"/>
          </ac:spMkLst>
        </pc:spChg>
        <pc:spChg chg="add del">
          <ac:chgData name="Ožbot, Miha" userId="5fdfeab2-e3ac-40dc-9f9d-ac602c9b72a8" providerId="ADAL" clId="{B69DA118-5076-4EF4-B604-E3375EDC9439}" dt="2022-04-12T15:33:29.494" v="913" actId="26606"/>
          <ac:spMkLst>
            <pc:docMk/>
            <pc:sldMk cId="2374509314" sldId="269"/>
            <ac:spMk id="26" creationId="{100EDD19-6802-4EC3-95CE-CFFAB042CFD6}"/>
          </ac:spMkLst>
        </pc:spChg>
        <pc:spChg chg="add del">
          <ac:chgData name="Ožbot, Miha" userId="5fdfeab2-e3ac-40dc-9f9d-ac602c9b72a8" providerId="ADAL" clId="{B69DA118-5076-4EF4-B604-E3375EDC9439}" dt="2022-04-12T15:33:29.494" v="913" actId="26606"/>
          <ac:spMkLst>
            <pc:docMk/>
            <pc:sldMk cId="2374509314" sldId="269"/>
            <ac:spMk id="27" creationId="{DB17E863-922E-4C26-BD64-E8FD41D28661}"/>
          </ac:spMkLst>
        </pc:spChg>
        <pc:spChg chg="add del">
          <ac:chgData name="Ožbot, Miha" userId="5fdfeab2-e3ac-40dc-9f9d-ac602c9b72a8" providerId="ADAL" clId="{B69DA118-5076-4EF4-B604-E3375EDC9439}" dt="2022-04-12T15:33:31.758" v="915" actId="26606"/>
          <ac:spMkLst>
            <pc:docMk/>
            <pc:sldMk cId="2374509314" sldId="269"/>
            <ac:spMk id="29" creationId="{09588DA8-065E-4F6F-8EFD-43104AB2E0CF}"/>
          </ac:spMkLst>
        </pc:spChg>
        <pc:spChg chg="add del">
          <ac:chgData name="Ožbot, Miha" userId="5fdfeab2-e3ac-40dc-9f9d-ac602c9b72a8" providerId="ADAL" clId="{B69DA118-5076-4EF4-B604-E3375EDC9439}" dt="2022-04-12T15:33:31.758" v="915" actId="26606"/>
          <ac:spMkLst>
            <pc:docMk/>
            <pc:sldMk cId="2374509314" sldId="269"/>
            <ac:spMk id="30" creationId="{C4285719-470E-454C-AF62-8323075F1F5B}"/>
          </ac:spMkLst>
        </pc:spChg>
        <pc:spChg chg="add del">
          <ac:chgData name="Ožbot, Miha" userId="5fdfeab2-e3ac-40dc-9f9d-ac602c9b72a8" providerId="ADAL" clId="{B69DA118-5076-4EF4-B604-E3375EDC9439}" dt="2022-04-12T15:33:31.758" v="915" actId="26606"/>
          <ac:spMkLst>
            <pc:docMk/>
            <pc:sldMk cId="2374509314" sldId="269"/>
            <ac:spMk id="31" creationId="{CD9FE4EF-C4D8-49A0-B2FF-81D8DB7D8A24}"/>
          </ac:spMkLst>
        </pc:spChg>
        <pc:spChg chg="add del">
          <ac:chgData name="Ožbot, Miha" userId="5fdfeab2-e3ac-40dc-9f9d-ac602c9b72a8" providerId="ADAL" clId="{B69DA118-5076-4EF4-B604-E3375EDC9439}" dt="2022-04-12T15:33:31.758" v="915" actId="26606"/>
          <ac:spMkLst>
            <pc:docMk/>
            <pc:sldMk cId="2374509314" sldId="269"/>
            <ac:spMk id="32" creationId="{4300840D-0A0B-4512-BACA-B439D5B9C57C}"/>
          </ac:spMkLst>
        </pc:spChg>
        <pc:spChg chg="add del">
          <ac:chgData name="Ožbot, Miha" userId="5fdfeab2-e3ac-40dc-9f9d-ac602c9b72a8" providerId="ADAL" clId="{B69DA118-5076-4EF4-B604-E3375EDC9439}" dt="2022-04-12T15:33:31.758" v="915" actId="26606"/>
          <ac:spMkLst>
            <pc:docMk/>
            <pc:sldMk cId="2374509314" sldId="269"/>
            <ac:spMk id="33" creationId="{D2B78728-A580-49A7-84F9-6EF6F583ADE0}"/>
          </ac:spMkLst>
        </pc:spChg>
        <pc:spChg chg="add del">
          <ac:chgData name="Ožbot, Miha" userId="5fdfeab2-e3ac-40dc-9f9d-ac602c9b72a8" providerId="ADAL" clId="{B69DA118-5076-4EF4-B604-E3375EDC9439}" dt="2022-04-12T15:33:31.758" v="915" actId="26606"/>
          <ac:spMkLst>
            <pc:docMk/>
            <pc:sldMk cId="2374509314" sldId="269"/>
            <ac:spMk id="34" creationId="{38FAA1A1-D861-433F-88FA-1E9D6FD31D11}"/>
          </ac:spMkLst>
        </pc:spChg>
        <pc:spChg chg="add del">
          <ac:chgData name="Ožbot, Miha" userId="5fdfeab2-e3ac-40dc-9f9d-ac602c9b72a8" providerId="ADAL" clId="{B69DA118-5076-4EF4-B604-E3375EDC9439}" dt="2022-04-12T15:33:31.758" v="915" actId="26606"/>
          <ac:spMkLst>
            <pc:docMk/>
            <pc:sldMk cId="2374509314" sldId="269"/>
            <ac:spMk id="35" creationId="{8D71EDA1-87BF-4D5D-AB79-F346FD19278A}"/>
          </ac:spMkLst>
        </pc:spChg>
        <pc:spChg chg="add del">
          <ac:chgData name="Ožbot, Miha" userId="5fdfeab2-e3ac-40dc-9f9d-ac602c9b72a8" providerId="ADAL" clId="{B69DA118-5076-4EF4-B604-E3375EDC9439}" dt="2022-04-12T15:33:33.384" v="917" actId="26606"/>
          <ac:spMkLst>
            <pc:docMk/>
            <pc:sldMk cId="2374509314" sldId="269"/>
            <ac:spMk id="37" creationId="{827B839B-9ADE-406B-8590-F1CAEDED45A1}"/>
          </ac:spMkLst>
        </pc:spChg>
        <pc:spChg chg="add del">
          <ac:chgData name="Ožbot, Miha" userId="5fdfeab2-e3ac-40dc-9f9d-ac602c9b72a8" providerId="ADAL" clId="{B69DA118-5076-4EF4-B604-E3375EDC9439}" dt="2022-04-12T15:33:33.384" v="917" actId="26606"/>
          <ac:spMkLst>
            <pc:docMk/>
            <pc:sldMk cId="2374509314" sldId="269"/>
            <ac:spMk id="38" creationId="{CFE45BF0-46DB-408C-B5F7-7B11716805D4}"/>
          </ac:spMkLst>
        </pc:spChg>
        <pc:spChg chg="add del">
          <ac:chgData name="Ožbot, Miha" userId="5fdfeab2-e3ac-40dc-9f9d-ac602c9b72a8" providerId="ADAL" clId="{B69DA118-5076-4EF4-B604-E3375EDC9439}" dt="2022-04-12T15:33:33.384" v="917" actId="26606"/>
          <ac:spMkLst>
            <pc:docMk/>
            <pc:sldMk cId="2374509314" sldId="269"/>
            <ac:spMk id="39" creationId="{2AEBC8F2-97B1-41B4-93F1-2D289E197FBA}"/>
          </ac:spMkLst>
        </pc:spChg>
        <pc:spChg chg="add del">
          <ac:chgData name="Ožbot, Miha" userId="5fdfeab2-e3ac-40dc-9f9d-ac602c9b72a8" providerId="ADAL" clId="{B69DA118-5076-4EF4-B604-E3375EDC9439}" dt="2022-04-12T15:33:33.384" v="917" actId="26606"/>
          <ac:spMkLst>
            <pc:docMk/>
            <pc:sldMk cId="2374509314" sldId="269"/>
            <ac:spMk id="40" creationId="{472E3A19-F5D5-48FC-BB9C-48C2F68F598B}"/>
          </ac:spMkLst>
        </pc:spChg>
        <pc:spChg chg="add del">
          <ac:chgData name="Ožbot, Miha" userId="5fdfeab2-e3ac-40dc-9f9d-ac602c9b72a8" providerId="ADAL" clId="{B69DA118-5076-4EF4-B604-E3375EDC9439}" dt="2022-04-12T15:33:33.384" v="917" actId="26606"/>
          <ac:spMkLst>
            <pc:docMk/>
            <pc:sldMk cId="2374509314" sldId="269"/>
            <ac:spMk id="41" creationId="{7A62E32F-BB65-43A8-8EB5-92346890E549}"/>
          </ac:spMkLst>
        </pc:spChg>
        <pc:spChg chg="add del">
          <ac:chgData name="Ožbot, Miha" userId="5fdfeab2-e3ac-40dc-9f9d-ac602c9b72a8" providerId="ADAL" clId="{B69DA118-5076-4EF4-B604-E3375EDC9439}" dt="2022-04-12T15:33:33.384" v="917" actId="26606"/>
          <ac:spMkLst>
            <pc:docMk/>
            <pc:sldMk cId="2374509314" sldId="269"/>
            <ac:spMk id="42" creationId="{14E91B64-9FCC-451E-AFB4-A827D6329367}"/>
          </ac:spMkLst>
        </pc:spChg>
        <pc:spChg chg="add del">
          <ac:chgData name="Ožbot, Miha" userId="5fdfeab2-e3ac-40dc-9f9d-ac602c9b72a8" providerId="ADAL" clId="{B69DA118-5076-4EF4-B604-E3375EDC9439}" dt="2022-04-12T15:33:33.837" v="919" actId="26606"/>
          <ac:spMkLst>
            <pc:docMk/>
            <pc:sldMk cId="2374509314" sldId="269"/>
            <ac:spMk id="44" creationId="{46D6306C-ED4F-4AAE-B4A5-EEA6AFAD726E}"/>
          </ac:spMkLst>
        </pc:spChg>
        <pc:spChg chg="add del">
          <ac:chgData name="Ožbot, Miha" userId="5fdfeab2-e3ac-40dc-9f9d-ac602c9b72a8" providerId="ADAL" clId="{B69DA118-5076-4EF4-B604-E3375EDC9439}" dt="2022-04-12T15:33:33.837" v="919" actId="26606"/>
          <ac:spMkLst>
            <pc:docMk/>
            <pc:sldMk cId="2374509314" sldId="269"/>
            <ac:spMk id="45" creationId="{0EC5361D-F897-4856-B945-0455A365EB24}"/>
          </ac:spMkLst>
        </pc:spChg>
        <pc:spChg chg="add del">
          <ac:chgData name="Ožbot, Miha" userId="5fdfeab2-e3ac-40dc-9f9d-ac602c9b72a8" providerId="ADAL" clId="{B69DA118-5076-4EF4-B604-E3375EDC9439}" dt="2022-04-12T15:33:33.837" v="919" actId="26606"/>
          <ac:spMkLst>
            <pc:docMk/>
            <pc:sldMk cId="2374509314" sldId="269"/>
            <ac:spMk id="46" creationId="{4508C0C5-2268-42B5-B3C8-4D0899E05F8C}"/>
          </ac:spMkLst>
        </pc:spChg>
        <pc:spChg chg="add del">
          <ac:chgData name="Ožbot, Miha" userId="5fdfeab2-e3ac-40dc-9f9d-ac602c9b72a8" providerId="ADAL" clId="{B69DA118-5076-4EF4-B604-E3375EDC9439}" dt="2022-04-12T15:33:33.837" v="919" actId="26606"/>
          <ac:spMkLst>
            <pc:docMk/>
            <pc:sldMk cId="2374509314" sldId="269"/>
            <ac:spMk id="47" creationId="{141ACBDB-38F8-4B34-8183-BD95B4E55A62}"/>
          </ac:spMkLst>
        </pc:spChg>
        <pc:spChg chg="add del">
          <ac:chgData name="Ožbot, Miha" userId="5fdfeab2-e3ac-40dc-9f9d-ac602c9b72a8" providerId="ADAL" clId="{B69DA118-5076-4EF4-B604-E3375EDC9439}" dt="2022-04-12T15:33:33.837" v="919" actId="26606"/>
          <ac:spMkLst>
            <pc:docMk/>
            <pc:sldMk cId="2374509314" sldId="269"/>
            <ac:spMk id="48" creationId="{DE00DB52-3455-4E2F-867B-A6D0516E175B}"/>
          </ac:spMkLst>
        </pc:spChg>
        <pc:spChg chg="add del">
          <ac:chgData name="Ožbot, Miha" userId="5fdfeab2-e3ac-40dc-9f9d-ac602c9b72a8" providerId="ADAL" clId="{B69DA118-5076-4EF4-B604-E3375EDC9439}" dt="2022-04-12T15:33:33.837" v="919" actId="26606"/>
          <ac:spMkLst>
            <pc:docMk/>
            <pc:sldMk cId="2374509314" sldId="269"/>
            <ac:spMk id="49" creationId="{9E914C83-E0D8-4953-92D5-169D28CB43AE}"/>
          </ac:spMkLst>
        </pc:spChg>
        <pc:spChg chg="add del">
          <ac:chgData name="Ožbot, Miha" userId="5fdfeab2-e3ac-40dc-9f9d-ac602c9b72a8" providerId="ADAL" clId="{B69DA118-5076-4EF4-B604-E3375EDC9439}" dt="2022-04-12T15:33:33.837" v="919" actId="26606"/>
          <ac:spMkLst>
            <pc:docMk/>
            <pc:sldMk cId="2374509314" sldId="269"/>
            <ac:spMk id="50" creationId="{3512E083-F550-46AF-8490-767ECFD00CB7}"/>
          </ac:spMkLst>
        </pc:spChg>
        <pc:spChg chg="add del">
          <ac:chgData name="Ožbot, Miha" userId="5fdfeab2-e3ac-40dc-9f9d-ac602c9b72a8" providerId="ADAL" clId="{B69DA118-5076-4EF4-B604-E3375EDC9439}" dt="2022-04-12T15:33:34.703" v="921" actId="26606"/>
          <ac:spMkLst>
            <pc:docMk/>
            <pc:sldMk cId="2374509314" sldId="269"/>
            <ac:spMk id="52" creationId="{777A147A-9ED8-46B4-8660-1B3C2AA880B5}"/>
          </ac:spMkLst>
        </pc:spChg>
        <pc:spChg chg="add del">
          <ac:chgData name="Ožbot, Miha" userId="5fdfeab2-e3ac-40dc-9f9d-ac602c9b72a8" providerId="ADAL" clId="{B69DA118-5076-4EF4-B604-E3375EDC9439}" dt="2022-04-12T15:33:34.703" v="921" actId="26606"/>
          <ac:spMkLst>
            <pc:docMk/>
            <pc:sldMk cId="2374509314" sldId="269"/>
            <ac:spMk id="53" creationId="{5D6C15A0-C087-4593-8414-2B4EC1CDC3DE}"/>
          </ac:spMkLst>
        </pc:spChg>
        <pc:spChg chg="add del">
          <ac:chgData name="Ožbot, Miha" userId="5fdfeab2-e3ac-40dc-9f9d-ac602c9b72a8" providerId="ADAL" clId="{B69DA118-5076-4EF4-B604-E3375EDC9439}" dt="2022-04-12T15:33:35.206" v="923" actId="26606"/>
          <ac:spMkLst>
            <pc:docMk/>
            <pc:sldMk cId="2374509314" sldId="269"/>
            <ac:spMk id="55" creationId="{DEE2AD96-B495-4E06-9291-B71706F728CB}"/>
          </ac:spMkLst>
        </pc:spChg>
        <pc:spChg chg="add del">
          <ac:chgData name="Ožbot, Miha" userId="5fdfeab2-e3ac-40dc-9f9d-ac602c9b72a8" providerId="ADAL" clId="{B69DA118-5076-4EF4-B604-E3375EDC9439}" dt="2022-04-12T15:33:35.206" v="923" actId="26606"/>
          <ac:spMkLst>
            <pc:docMk/>
            <pc:sldMk cId="2374509314" sldId="269"/>
            <ac:spMk id="56" creationId="{53CF6D67-C5A8-4ADD-9E8E-1E38CA1D3166}"/>
          </ac:spMkLst>
        </pc:spChg>
        <pc:spChg chg="add del">
          <ac:chgData name="Ožbot, Miha" userId="5fdfeab2-e3ac-40dc-9f9d-ac602c9b72a8" providerId="ADAL" clId="{B69DA118-5076-4EF4-B604-E3375EDC9439}" dt="2022-04-12T15:33:35.206" v="923" actId="26606"/>
          <ac:spMkLst>
            <pc:docMk/>
            <pc:sldMk cId="2374509314" sldId="269"/>
            <ac:spMk id="57" creationId="{86909FA0-B515-4681-B7A8-FA281D133B94}"/>
          </ac:spMkLst>
        </pc:spChg>
        <pc:spChg chg="add del">
          <ac:chgData name="Ožbot, Miha" userId="5fdfeab2-e3ac-40dc-9f9d-ac602c9b72a8" providerId="ADAL" clId="{B69DA118-5076-4EF4-B604-E3375EDC9439}" dt="2022-04-12T15:33:35.206" v="923" actId="26606"/>
          <ac:spMkLst>
            <pc:docMk/>
            <pc:sldMk cId="2374509314" sldId="269"/>
            <ac:spMk id="58" creationId="{21C9FE86-FCC3-4A31-AA1C-C882262B7FE7}"/>
          </ac:spMkLst>
        </pc:spChg>
        <pc:spChg chg="add del">
          <ac:chgData name="Ožbot, Miha" userId="5fdfeab2-e3ac-40dc-9f9d-ac602c9b72a8" providerId="ADAL" clId="{B69DA118-5076-4EF4-B604-E3375EDC9439}" dt="2022-04-12T15:33:35.206" v="923" actId="26606"/>
          <ac:spMkLst>
            <pc:docMk/>
            <pc:sldMk cId="2374509314" sldId="269"/>
            <ac:spMk id="59" creationId="{7D96243B-ECED-4B71-8E06-AE9A285EAD20}"/>
          </ac:spMkLst>
        </pc:spChg>
        <pc:spChg chg="add del">
          <ac:chgData name="Ožbot, Miha" userId="5fdfeab2-e3ac-40dc-9f9d-ac602c9b72a8" providerId="ADAL" clId="{B69DA118-5076-4EF4-B604-E3375EDC9439}" dt="2022-04-12T15:33:35.206" v="923" actId="26606"/>
          <ac:spMkLst>
            <pc:docMk/>
            <pc:sldMk cId="2374509314" sldId="269"/>
            <ac:spMk id="60" creationId="{A09989E4-EFDC-4A90-A633-E0525FB4139E}"/>
          </ac:spMkLst>
        </pc:spChg>
        <pc:spChg chg="add del">
          <ac:chgData name="Ožbot, Miha" userId="5fdfeab2-e3ac-40dc-9f9d-ac602c9b72a8" providerId="ADAL" clId="{B69DA118-5076-4EF4-B604-E3375EDC9439}" dt="2022-04-12T15:33:41.687" v="925" actId="26606"/>
          <ac:spMkLst>
            <pc:docMk/>
            <pc:sldMk cId="2374509314" sldId="269"/>
            <ac:spMk id="62" creationId="{1B15ED52-F352-441B-82BF-E0EA34836D08}"/>
          </ac:spMkLst>
        </pc:spChg>
        <pc:spChg chg="add del">
          <ac:chgData name="Ožbot, Miha" userId="5fdfeab2-e3ac-40dc-9f9d-ac602c9b72a8" providerId="ADAL" clId="{B69DA118-5076-4EF4-B604-E3375EDC9439}" dt="2022-04-12T15:33:41.687" v="925" actId="26606"/>
          <ac:spMkLst>
            <pc:docMk/>
            <pc:sldMk cId="2374509314" sldId="269"/>
            <ac:spMk id="63" creationId="{3B2E3793-BFE6-45A2-9B7B-E18844431C99}"/>
          </ac:spMkLst>
        </pc:spChg>
        <pc:spChg chg="add del">
          <ac:chgData name="Ožbot, Miha" userId="5fdfeab2-e3ac-40dc-9f9d-ac602c9b72a8" providerId="ADAL" clId="{B69DA118-5076-4EF4-B604-E3375EDC9439}" dt="2022-04-12T15:33:41.687" v="925" actId="26606"/>
          <ac:spMkLst>
            <pc:docMk/>
            <pc:sldMk cId="2374509314" sldId="269"/>
            <ac:spMk id="64" creationId="{BC4C4868-CB8F-4AF9-9CDB-8108F2C19B67}"/>
          </ac:spMkLst>
        </pc:spChg>
        <pc:spChg chg="add del">
          <ac:chgData name="Ožbot, Miha" userId="5fdfeab2-e3ac-40dc-9f9d-ac602c9b72a8" providerId="ADAL" clId="{B69DA118-5076-4EF4-B604-E3375EDC9439}" dt="2022-04-12T15:33:41.687" v="925" actId="26606"/>
          <ac:spMkLst>
            <pc:docMk/>
            <pc:sldMk cId="2374509314" sldId="269"/>
            <ac:spMk id="65" creationId="{375E0459-6403-40CD-989D-56A4407CA12E}"/>
          </ac:spMkLst>
        </pc:spChg>
        <pc:spChg chg="add del">
          <ac:chgData name="Ožbot, Miha" userId="5fdfeab2-e3ac-40dc-9f9d-ac602c9b72a8" providerId="ADAL" clId="{B69DA118-5076-4EF4-B604-E3375EDC9439}" dt="2022-04-12T15:33:41.687" v="925" actId="26606"/>
          <ac:spMkLst>
            <pc:docMk/>
            <pc:sldMk cId="2374509314" sldId="269"/>
            <ac:spMk id="66" creationId="{53E5B1A8-3AC9-4BD1-9BBC-78CA94F2D1BA}"/>
          </ac:spMkLst>
        </pc:spChg>
        <pc:spChg chg="add del">
          <ac:chgData name="Ožbot, Miha" userId="5fdfeab2-e3ac-40dc-9f9d-ac602c9b72a8" providerId="ADAL" clId="{B69DA118-5076-4EF4-B604-E3375EDC9439}" dt="2022-04-12T15:33:43.085" v="927" actId="26606"/>
          <ac:spMkLst>
            <pc:docMk/>
            <pc:sldMk cId="2374509314" sldId="269"/>
            <ac:spMk id="68" creationId="{827B839B-9ADE-406B-8590-F1CAEDED45A1}"/>
          </ac:spMkLst>
        </pc:spChg>
        <pc:spChg chg="add del">
          <ac:chgData name="Ožbot, Miha" userId="5fdfeab2-e3ac-40dc-9f9d-ac602c9b72a8" providerId="ADAL" clId="{B69DA118-5076-4EF4-B604-E3375EDC9439}" dt="2022-04-12T15:33:43.085" v="927" actId="26606"/>
          <ac:spMkLst>
            <pc:docMk/>
            <pc:sldMk cId="2374509314" sldId="269"/>
            <ac:spMk id="69" creationId="{CFE45BF0-46DB-408C-B5F7-7B11716805D4}"/>
          </ac:spMkLst>
        </pc:spChg>
        <pc:spChg chg="add del">
          <ac:chgData name="Ožbot, Miha" userId="5fdfeab2-e3ac-40dc-9f9d-ac602c9b72a8" providerId="ADAL" clId="{B69DA118-5076-4EF4-B604-E3375EDC9439}" dt="2022-04-12T15:33:43.085" v="927" actId="26606"/>
          <ac:spMkLst>
            <pc:docMk/>
            <pc:sldMk cId="2374509314" sldId="269"/>
            <ac:spMk id="70" creationId="{2AEBC8F2-97B1-41B4-93F1-2D289E197FBA}"/>
          </ac:spMkLst>
        </pc:spChg>
        <pc:spChg chg="add del">
          <ac:chgData name="Ožbot, Miha" userId="5fdfeab2-e3ac-40dc-9f9d-ac602c9b72a8" providerId="ADAL" clId="{B69DA118-5076-4EF4-B604-E3375EDC9439}" dt="2022-04-12T15:33:43.085" v="927" actId="26606"/>
          <ac:spMkLst>
            <pc:docMk/>
            <pc:sldMk cId="2374509314" sldId="269"/>
            <ac:spMk id="71" creationId="{472E3A19-F5D5-48FC-BB9C-48C2F68F598B}"/>
          </ac:spMkLst>
        </pc:spChg>
        <pc:spChg chg="add del">
          <ac:chgData name="Ožbot, Miha" userId="5fdfeab2-e3ac-40dc-9f9d-ac602c9b72a8" providerId="ADAL" clId="{B69DA118-5076-4EF4-B604-E3375EDC9439}" dt="2022-04-12T15:33:43.085" v="927" actId="26606"/>
          <ac:spMkLst>
            <pc:docMk/>
            <pc:sldMk cId="2374509314" sldId="269"/>
            <ac:spMk id="72" creationId="{7A62E32F-BB65-43A8-8EB5-92346890E549}"/>
          </ac:spMkLst>
        </pc:spChg>
        <pc:spChg chg="add del">
          <ac:chgData name="Ožbot, Miha" userId="5fdfeab2-e3ac-40dc-9f9d-ac602c9b72a8" providerId="ADAL" clId="{B69DA118-5076-4EF4-B604-E3375EDC9439}" dt="2022-04-12T15:33:43.085" v="927" actId="26606"/>
          <ac:spMkLst>
            <pc:docMk/>
            <pc:sldMk cId="2374509314" sldId="269"/>
            <ac:spMk id="73" creationId="{14E91B64-9FCC-451E-AFB4-A827D6329367}"/>
          </ac:spMkLst>
        </pc:spChg>
        <pc:spChg chg="add del">
          <ac:chgData name="Ožbot, Miha" userId="5fdfeab2-e3ac-40dc-9f9d-ac602c9b72a8" providerId="ADAL" clId="{B69DA118-5076-4EF4-B604-E3375EDC9439}" dt="2022-04-12T15:33:43.517" v="929" actId="26606"/>
          <ac:spMkLst>
            <pc:docMk/>
            <pc:sldMk cId="2374509314" sldId="269"/>
            <ac:spMk id="75" creationId="{7CB4857B-ED7C-444D-9F04-2F885114A1C2}"/>
          </ac:spMkLst>
        </pc:spChg>
        <pc:spChg chg="add del">
          <ac:chgData name="Ožbot, Miha" userId="5fdfeab2-e3ac-40dc-9f9d-ac602c9b72a8" providerId="ADAL" clId="{B69DA118-5076-4EF4-B604-E3375EDC9439}" dt="2022-04-12T15:33:43.517" v="929" actId="26606"/>
          <ac:spMkLst>
            <pc:docMk/>
            <pc:sldMk cId="2374509314" sldId="269"/>
            <ac:spMk id="76" creationId="{D18046FB-44EA-4FD8-A585-EA09A319B2D0}"/>
          </ac:spMkLst>
        </pc:spChg>
        <pc:spChg chg="add del">
          <ac:chgData name="Ožbot, Miha" userId="5fdfeab2-e3ac-40dc-9f9d-ac602c9b72a8" providerId="ADAL" clId="{B69DA118-5076-4EF4-B604-E3375EDC9439}" dt="2022-04-12T15:33:43.517" v="929" actId="26606"/>
          <ac:spMkLst>
            <pc:docMk/>
            <pc:sldMk cId="2374509314" sldId="269"/>
            <ac:spMk id="77" creationId="{479F5F2B-8B58-4140-AE6A-51F6C67B18D9}"/>
          </ac:spMkLst>
        </pc:spChg>
        <pc:spChg chg="add del">
          <ac:chgData name="Ožbot, Miha" userId="5fdfeab2-e3ac-40dc-9f9d-ac602c9b72a8" providerId="ADAL" clId="{B69DA118-5076-4EF4-B604-E3375EDC9439}" dt="2022-04-12T15:33:44.682" v="931" actId="26606"/>
          <ac:spMkLst>
            <pc:docMk/>
            <pc:sldMk cId="2374509314" sldId="269"/>
            <ac:spMk id="79" creationId="{907EF6B7-1338-4443-8C46-6A318D952DFD}"/>
          </ac:spMkLst>
        </pc:spChg>
        <pc:spChg chg="add del">
          <ac:chgData name="Ožbot, Miha" userId="5fdfeab2-e3ac-40dc-9f9d-ac602c9b72a8" providerId="ADAL" clId="{B69DA118-5076-4EF4-B604-E3375EDC9439}" dt="2022-04-12T15:33:44.682" v="931" actId="26606"/>
          <ac:spMkLst>
            <pc:docMk/>
            <pc:sldMk cId="2374509314" sldId="269"/>
            <ac:spMk id="80" creationId="{DAAE4CDD-124C-4DCF-9584-B6033B545DD5}"/>
          </ac:spMkLst>
        </pc:spChg>
        <pc:spChg chg="add del">
          <ac:chgData name="Ožbot, Miha" userId="5fdfeab2-e3ac-40dc-9f9d-ac602c9b72a8" providerId="ADAL" clId="{B69DA118-5076-4EF4-B604-E3375EDC9439}" dt="2022-04-12T15:33:44.682" v="931" actId="26606"/>
          <ac:spMkLst>
            <pc:docMk/>
            <pc:sldMk cId="2374509314" sldId="269"/>
            <ac:spMk id="81" creationId="{081E4A58-353D-44AE-B2FC-2A74E2E400F7}"/>
          </ac:spMkLst>
        </pc:spChg>
        <pc:spChg chg="add del">
          <ac:chgData name="Ožbot, Miha" userId="5fdfeab2-e3ac-40dc-9f9d-ac602c9b72a8" providerId="ADAL" clId="{B69DA118-5076-4EF4-B604-E3375EDC9439}" dt="2022-04-12T15:33:45.128" v="933" actId="26606"/>
          <ac:spMkLst>
            <pc:docMk/>
            <pc:sldMk cId="2374509314" sldId="269"/>
            <ac:spMk id="83" creationId="{33CD251C-A887-4D2F-925B-FC097198538B}"/>
          </ac:spMkLst>
        </pc:spChg>
        <pc:spChg chg="add del">
          <ac:chgData name="Ožbot, Miha" userId="5fdfeab2-e3ac-40dc-9f9d-ac602c9b72a8" providerId="ADAL" clId="{B69DA118-5076-4EF4-B604-E3375EDC9439}" dt="2022-04-12T15:33:45.128" v="933" actId="26606"/>
          <ac:spMkLst>
            <pc:docMk/>
            <pc:sldMk cId="2374509314" sldId="269"/>
            <ac:spMk id="84" creationId="{B19D093C-27FB-4032-B282-42C4563F257C}"/>
          </ac:spMkLst>
        </pc:spChg>
        <pc:spChg chg="add del">
          <ac:chgData name="Ožbot, Miha" userId="5fdfeab2-e3ac-40dc-9f9d-ac602c9b72a8" providerId="ADAL" clId="{B69DA118-5076-4EF4-B604-E3375EDC9439}" dt="2022-04-12T15:33:48.897" v="935" actId="26606"/>
          <ac:spMkLst>
            <pc:docMk/>
            <pc:sldMk cId="2374509314" sldId="269"/>
            <ac:spMk id="88" creationId="{9228552E-C8B1-4A80-8448-0787CE0FC704}"/>
          </ac:spMkLst>
        </pc:spChg>
        <pc:spChg chg="add del">
          <ac:chgData name="Ožbot, Miha" userId="5fdfeab2-e3ac-40dc-9f9d-ac602c9b72a8" providerId="ADAL" clId="{B69DA118-5076-4EF4-B604-E3375EDC9439}" dt="2022-04-12T15:33:49.483" v="937" actId="26606"/>
          <ac:spMkLst>
            <pc:docMk/>
            <pc:sldMk cId="2374509314" sldId="269"/>
            <ac:spMk id="90" creationId="{7264F718-7FAC-4056-9FA9-A603EC682FE7}"/>
          </ac:spMkLst>
        </pc:spChg>
        <pc:spChg chg="add del">
          <ac:chgData name="Ožbot, Miha" userId="5fdfeab2-e3ac-40dc-9f9d-ac602c9b72a8" providerId="ADAL" clId="{B69DA118-5076-4EF4-B604-E3375EDC9439}" dt="2022-04-12T15:33:49.483" v="937" actId="26606"/>
          <ac:spMkLst>
            <pc:docMk/>
            <pc:sldMk cId="2374509314" sldId="269"/>
            <ac:spMk id="91" creationId="{F74639F7-E3C7-4165-A83E-6386A86BA1DA}"/>
          </ac:spMkLst>
        </pc:spChg>
        <pc:spChg chg="add del">
          <ac:chgData name="Ožbot, Miha" userId="5fdfeab2-e3ac-40dc-9f9d-ac602c9b72a8" providerId="ADAL" clId="{B69DA118-5076-4EF4-B604-E3375EDC9439}" dt="2022-04-12T15:33:49.483" v="937" actId="26606"/>
          <ac:spMkLst>
            <pc:docMk/>
            <pc:sldMk cId="2374509314" sldId="269"/>
            <ac:spMk id="92" creationId="{8B3AF0F1-707A-463E-B5EE-33C63A40CFC9}"/>
          </ac:spMkLst>
        </pc:spChg>
        <pc:spChg chg="add del">
          <ac:chgData name="Ožbot, Miha" userId="5fdfeab2-e3ac-40dc-9f9d-ac602c9b72a8" providerId="ADAL" clId="{B69DA118-5076-4EF4-B604-E3375EDC9439}" dt="2022-04-12T15:33:49.483" v="937" actId="26606"/>
          <ac:spMkLst>
            <pc:docMk/>
            <pc:sldMk cId="2374509314" sldId="269"/>
            <ac:spMk id="93" creationId="{E5C10B8F-0F49-47BB-9E2B-012BBFAC83C1}"/>
          </ac:spMkLst>
        </pc:spChg>
        <pc:spChg chg="add del">
          <ac:chgData name="Ožbot, Miha" userId="5fdfeab2-e3ac-40dc-9f9d-ac602c9b72a8" providerId="ADAL" clId="{B69DA118-5076-4EF4-B604-E3375EDC9439}" dt="2022-04-12T15:33:50.446" v="939" actId="26606"/>
          <ac:spMkLst>
            <pc:docMk/>
            <pc:sldMk cId="2374509314" sldId="269"/>
            <ac:spMk id="95" creationId="{CB299CAB-C506-454B-90FC-4065728297D3}"/>
          </ac:spMkLst>
        </pc:spChg>
        <pc:spChg chg="add del">
          <ac:chgData name="Ožbot, Miha" userId="5fdfeab2-e3ac-40dc-9f9d-ac602c9b72a8" providerId="ADAL" clId="{B69DA118-5076-4EF4-B604-E3375EDC9439}" dt="2022-04-12T15:33:50.446" v="939" actId="26606"/>
          <ac:spMkLst>
            <pc:docMk/>
            <pc:sldMk cId="2374509314" sldId="269"/>
            <ac:spMk id="96" creationId="{C8D99311-F254-40F1-8AB5-EE3E7B9B6872}"/>
          </ac:spMkLst>
        </pc:spChg>
        <pc:spChg chg="add del">
          <ac:chgData name="Ožbot, Miha" userId="5fdfeab2-e3ac-40dc-9f9d-ac602c9b72a8" providerId="ADAL" clId="{B69DA118-5076-4EF4-B604-E3375EDC9439}" dt="2022-04-12T15:33:50.446" v="939" actId="26606"/>
          <ac:spMkLst>
            <pc:docMk/>
            <pc:sldMk cId="2374509314" sldId="269"/>
            <ac:spMk id="97" creationId="{7D89E3CB-00ED-4691-9F0F-F23EA3564705}"/>
          </ac:spMkLst>
        </pc:spChg>
        <pc:spChg chg="add del">
          <ac:chgData name="Ožbot, Miha" userId="5fdfeab2-e3ac-40dc-9f9d-ac602c9b72a8" providerId="ADAL" clId="{B69DA118-5076-4EF4-B604-E3375EDC9439}" dt="2022-04-12T15:33:50.446" v="939" actId="26606"/>
          <ac:spMkLst>
            <pc:docMk/>
            <pc:sldMk cId="2374509314" sldId="269"/>
            <ac:spMk id="98" creationId="{E5C10B8F-0F49-47BB-9E2B-012BBFAC83C1}"/>
          </ac:spMkLst>
        </pc:spChg>
        <pc:spChg chg="add del">
          <ac:chgData name="Ožbot, Miha" userId="5fdfeab2-e3ac-40dc-9f9d-ac602c9b72a8" providerId="ADAL" clId="{B69DA118-5076-4EF4-B604-E3375EDC9439}" dt="2022-04-12T15:34:33.358" v="958" actId="26606"/>
          <ac:spMkLst>
            <pc:docMk/>
            <pc:sldMk cId="2374509314" sldId="269"/>
            <ac:spMk id="99" creationId="{2EC40DB1-B719-4A13-9A4D-0966B4B27866}"/>
          </ac:spMkLst>
        </pc:spChg>
        <pc:spChg chg="add del">
          <ac:chgData name="Ožbot, Miha" userId="5fdfeab2-e3ac-40dc-9f9d-ac602c9b72a8" providerId="ADAL" clId="{B69DA118-5076-4EF4-B604-E3375EDC9439}" dt="2022-04-12T15:33:51.222" v="941" actId="26606"/>
          <ac:spMkLst>
            <pc:docMk/>
            <pc:sldMk cId="2374509314" sldId="269"/>
            <ac:spMk id="100" creationId="{4BC99CB9-DDAD-44A2-8A1C-E3AF4E72DF5C}"/>
          </ac:spMkLst>
        </pc:spChg>
        <pc:spChg chg="add del">
          <ac:chgData name="Ožbot, Miha" userId="5fdfeab2-e3ac-40dc-9f9d-ac602c9b72a8" providerId="ADAL" clId="{B69DA118-5076-4EF4-B604-E3375EDC9439}" dt="2022-04-12T15:33:51.222" v="941" actId="26606"/>
          <ac:spMkLst>
            <pc:docMk/>
            <pc:sldMk cId="2374509314" sldId="269"/>
            <ac:spMk id="101" creationId="{64053CBF-3932-45FF-8285-EE5146085F3A}"/>
          </ac:spMkLst>
        </pc:spChg>
        <pc:spChg chg="add del">
          <ac:chgData name="Ožbot, Miha" userId="5fdfeab2-e3ac-40dc-9f9d-ac602c9b72a8" providerId="ADAL" clId="{B69DA118-5076-4EF4-B604-E3375EDC9439}" dt="2022-04-12T15:33:51.222" v="941" actId="26606"/>
          <ac:spMkLst>
            <pc:docMk/>
            <pc:sldMk cId="2374509314" sldId="269"/>
            <ac:spMk id="106" creationId="{E5C10B8F-0F49-47BB-9E2B-012BBFAC83C1}"/>
          </ac:spMkLst>
        </pc:spChg>
        <pc:spChg chg="add del">
          <ac:chgData name="Ožbot, Miha" userId="5fdfeab2-e3ac-40dc-9f9d-ac602c9b72a8" providerId="ADAL" clId="{B69DA118-5076-4EF4-B604-E3375EDC9439}" dt="2022-04-12T15:33:51.708" v="943" actId="26606"/>
          <ac:spMkLst>
            <pc:docMk/>
            <pc:sldMk cId="2374509314" sldId="269"/>
            <ac:spMk id="112" creationId="{18873D23-2DCF-4B31-A009-95721C06E8E1}"/>
          </ac:spMkLst>
        </pc:spChg>
        <pc:spChg chg="add del">
          <ac:chgData name="Ožbot, Miha" userId="5fdfeab2-e3ac-40dc-9f9d-ac602c9b72a8" providerId="ADAL" clId="{B69DA118-5076-4EF4-B604-E3375EDC9439}" dt="2022-04-12T15:33:51.708" v="943" actId="26606"/>
          <ac:spMkLst>
            <pc:docMk/>
            <pc:sldMk cId="2374509314" sldId="269"/>
            <ac:spMk id="113" creationId="{C13EF075-D4EF-4929-ADBC-91B27DA19955}"/>
          </ac:spMkLst>
        </pc:spChg>
        <pc:spChg chg="add del">
          <ac:chgData name="Ožbot, Miha" userId="5fdfeab2-e3ac-40dc-9f9d-ac602c9b72a8" providerId="ADAL" clId="{B69DA118-5076-4EF4-B604-E3375EDC9439}" dt="2022-04-12T15:33:51.708" v="943" actId="26606"/>
          <ac:spMkLst>
            <pc:docMk/>
            <pc:sldMk cId="2374509314" sldId="269"/>
            <ac:spMk id="119" creationId="{E5C10B8F-0F49-47BB-9E2B-012BBFAC83C1}"/>
          </ac:spMkLst>
        </pc:spChg>
        <pc:spChg chg="add del">
          <ac:chgData name="Ožbot, Miha" userId="5fdfeab2-e3ac-40dc-9f9d-ac602c9b72a8" providerId="ADAL" clId="{B69DA118-5076-4EF4-B604-E3375EDC9439}" dt="2022-04-12T15:33:55.911" v="945" actId="26606"/>
          <ac:spMkLst>
            <pc:docMk/>
            <pc:sldMk cId="2374509314" sldId="269"/>
            <ac:spMk id="121" creationId="{AC17DE74-01C9-4859-B65A-85CF999E8580}"/>
          </ac:spMkLst>
        </pc:spChg>
        <pc:spChg chg="add del">
          <ac:chgData name="Ožbot, Miha" userId="5fdfeab2-e3ac-40dc-9f9d-ac602c9b72a8" providerId="ADAL" clId="{B69DA118-5076-4EF4-B604-E3375EDC9439}" dt="2022-04-12T15:33:55.911" v="945" actId="26606"/>
          <ac:spMkLst>
            <pc:docMk/>
            <pc:sldMk cId="2374509314" sldId="269"/>
            <ac:spMk id="122" creationId="{068C0432-0E90-4CC1-8CD3-D44A90DF07EF}"/>
          </ac:spMkLst>
        </pc:spChg>
        <pc:spChg chg="add del">
          <ac:chgData name="Ožbot, Miha" userId="5fdfeab2-e3ac-40dc-9f9d-ac602c9b72a8" providerId="ADAL" clId="{B69DA118-5076-4EF4-B604-E3375EDC9439}" dt="2022-04-12T15:33:55.911" v="945" actId="26606"/>
          <ac:spMkLst>
            <pc:docMk/>
            <pc:sldMk cId="2374509314" sldId="269"/>
            <ac:spMk id="123" creationId="{E5C10B8F-0F49-47BB-9E2B-012BBFAC83C1}"/>
          </ac:spMkLst>
        </pc:spChg>
        <pc:spChg chg="add del">
          <ac:chgData name="Ožbot, Miha" userId="5fdfeab2-e3ac-40dc-9f9d-ac602c9b72a8" providerId="ADAL" clId="{B69DA118-5076-4EF4-B604-E3375EDC9439}" dt="2022-04-12T15:33:59.324" v="947" actId="26606"/>
          <ac:spMkLst>
            <pc:docMk/>
            <pc:sldMk cId="2374509314" sldId="269"/>
            <ac:spMk id="125" creationId="{18873D23-2DCF-4B31-A009-95721C06E8E1}"/>
          </ac:spMkLst>
        </pc:spChg>
        <pc:spChg chg="add del">
          <ac:chgData name="Ožbot, Miha" userId="5fdfeab2-e3ac-40dc-9f9d-ac602c9b72a8" providerId="ADAL" clId="{B69DA118-5076-4EF4-B604-E3375EDC9439}" dt="2022-04-12T15:33:59.324" v="947" actId="26606"/>
          <ac:spMkLst>
            <pc:docMk/>
            <pc:sldMk cId="2374509314" sldId="269"/>
            <ac:spMk id="126" creationId="{C13EF075-D4EF-4929-ADBC-91B27DA19955}"/>
          </ac:spMkLst>
        </pc:spChg>
        <pc:spChg chg="add del">
          <ac:chgData name="Ožbot, Miha" userId="5fdfeab2-e3ac-40dc-9f9d-ac602c9b72a8" providerId="ADAL" clId="{B69DA118-5076-4EF4-B604-E3375EDC9439}" dt="2022-04-12T15:33:59.324" v="947" actId="26606"/>
          <ac:spMkLst>
            <pc:docMk/>
            <pc:sldMk cId="2374509314" sldId="269"/>
            <ac:spMk id="131" creationId="{E5C10B8F-0F49-47BB-9E2B-012BBFAC83C1}"/>
          </ac:spMkLst>
        </pc:spChg>
        <pc:spChg chg="add del">
          <ac:chgData name="Ožbot, Miha" userId="5fdfeab2-e3ac-40dc-9f9d-ac602c9b72a8" providerId="ADAL" clId="{B69DA118-5076-4EF4-B604-E3375EDC9439}" dt="2022-04-12T15:34:00.644" v="949" actId="26606"/>
          <ac:spMkLst>
            <pc:docMk/>
            <pc:sldMk cId="2374509314" sldId="269"/>
            <ac:spMk id="133" creationId="{DFF2AC85-FAA0-4844-813F-83C04D7382E2}"/>
          </ac:spMkLst>
        </pc:spChg>
        <pc:spChg chg="add del">
          <ac:chgData name="Ožbot, Miha" userId="5fdfeab2-e3ac-40dc-9f9d-ac602c9b72a8" providerId="ADAL" clId="{B69DA118-5076-4EF4-B604-E3375EDC9439}" dt="2022-04-12T15:34:00.644" v="949" actId="26606"/>
          <ac:spMkLst>
            <pc:docMk/>
            <pc:sldMk cId="2374509314" sldId="269"/>
            <ac:spMk id="134" creationId="{89CC0F1E-BAA2-47B1-8F83-7ECB9FD9E009}"/>
          </ac:spMkLst>
        </pc:spChg>
        <pc:spChg chg="add del">
          <ac:chgData name="Ožbot, Miha" userId="5fdfeab2-e3ac-40dc-9f9d-ac602c9b72a8" providerId="ADAL" clId="{B69DA118-5076-4EF4-B604-E3375EDC9439}" dt="2022-04-12T15:34:00.644" v="949" actId="26606"/>
          <ac:spMkLst>
            <pc:docMk/>
            <pc:sldMk cId="2374509314" sldId="269"/>
            <ac:spMk id="135" creationId="{E5C10B8F-0F49-47BB-9E2B-012BBFAC83C1}"/>
          </ac:spMkLst>
        </pc:spChg>
        <pc:spChg chg="add del">
          <ac:chgData name="Ožbot, Miha" userId="5fdfeab2-e3ac-40dc-9f9d-ac602c9b72a8" providerId="ADAL" clId="{B69DA118-5076-4EF4-B604-E3375EDC9439}" dt="2022-04-12T15:34:01.012" v="951" actId="26606"/>
          <ac:spMkLst>
            <pc:docMk/>
            <pc:sldMk cId="2374509314" sldId="269"/>
            <ac:spMk id="137" creationId="{B6CDA21F-E7AF-4C75-8395-33F58D5B0E45}"/>
          </ac:spMkLst>
        </pc:spChg>
        <pc:spChg chg="add del">
          <ac:chgData name="Ožbot, Miha" userId="5fdfeab2-e3ac-40dc-9f9d-ac602c9b72a8" providerId="ADAL" clId="{B69DA118-5076-4EF4-B604-E3375EDC9439}" dt="2022-04-12T15:34:01.012" v="951" actId="26606"/>
          <ac:spMkLst>
            <pc:docMk/>
            <pc:sldMk cId="2374509314" sldId="269"/>
            <ac:spMk id="140" creationId="{D5B0017B-2ECA-49AF-B397-DC140825DF8D}"/>
          </ac:spMkLst>
        </pc:spChg>
        <pc:spChg chg="add del">
          <ac:chgData name="Ožbot, Miha" userId="5fdfeab2-e3ac-40dc-9f9d-ac602c9b72a8" providerId="ADAL" clId="{B69DA118-5076-4EF4-B604-E3375EDC9439}" dt="2022-04-12T15:34:01.012" v="951" actId="26606"/>
          <ac:spMkLst>
            <pc:docMk/>
            <pc:sldMk cId="2374509314" sldId="269"/>
            <ac:spMk id="141" creationId="{E5C10B8F-0F49-47BB-9E2B-012BBFAC83C1}"/>
          </ac:spMkLst>
        </pc:spChg>
        <pc:spChg chg="add del">
          <ac:chgData name="Ožbot, Miha" userId="5fdfeab2-e3ac-40dc-9f9d-ac602c9b72a8" providerId="ADAL" clId="{B69DA118-5076-4EF4-B604-E3375EDC9439}" dt="2022-04-12T15:34:02.297" v="953" actId="26606"/>
          <ac:spMkLst>
            <pc:docMk/>
            <pc:sldMk cId="2374509314" sldId="269"/>
            <ac:spMk id="144" creationId="{429917F3-0560-4C6F-B265-458B218C4B87}"/>
          </ac:spMkLst>
        </pc:spChg>
        <pc:spChg chg="add del">
          <ac:chgData name="Ožbot, Miha" userId="5fdfeab2-e3ac-40dc-9f9d-ac602c9b72a8" providerId="ADAL" clId="{B69DA118-5076-4EF4-B604-E3375EDC9439}" dt="2022-04-12T15:34:02.297" v="953" actId="26606"/>
          <ac:spMkLst>
            <pc:docMk/>
            <pc:sldMk cId="2374509314" sldId="269"/>
            <ac:spMk id="148" creationId="{E5C10B8F-0F49-47BB-9E2B-012BBFAC83C1}"/>
          </ac:spMkLst>
        </pc:spChg>
        <pc:spChg chg="add del">
          <ac:chgData name="Ožbot, Miha" userId="5fdfeab2-e3ac-40dc-9f9d-ac602c9b72a8" providerId="ADAL" clId="{B69DA118-5076-4EF4-B604-E3375EDC9439}" dt="2022-04-12T15:34:50.398" v="979" actId="26606"/>
          <ac:spMkLst>
            <pc:docMk/>
            <pc:sldMk cId="2374509314" sldId="269"/>
            <ac:spMk id="150" creationId="{C9A36457-A5F4-4103-A443-02581C09185B}"/>
          </ac:spMkLst>
        </pc:spChg>
        <pc:spChg chg="add del">
          <ac:chgData name="Ožbot, Miha" userId="5fdfeab2-e3ac-40dc-9f9d-ac602c9b72a8" providerId="ADAL" clId="{B69DA118-5076-4EF4-B604-E3375EDC9439}" dt="2022-04-12T15:34:50.398" v="979" actId="26606"/>
          <ac:spMkLst>
            <pc:docMk/>
            <pc:sldMk cId="2374509314" sldId="269"/>
            <ac:spMk id="151" creationId="{AA5CF486-D9E5-4A66-898A-F3D62B81B15E}"/>
          </ac:spMkLst>
        </pc:spChg>
        <pc:spChg chg="add mod">
          <ac:chgData name="Ožbot, Miha" userId="5fdfeab2-e3ac-40dc-9f9d-ac602c9b72a8" providerId="ADAL" clId="{B69DA118-5076-4EF4-B604-E3375EDC9439}" dt="2022-04-12T15:38:18.400" v="1061" actId="20577"/>
          <ac:spMkLst>
            <pc:docMk/>
            <pc:sldMk cId="2374509314" sldId="269"/>
            <ac:spMk id="152" creationId="{E5C10B8F-0F49-47BB-9E2B-012BBFAC83C1}"/>
          </ac:spMkLst>
        </pc:spChg>
        <pc:spChg chg="add del">
          <ac:chgData name="Ožbot, Miha" userId="5fdfeab2-e3ac-40dc-9f9d-ac602c9b72a8" providerId="ADAL" clId="{B69DA118-5076-4EF4-B604-E3375EDC9439}" dt="2022-04-12T15:34:33.358" v="958" actId="26606"/>
          <ac:spMkLst>
            <pc:docMk/>
            <pc:sldMk cId="2374509314" sldId="269"/>
            <ac:spMk id="154" creationId="{76EFD3D9-44F0-4267-BCC1-1613E79D8274}"/>
          </ac:spMkLst>
        </pc:spChg>
        <pc:spChg chg="add del">
          <ac:chgData name="Ožbot, Miha" userId="5fdfeab2-e3ac-40dc-9f9d-ac602c9b72a8" providerId="ADAL" clId="{B69DA118-5076-4EF4-B604-E3375EDC9439}" dt="2022-04-12T15:34:33.358" v="958" actId="26606"/>
          <ac:spMkLst>
            <pc:docMk/>
            <pc:sldMk cId="2374509314" sldId="269"/>
            <ac:spMk id="155" creationId="{A779A851-95D6-41AF-937A-B0E4B7F6FA8D}"/>
          </ac:spMkLst>
        </pc:spChg>
        <pc:spChg chg="add del">
          <ac:chgData name="Ožbot, Miha" userId="5fdfeab2-e3ac-40dc-9f9d-ac602c9b72a8" providerId="ADAL" clId="{B69DA118-5076-4EF4-B604-E3375EDC9439}" dt="2022-04-12T15:34:33.358" v="958" actId="26606"/>
          <ac:spMkLst>
            <pc:docMk/>
            <pc:sldMk cId="2374509314" sldId="269"/>
            <ac:spMk id="156" creationId="{953FB2E7-B6CB-429C-81EB-D9516D6D5C8D}"/>
          </ac:spMkLst>
        </pc:spChg>
        <pc:spChg chg="add del">
          <ac:chgData name="Ožbot, Miha" userId="5fdfeab2-e3ac-40dc-9f9d-ac602c9b72a8" providerId="ADAL" clId="{B69DA118-5076-4EF4-B604-E3375EDC9439}" dt="2022-04-12T15:34:33.358" v="958" actId="26606"/>
          <ac:spMkLst>
            <pc:docMk/>
            <pc:sldMk cId="2374509314" sldId="269"/>
            <ac:spMk id="157" creationId="{82211336-CFF3-412D-868A-6679C1004C45}"/>
          </ac:spMkLst>
        </pc:spChg>
        <pc:spChg chg="add del">
          <ac:chgData name="Ožbot, Miha" userId="5fdfeab2-e3ac-40dc-9f9d-ac602c9b72a8" providerId="ADAL" clId="{B69DA118-5076-4EF4-B604-E3375EDC9439}" dt="2022-04-12T15:34:34.446" v="960" actId="26606"/>
          <ac:spMkLst>
            <pc:docMk/>
            <pc:sldMk cId="2374509314" sldId="269"/>
            <ac:spMk id="159" creationId="{9264D464-898B-4908-88FD-33A83D6ED64E}"/>
          </ac:spMkLst>
        </pc:spChg>
        <pc:spChg chg="add del">
          <ac:chgData name="Ožbot, Miha" userId="5fdfeab2-e3ac-40dc-9f9d-ac602c9b72a8" providerId="ADAL" clId="{B69DA118-5076-4EF4-B604-E3375EDC9439}" dt="2022-04-12T15:34:34.446" v="960" actId="26606"/>
          <ac:spMkLst>
            <pc:docMk/>
            <pc:sldMk cId="2374509314" sldId="269"/>
            <ac:spMk id="160" creationId="{F0BC1D9E-4401-4EC0-88FD-ED103CB570EA}"/>
          </ac:spMkLst>
        </pc:spChg>
        <pc:spChg chg="add del">
          <ac:chgData name="Ožbot, Miha" userId="5fdfeab2-e3ac-40dc-9f9d-ac602c9b72a8" providerId="ADAL" clId="{B69DA118-5076-4EF4-B604-E3375EDC9439}" dt="2022-04-12T15:34:34.446" v="960" actId="26606"/>
          <ac:spMkLst>
            <pc:docMk/>
            <pc:sldMk cId="2374509314" sldId="269"/>
            <ac:spMk id="161" creationId="{B0AAF7C9-094E-400C-A428-F6C2262F6527}"/>
          </ac:spMkLst>
        </pc:spChg>
        <pc:spChg chg="add del">
          <ac:chgData name="Ožbot, Miha" userId="5fdfeab2-e3ac-40dc-9f9d-ac602c9b72a8" providerId="ADAL" clId="{B69DA118-5076-4EF4-B604-E3375EDC9439}" dt="2022-04-12T15:34:34.446" v="960" actId="26606"/>
          <ac:spMkLst>
            <pc:docMk/>
            <pc:sldMk cId="2374509314" sldId="269"/>
            <ac:spMk id="162" creationId="{6200B311-3585-4069-AAC6-CD443FA5B8AD}"/>
          </ac:spMkLst>
        </pc:spChg>
        <pc:spChg chg="add del">
          <ac:chgData name="Ožbot, Miha" userId="5fdfeab2-e3ac-40dc-9f9d-ac602c9b72a8" providerId="ADAL" clId="{B69DA118-5076-4EF4-B604-E3375EDC9439}" dt="2022-04-12T15:34:35.751" v="962" actId="26606"/>
          <ac:spMkLst>
            <pc:docMk/>
            <pc:sldMk cId="2374509314" sldId="269"/>
            <ac:spMk id="164" creationId="{CB299CAB-C506-454B-90FC-4065728297D3}"/>
          </ac:spMkLst>
        </pc:spChg>
        <pc:spChg chg="add del">
          <ac:chgData name="Ožbot, Miha" userId="5fdfeab2-e3ac-40dc-9f9d-ac602c9b72a8" providerId="ADAL" clId="{B69DA118-5076-4EF4-B604-E3375EDC9439}" dt="2022-04-12T15:34:35.751" v="962" actId="26606"/>
          <ac:spMkLst>
            <pc:docMk/>
            <pc:sldMk cId="2374509314" sldId="269"/>
            <ac:spMk id="165" creationId="{C8D99311-F254-40F1-8AB5-EE3E7B9B6872}"/>
          </ac:spMkLst>
        </pc:spChg>
        <pc:spChg chg="add del">
          <ac:chgData name="Ožbot, Miha" userId="5fdfeab2-e3ac-40dc-9f9d-ac602c9b72a8" providerId="ADAL" clId="{B69DA118-5076-4EF4-B604-E3375EDC9439}" dt="2022-04-12T15:34:35.751" v="962" actId="26606"/>
          <ac:spMkLst>
            <pc:docMk/>
            <pc:sldMk cId="2374509314" sldId="269"/>
            <ac:spMk id="166" creationId="{7D89E3CB-00ED-4691-9F0F-F23EA3564705}"/>
          </ac:spMkLst>
        </pc:spChg>
        <pc:spChg chg="add del">
          <ac:chgData name="Ožbot, Miha" userId="5fdfeab2-e3ac-40dc-9f9d-ac602c9b72a8" providerId="ADAL" clId="{B69DA118-5076-4EF4-B604-E3375EDC9439}" dt="2022-04-12T15:34:37.879" v="964" actId="26606"/>
          <ac:spMkLst>
            <pc:docMk/>
            <pc:sldMk cId="2374509314" sldId="269"/>
            <ac:spMk id="168" creationId="{1E234CF4-802C-4AA1-B540-36C3B838C462}"/>
          </ac:spMkLst>
        </pc:spChg>
        <pc:spChg chg="add del">
          <ac:chgData name="Ožbot, Miha" userId="5fdfeab2-e3ac-40dc-9f9d-ac602c9b72a8" providerId="ADAL" clId="{B69DA118-5076-4EF4-B604-E3375EDC9439}" dt="2022-04-12T15:34:37.879" v="964" actId="26606"/>
          <ac:spMkLst>
            <pc:docMk/>
            <pc:sldMk cId="2374509314" sldId="269"/>
            <ac:spMk id="169" creationId="{A5271697-90F1-4A23-8EF2-0179F2EAFACB}"/>
          </ac:spMkLst>
        </pc:spChg>
        <pc:spChg chg="add del">
          <ac:chgData name="Ožbot, Miha" userId="5fdfeab2-e3ac-40dc-9f9d-ac602c9b72a8" providerId="ADAL" clId="{B69DA118-5076-4EF4-B604-E3375EDC9439}" dt="2022-04-12T15:34:37.879" v="964" actId="26606"/>
          <ac:spMkLst>
            <pc:docMk/>
            <pc:sldMk cId="2374509314" sldId="269"/>
            <ac:spMk id="170" creationId="{D9F5512A-48E1-4C07-B75E-3CCC517B6804}"/>
          </ac:spMkLst>
        </pc:spChg>
        <pc:spChg chg="add del">
          <ac:chgData name="Ožbot, Miha" userId="5fdfeab2-e3ac-40dc-9f9d-ac602c9b72a8" providerId="ADAL" clId="{B69DA118-5076-4EF4-B604-E3375EDC9439}" dt="2022-04-12T15:34:37.879" v="964" actId="26606"/>
          <ac:spMkLst>
            <pc:docMk/>
            <pc:sldMk cId="2374509314" sldId="269"/>
            <ac:spMk id="171" creationId="{9D800584-727A-48CF-8223-244AD9717CAA}"/>
          </ac:spMkLst>
        </pc:spChg>
        <pc:spChg chg="add del">
          <ac:chgData name="Ožbot, Miha" userId="5fdfeab2-e3ac-40dc-9f9d-ac602c9b72a8" providerId="ADAL" clId="{B69DA118-5076-4EF4-B604-E3375EDC9439}" dt="2022-04-12T15:34:42.398" v="966" actId="26606"/>
          <ac:spMkLst>
            <pc:docMk/>
            <pc:sldMk cId="2374509314" sldId="269"/>
            <ac:spMk id="182" creationId="{43C823D3-D619-407C-89E0-C6F6B1E7A42A}"/>
          </ac:spMkLst>
        </pc:spChg>
        <pc:spChg chg="add del">
          <ac:chgData name="Ožbot, Miha" userId="5fdfeab2-e3ac-40dc-9f9d-ac602c9b72a8" providerId="ADAL" clId="{B69DA118-5076-4EF4-B604-E3375EDC9439}" dt="2022-04-12T15:34:42.398" v="966" actId="26606"/>
          <ac:spMkLst>
            <pc:docMk/>
            <pc:sldMk cId="2374509314" sldId="269"/>
            <ac:spMk id="183" creationId="{047F8E3E-2FFA-4A0F-B3C7-E57ADDCFB415}"/>
          </ac:spMkLst>
        </pc:spChg>
        <pc:spChg chg="add del">
          <ac:chgData name="Ožbot, Miha" userId="5fdfeab2-e3ac-40dc-9f9d-ac602c9b72a8" providerId="ADAL" clId="{B69DA118-5076-4EF4-B604-E3375EDC9439}" dt="2022-04-12T15:34:44.191" v="968" actId="26606"/>
          <ac:spMkLst>
            <pc:docMk/>
            <pc:sldMk cId="2374509314" sldId="269"/>
            <ac:spMk id="195" creationId="{081EA652-8C6A-4E69-BEB9-170809474553}"/>
          </ac:spMkLst>
        </pc:spChg>
        <pc:spChg chg="add del">
          <ac:chgData name="Ožbot, Miha" userId="5fdfeab2-e3ac-40dc-9f9d-ac602c9b72a8" providerId="ADAL" clId="{B69DA118-5076-4EF4-B604-E3375EDC9439}" dt="2022-04-12T15:34:44.191" v="968" actId="26606"/>
          <ac:spMkLst>
            <pc:docMk/>
            <pc:sldMk cId="2374509314" sldId="269"/>
            <ac:spMk id="196" creationId="{5298780A-33B9-4EA2-8F67-DE68AD62841B}"/>
          </ac:spMkLst>
        </pc:spChg>
        <pc:spChg chg="add del">
          <ac:chgData name="Ožbot, Miha" userId="5fdfeab2-e3ac-40dc-9f9d-ac602c9b72a8" providerId="ADAL" clId="{B69DA118-5076-4EF4-B604-E3375EDC9439}" dt="2022-04-12T15:34:44.191" v="968" actId="26606"/>
          <ac:spMkLst>
            <pc:docMk/>
            <pc:sldMk cId="2374509314" sldId="269"/>
            <ac:spMk id="197" creationId="{7F488E8B-4E1E-4402-8935-D4E6C02615C7}"/>
          </ac:spMkLst>
        </pc:spChg>
        <pc:spChg chg="add del">
          <ac:chgData name="Ožbot, Miha" userId="5fdfeab2-e3ac-40dc-9f9d-ac602c9b72a8" providerId="ADAL" clId="{B69DA118-5076-4EF4-B604-E3375EDC9439}" dt="2022-04-12T15:34:45.341" v="970" actId="26606"/>
          <ac:spMkLst>
            <pc:docMk/>
            <pc:sldMk cId="2374509314" sldId="269"/>
            <ac:spMk id="200" creationId="{4DA718D0-4865-4629-8134-44F68D41D574}"/>
          </ac:spMkLst>
        </pc:spChg>
        <pc:spChg chg="add del">
          <ac:chgData name="Ožbot, Miha" userId="5fdfeab2-e3ac-40dc-9f9d-ac602c9b72a8" providerId="ADAL" clId="{B69DA118-5076-4EF4-B604-E3375EDC9439}" dt="2022-04-12T15:34:45.341" v="970" actId="26606"/>
          <ac:spMkLst>
            <pc:docMk/>
            <pc:sldMk cId="2374509314" sldId="269"/>
            <ac:spMk id="204" creationId="{CBC4F608-B4B8-48C3-9572-C0F061B1CD99}"/>
          </ac:spMkLst>
        </pc:spChg>
        <pc:spChg chg="add del">
          <ac:chgData name="Ožbot, Miha" userId="5fdfeab2-e3ac-40dc-9f9d-ac602c9b72a8" providerId="ADAL" clId="{B69DA118-5076-4EF4-B604-E3375EDC9439}" dt="2022-04-12T15:34:46.158" v="972" actId="26606"/>
          <ac:spMkLst>
            <pc:docMk/>
            <pc:sldMk cId="2374509314" sldId="269"/>
            <ac:spMk id="206" creationId="{DE7FFD28-545C-4C88-A2E7-152FB234C92C}"/>
          </ac:spMkLst>
        </pc:spChg>
        <pc:spChg chg="add del">
          <ac:chgData name="Ožbot, Miha" userId="5fdfeab2-e3ac-40dc-9f9d-ac602c9b72a8" providerId="ADAL" clId="{B69DA118-5076-4EF4-B604-E3375EDC9439}" dt="2022-04-12T15:34:47.414" v="974" actId="26606"/>
          <ac:spMkLst>
            <pc:docMk/>
            <pc:sldMk cId="2374509314" sldId="269"/>
            <ac:spMk id="208" creationId="{4DA718D0-4865-4629-8134-44F68D41D574}"/>
          </ac:spMkLst>
        </pc:spChg>
        <pc:spChg chg="add del">
          <ac:chgData name="Ožbot, Miha" userId="5fdfeab2-e3ac-40dc-9f9d-ac602c9b72a8" providerId="ADAL" clId="{B69DA118-5076-4EF4-B604-E3375EDC9439}" dt="2022-04-12T15:34:47.414" v="974" actId="26606"/>
          <ac:spMkLst>
            <pc:docMk/>
            <pc:sldMk cId="2374509314" sldId="269"/>
            <ac:spMk id="212" creationId="{CBC4F608-B4B8-48C3-9572-C0F061B1CD99}"/>
          </ac:spMkLst>
        </pc:spChg>
        <pc:spChg chg="add del">
          <ac:chgData name="Ožbot, Miha" userId="5fdfeab2-e3ac-40dc-9f9d-ac602c9b72a8" providerId="ADAL" clId="{B69DA118-5076-4EF4-B604-E3375EDC9439}" dt="2022-04-12T15:34:49.070" v="976" actId="26606"/>
          <ac:spMkLst>
            <pc:docMk/>
            <pc:sldMk cId="2374509314" sldId="269"/>
            <ac:spMk id="214" creationId="{B95B9BA8-1D69-4796-85F5-B6D0BD52354B}"/>
          </ac:spMkLst>
        </pc:spChg>
        <pc:spChg chg="add del">
          <ac:chgData name="Ožbot, Miha" userId="5fdfeab2-e3ac-40dc-9f9d-ac602c9b72a8" providerId="ADAL" clId="{B69DA118-5076-4EF4-B604-E3375EDC9439}" dt="2022-04-12T15:34:50.354" v="978" actId="26606"/>
          <ac:spMkLst>
            <pc:docMk/>
            <pc:sldMk cId="2374509314" sldId="269"/>
            <ac:spMk id="219" creationId="{B6CDA21F-E7AF-4C75-8395-33F58D5B0E45}"/>
          </ac:spMkLst>
        </pc:spChg>
        <pc:spChg chg="add del">
          <ac:chgData name="Ožbot, Miha" userId="5fdfeab2-e3ac-40dc-9f9d-ac602c9b72a8" providerId="ADAL" clId="{B69DA118-5076-4EF4-B604-E3375EDC9439}" dt="2022-04-12T15:34:50.354" v="978" actId="26606"/>
          <ac:spMkLst>
            <pc:docMk/>
            <pc:sldMk cId="2374509314" sldId="269"/>
            <ac:spMk id="224" creationId="{D5B0017B-2ECA-49AF-B397-DC140825DF8D}"/>
          </ac:spMkLst>
        </pc:spChg>
        <pc:spChg chg="add del">
          <ac:chgData name="Ožbot, Miha" userId="5fdfeab2-e3ac-40dc-9f9d-ac602c9b72a8" providerId="ADAL" clId="{B69DA118-5076-4EF4-B604-E3375EDC9439}" dt="2022-04-12T15:36:20.033" v="1016" actId="26606"/>
          <ac:spMkLst>
            <pc:docMk/>
            <pc:sldMk cId="2374509314" sldId="269"/>
            <ac:spMk id="227" creationId="{C9A36457-A5F4-4103-A443-02581C09185B}"/>
          </ac:spMkLst>
        </pc:spChg>
        <pc:spChg chg="add del">
          <ac:chgData name="Ožbot, Miha" userId="5fdfeab2-e3ac-40dc-9f9d-ac602c9b72a8" providerId="ADAL" clId="{B69DA118-5076-4EF4-B604-E3375EDC9439}" dt="2022-04-12T15:36:20.033" v="1016" actId="26606"/>
          <ac:spMkLst>
            <pc:docMk/>
            <pc:sldMk cId="2374509314" sldId="269"/>
            <ac:spMk id="228" creationId="{AA5CF486-D9E5-4A66-898A-F3D62B81B15E}"/>
          </ac:spMkLst>
        </pc:spChg>
        <pc:spChg chg="add del">
          <ac:chgData name="Ožbot, Miha" userId="5fdfeab2-e3ac-40dc-9f9d-ac602c9b72a8" providerId="ADAL" clId="{B69DA118-5076-4EF4-B604-E3375EDC9439}" dt="2022-04-12T15:36:32.071" v="1017" actId="26606"/>
          <ac:spMkLst>
            <pc:docMk/>
            <pc:sldMk cId="2374509314" sldId="269"/>
            <ac:spMk id="233" creationId="{100EDD19-6802-4EC3-95CE-CFFAB042CFD6}"/>
          </ac:spMkLst>
        </pc:spChg>
        <pc:spChg chg="add del">
          <ac:chgData name="Ožbot, Miha" userId="5fdfeab2-e3ac-40dc-9f9d-ac602c9b72a8" providerId="ADAL" clId="{B69DA118-5076-4EF4-B604-E3375EDC9439}" dt="2022-04-12T15:36:32.071" v="1017" actId="26606"/>
          <ac:spMkLst>
            <pc:docMk/>
            <pc:sldMk cId="2374509314" sldId="269"/>
            <ac:spMk id="235" creationId="{DB17E863-922E-4C26-BD64-E8FD41D28661}"/>
          </ac:spMkLst>
        </pc:spChg>
        <pc:spChg chg="add del">
          <ac:chgData name="Ožbot, Miha" userId="5fdfeab2-e3ac-40dc-9f9d-ac602c9b72a8" providerId="ADAL" clId="{B69DA118-5076-4EF4-B604-E3375EDC9439}" dt="2022-04-12T15:38:10.920" v="1059" actId="26606"/>
          <ac:spMkLst>
            <pc:docMk/>
            <pc:sldMk cId="2374509314" sldId="269"/>
            <ac:spMk id="240" creationId="{C9A36457-A5F4-4103-A443-02581C09185B}"/>
          </ac:spMkLst>
        </pc:spChg>
        <pc:spChg chg="add del">
          <ac:chgData name="Ožbot, Miha" userId="5fdfeab2-e3ac-40dc-9f9d-ac602c9b72a8" providerId="ADAL" clId="{B69DA118-5076-4EF4-B604-E3375EDC9439}" dt="2022-04-12T15:38:10.920" v="1059" actId="26606"/>
          <ac:spMkLst>
            <pc:docMk/>
            <pc:sldMk cId="2374509314" sldId="269"/>
            <ac:spMk id="242" creationId="{DC5FB7E8-B636-40FA-BE8D-48145C0F5C57}"/>
          </ac:spMkLst>
        </pc:spChg>
        <pc:spChg chg="add del">
          <ac:chgData name="Ožbot, Miha" userId="5fdfeab2-e3ac-40dc-9f9d-ac602c9b72a8" providerId="ADAL" clId="{B69DA118-5076-4EF4-B604-E3375EDC9439}" dt="2022-04-12T15:38:10.920" v="1059" actId="26606"/>
          <ac:spMkLst>
            <pc:docMk/>
            <pc:sldMk cId="2374509314" sldId="269"/>
            <ac:spMk id="244" creationId="{142DCE2C-2863-46FA-9BE7-24365A24D9BA}"/>
          </ac:spMkLst>
        </pc:spChg>
        <pc:spChg chg="add">
          <ac:chgData name="Ožbot, Miha" userId="5fdfeab2-e3ac-40dc-9f9d-ac602c9b72a8" providerId="ADAL" clId="{B69DA118-5076-4EF4-B604-E3375EDC9439}" dt="2022-04-12T15:38:10.920" v="1059" actId="26606"/>
          <ac:spMkLst>
            <pc:docMk/>
            <pc:sldMk cId="2374509314" sldId="269"/>
            <ac:spMk id="249" creationId="{777A147A-9ED8-46B4-8660-1B3C2AA880B5}"/>
          </ac:spMkLst>
        </pc:spChg>
        <pc:spChg chg="add">
          <ac:chgData name="Ožbot, Miha" userId="5fdfeab2-e3ac-40dc-9f9d-ac602c9b72a8" providerId="ADAL" clId="{B69DA118-5076-4EF4-B604-E3375EDC9439}" dt="2022-04-12T15:38:10.920" v="1059" actId="26606"/>
          <ac:spMkLst>
            <pc:docMk/>
            <pc:sldMk cId="2374509314" sldId="269"/>
            <ac:spMk id="251" creationId="{5D6C15A0-C087-4593-8414-2B4EC1CDC3DE}"/>
          </ac:spMkLst>
        </pc:spChg>
        <pc:grpChg chg="add del">
          <ac:chgData name="Ožbot, Miha" userId="5fdfeab2-e3ac-40dc-9f9d-ac602c9b72a8" providerId="ADAL" clId="{B69DA118-5076-4EF4-B604-E3375EDC9439}" dt="2022-04-12T15:33:45.128" v="933" actId="26606"/>
          <ac:grpSpMkLst>
            <pc:docMk/>
            <pc:sldMk cId="2374509314" sldId="269"/>
            <ac:grpSpMk id="85" creationId="{35EE815E-1BD3-4777-B652-6D98825BF66B}"/>
          </ac:grpSpMkLst>
        </pc:grpChg>
        <pc:grpChg chg="add del">
          <ac:chgData name="Ožbot, Miha" userId="5fdfeab2-e3ac-40dc-9f9d-ac602c9b72a8" providerId="ADAL" clId="{B69DA118-5076-4EF4-B604-E3375EDC9439}" dt="2022-04-12T15:33:51.222" v="941" actId="26606"/>
          <ac:grpSpMkLst>
            <pc:docMk/>
            <pc:sldMk cId="2374509314" sldId="269"/>
            <ac:grpSpMk id="102" creationId="{2E751C04-BEA6-446B-A678-9C74819EBD4C}"/>
          </ac:grpSpMkLst>
        </pc:grpChg>
        <pc:grpChg chg="add del">
          <ac:chgData name="Ožbot, Miha" userId="5fdfeab2-e3ac-40dc-9f9d-ac602c9b72a8" providerId="ADAL" clId="{B69DA118-5076-4EF4-B604-E3375EDC9439}" dt="2022-04-12T15:33:51.222" v="941" actId="26606"/>
          <ac:grpSpMkLst>
            <pc:docMk/>
            <pc:sldMk cId="2374509314" sldId="269"/>
            <ac:grpSpMk id="107" creationId="{B63ACBA3-DEFD-4C6D-BBA0-64468FA99C2D}"/>
          </ac:grpSpMkLst>
        </pc:grpChg>
        <pc:grpChg chg="add del">
          <ac:chgData name="Ožbot, Miha" userId="5fdfeab2-e3ac-40dc-9f9d-ac602c9b72a8" providerId="ADAL" clId="{B69DA118-5076-4EF4-B604-E3375EDC9439}" dt="2022-04-12T15:33:51.708" v="943" actId="26606"/>
          <ac:grpSpMkLst>
            <pc:docMk/>
            <pc:sldMk cId="2374509314" sldId="269"/>
            <ac:grpSpMk id="114" creationId="{DAA26DFA-AAB2-4973-9C17-16D587C7B198}"/>
          </ac:grpSpMkLst>
        </pc:grpChg>
        <pc:grpChg chg="add del">
          <ac:chgData name="Ožbot, Miha" userId="5fdfeab2-e3ac-40dc-9f9d-ac602c9b72a8" providerId="ADAL" clId="{B69DA118-5076-4EF4-B604-E3375EDC9439}" dt="2022-04-12T15:33:59.324" v="947" actId="26606"/>
          <ac:grpSpMkLst>
            <pc:docMk/>
            <pc:sldMk cId="2374509314" sldId="269"/>
            <ac:grpSpMk id="127" creationId="{DAA26DFA-AAB2-4973-9C17-16D587C7B198}"/>
          </ac:grpSpMkLst>
        </pc:grpChg>
        <pc:grpChg chg="add del">
          <ac:chgData name="Ožbot, Miha" userId="5fdfeab2-e3ac-40dc-9f9d-ac602c9b72a8" providerId="ADAL" clId="{B69DA118-5076-4EF4-B604-E3375EDC9439}" dt="2022-04-12T15:34:01.012" v="951" actId="26606"/>
          <ac:grpSpMkLst>
            <pc:docMk/>
            <pc:sldMk cId="2374509314" sldId="269"/>
            <ac:grpSpMk id="138" creationId="{AE1C45F0-260A-458C-96ED-C1F6D2151219}"/>
          </ac:grpSpMkLst>
        </pc:grpChg>
        <pc:grpChg chg="add del">
          <ac:chgData name="Ožbot, Miha" userId="5fdfeab2-e3ac-40dc-9f9d-ac602c9b72a8" providerId="ADAL" clId="{B69DA118-5076-4EF4-B604-E3375EDC9439}" dt="2022-04-12T15:34:02.297" v="953" actId="26606"/>
          <ac:grpSpMkLst>
            <pc:docMk/>
            <pc:sldMk cId="2374509314" sldId="269"/>
            <ac:grpSpMk id="145" creationId="{AA39BAE7-7EB8-4E22-BCBB-F00F514DB7EA}"/>
          </ac:grpSpMkLst>
        </pc:grpChg>
        <pc:grpChg chg="add del">
          <ac:chgData name="Ožbot, Miha" userId="5fdfeab2-e3ac-40dc-9f9d-ac602c9b72a8" providerId="ADAL" clId="{B69DA118-5076-4EF4-B604-E3375EDC9439}" dt="2022-04-12T15:34:37.879" v="964" actId="26606"/>
          <ac:grpSpMkLst>
            <pc:docMk/>
            <pc:sldMk cId="2374509314" sldId="269"/>
            <ac:grpSpMk id="172" creationId="{B0CED441-B73B-4907-9AF2-614CEAC6A182}"/>
          </ac:grpSpMkLst>
        </pc:grpChg>
        <pc:grpChg chg="add del">
          <ac:chgData name="Ožbot, Miha" userId="5fdfeab2-e3ac-40dc-9f9d-ac602c9b72a8" providerId="ADAL" clId="{B69DA118-5076-4EF4-B604-E3375EDC9439}" dt="2022-04-12T15:34:42.398" v="966" actId="26606"/>
          <ac:grpSpMkLst>
            <pc:docMk/>
            <pc:sldMk cId="2374509314" sldId="269"/>
            <ac:grpSpMk id="184" creationId="{33D939F1-7ABE-4D0E-946A-43F37F556AFD}"/>
          </ac:grpSpMkLst>
        </pc:grpChg>
        <pc:grpChg chg="add del">
          <ac:chgData name="Ožbot, Miha" userId="5fdfeab2-e3ac-40dc-9f9d-ac602c9b72a8" providerId="ADAL" clId="{B69DA118-5076-4EF4-B604-E3375EDC9439}" dt="2022-04-12T15:34:42.398" v="966" actId="26606"/>
          <ac:grpSpMkLst>
            <pc:docMk/>
            <pc:sldMk cId="2374509314" sldId="269"/>
            <ac:grpSpMk id="189" creationId="{9DB3963A-4187-4A72-9DA4-CA6BADE22931}"/>
          </ac:grpSpMkLst>
        </pc:grpChg>
        <pc:grpChg chg="add del">
          <ac:chgData name="Ožbot, Miha" userId="5fdfeab2-e3ac-40dc-9f9d-ac602c9b72a8" providerId="ADAL" clId="{B69DA118-5076-4EF4-B604-E3375EDC9439}" dt="2022-04-12T15:34:45.341" v="970" actId="26606"/>
          <ac:grpSpMkLst>
            <pc:docMk/>
            <pc:sldMk cId="2374509314" sldId="269"/>
            <ac:grpSpMk id="201" creationId="{65167ED7-6315-43AB-B1B6-C326D5FD8F84}"/>
          </ac:grpSpMkLst>
        </pc:grpChg>
        <pc:grpChg chg="add del">
          <ac:chgData name="Ožbot, Miha" userId="5fdfeab2-e3ac-40dc-9f9d-ac602c9b72a8" providerId="ADAL" clId="{B69DA118-5076-4EF4-B604-E3375EDC9439}" dt="2022-04-12T15:34:47.414" v="974" actId="26606"/>
          <ac:grpSpMkLst>
            <pc:docMk/>
            <pc:sldMk cId="2374509314" sldId="269"/>
            <ac:grpSpMk id="209" creationId="{65167ED7-6315-43AB-B1B6-C326D5FD8F84}"/>
          </ac:grpSpMkLst>
        </pc:grpChg>
        <pc:grpChg chg="add del">
          <ac:chgData name="Ožbot, Miha" userId="5fdfeab2-e3ac-40dc-9f9d-ac602c9b72a8" providerId="ADAL" clId="{B69DA118-5076-4EF4-B604-E3375EDC9439}" dt="2022-04-12T15:34:49.070" v="976" actId="26606"/>
          <ac:grpSpMkLst>
            <pc:docMk/>
            <pc:sldMk cId="2374509314" sldId="269"/>
            <ac:grpSpMk id="215" creationId="{4728F330-19FB-4D39-BD0F-53032ABFEB7F}"/>
          </ac:grpSpMkLst>
        </pc:grpChg>
        <pc:grpChg chg="add del">
          <ac:chgData name="Ožbot, Miha" userId="5fdfeab2-e3ac-40dc-9f9d-ac602c9b72a8" providerId="ADAL" clId="{B69DA118-5076-4EF4-B604-E3375EDC9439}" dt="2022-04-12T15:34:50.354" v="978" actId="26606"/>
          <ac:grpSpMkLst>
            <pc:docMk/>
            <pc:sldMk cId="2374509314" sldId="269"/>
            <ac:grpSpMk id="220" creationId="{AE1C45F0-260A-458C-96ED-C1F6D2151219}"/>
          </ac:grpSpMkLst>
        </pc:grpChg>
        <pc:graphicFrameChg chg="add del">
          <ac:chgData name="Ožbot, Miha" userId="5fdfeab2-e3ac-40dc-9f9d-ac602c9b72a8" providerId="ADAL" clId="{B69DA118-5076-4EF4-B604-E3375EDC9439}" dt="2022-04-12T15:33:48.897" v="935" actId="26606"/>
          <ac:graphicFrameMkLst>
            <pc:docMk/>
            <pc:sldMk cId="2374509314" sldId="269"/>
            <ac:graphicFrameMk id="7" creationId="{035C8E9D-90CC-D7BC-724E-8B34ACA157F7}"/>
          </ac:graphicFrameMkLst>
        </pc:graphicFrameChg>
        <pc:picChg chg="add del">
          <ac:chgData name="Ožbot, Miha" userId="5fdfeab2-e3ac-40dc-9f9d-ac602c9b72a8" providerId="ADAL" clId="{B69DA118-5076-4EF4-B604-E3375EDC9439}" dt="2022-04-12T15:33:48.897" v="935" actId="26606"/>
          <ac:picMkLst>
            <pc:docMk/>
            <pc:sldMk cId="2374509314" sldId="269"/>
            <ac:picMk id="8" creationId="{7E036DC4-528A-4F15-9740-084982C24661}"/>
          </ac:picMkLst>
        </pc:picChg>
        <pc:cxnChg chg="add del">
          <ac:chgData name="Ožbot, Miha" userId="5fdfeab2-e3ac-40dc-9f9d-ac602c9b72a8" providerId="ADAL" clId="{B69DA118-5076-4EF4-B604-E3375EDC9439}" dt="2022-04-12T15:34:01.012" v="951" actId="26606"/>
          <ac:cxnSpMkLst>
            <pc:docMk/>
            <pc:sldMk cId="2374509314" sldId="269"/>
            <ac:cxnSpMk id="142" creationId="{6CF1BAF6-AD41-4082-B212-8A1F9A2E8779}"/>
          </ac:cxnSpMkLst>
        </pc:cxnChg>
        <pc:cxnChg chg="add del">
          <ac:chgData name="Ožbot, Miha" userId="5fdfeab2-e3ac-40dc-9f9d-ac602c9b72a8" providerId="ADAL" clId="{B69DA118-5076-4EF4-B604-E3375EDC9439}" dt="2022-04-12T15:34:44.191" v="968" actId="26606"/>
          <ac:cxnSpMkLst>
            <pc:docMk/>
            <pc:sldMk cId="2374509314" sldId="269"/>
            <ac:cxnSpMk id="198" creationId="{23AAC9B5-8015-485C-ACF9-A750390E9A56}"/>
          </ac:cxnSpMkLst>
        </pc:cxnChg>
        <pc:cxnChg chg="add del">
          <ac:chgData name="Ožbot, Miha" userId="5fdfeab2-e3ac-40dc-9f9d-ac602c9b72a8" providerId="ADAL" clId="{B69DA118-5076-4EF4-B604-E3375EDC9439}" dt="2022-04-12T15:34:50.354" v="978" actId="26606"/>
          <ac:cxnSpMkLst>
            <pc:docMk/>
            <pc:sldMk cId="2374509314" sldId="269"/>
            <ac:cxnSpMk id="225" creationId="{6CF1BAF6-AD41-4082-B212-8A1F9A2E8779}"/>
          </ac:cxnSpMkLst>
        </pc:cxnChg>
      </pc:sldChg>
      <pc:sldChg chg="addSp delSp modSp mod setBg setClrOvrMap">
        <pc:chgData name="Ožbot, Miha" userId="5fdfeab2-e3ac-40dc-9f9d-ac602c9b72a8" providerId="ADAL" clId="{B69DA118-5076-4EF4-B604-E3375EDC9439}" dt="2022-04-12T15:39:22.686" v="1067" actId="1076"/>
        <pc:sldMkLst>
          <pc:docMk/>
          <pc:sldMk cId="4184736895" sldId="271"/>
        </pc:sldMkLst>
        <pc:spChg chg="mod">
          <ac:chgData name="Ožbot, Miha" userId="5fdfeab2-e3ac-40dc-9f9d-ac602c9b72a8" providerId="ADAL" clId="{B69DA118-5076-4EF4-B604-E3375EDC9439}" dt="2022-04-12T15:36:11.872" v="1015" actId="26606"/>
          <ac:spMkLst>
            <pc:docMk/>
            <pc:sldMk cId="4184736895" sldId="271"/>
            <ac:spMk id="2" creationId="{1A949B5B-13E9-4F18-A7CD-424C992242B3}"/>
          </ac:spMkLst>
        </pc:spChg>
        <pc:spChg chg="mod">
          <ac:chgData name="Ožbot, Miha" userId="5fdfeab2-e3ac-40dc-9f9d-ac602c9b72a8" providerId="ADAL" clId="{B69DA118-5076-4EF4-B604-E3375EDC9439}" dt="2022-04-12T15:36:11.872" v="1015" actId="26606"/>
          <ac:spMkLst>
            <pc:docMk/>
            <pc:sldMk cId="4184736895" sldId="271"/>
            <ac:spMk id="3" creationId="{5C52BD9D-B5F3-48BF-8D2A-ED3911753E0F}"/>
          </ac:spMkLst>
        </pc:spChg>
        <pc:spChg chg="add del">
          <ac:chgData name="Ožbot, Miha" userId="5fdfeab2-e3ac-40dc-9f9d-ac602c9b72a8" providerId="ADAL" clId="{B69DA118-5076-4EF4-B604-E3375EDC9439}" dt="2022-04-12T15:30:52.670" v="741" actId="26606"/>
          <ac:spMkLst>
            <pc:docMk/>
            <pc:sldMk cId="4184736895" sldId="271"/>
            <ac:spMk id="19" creationId="{23A58148-D452-4F6F-A2FE-EED968DE1970}"/>
          </ac:spMkLst>
        </pc:spChg>
        <pc:spChg chg="add del">
          <ac:chgData name="Ožbot, Miha" userId="5fdfeab2-e3ac-40dc-9f9d-ac602c9b72a8" providerId="ADAL" clId="{B69DA118-5076-4EF4-B604-E3375EDC9439}" dt="2022-04-12T15:30:54.045" v="743" actId="26606"/>
          <ac:spMkLst>
            <pc:docMk/>
            <pc:sldMk cId="4184736895" sldId="271"/>
            <ac:spMk id="21" creationId="{B335AE8D-B60B-4BC5-98A0-ADB3712C8D8D}"/>
          </ac:spMkLst>
        </pc:spChg>
        <pc:spChg chg="add del">
          <ac:chgData name="Ožbot, Miha" userId="5fdfeab2-e3ac-40dc-9f9d-ac602c9b72a8" providerId="ADAL" clId="{B69DA118-5076-4EF4-B604-E3375EDC9439}" dt="2022-04-12T15:30:54.045" v="743" actId="26606"/>
          <ac:spMkLst>
            <pc:docMk/>
            <pc:sldMk cId="4184736895" sldId="271"/>
            <ac:spMk id="22" creationId="{F51B89E8-F88B-40A4-A39E-3946440B168F}"/>
          </ac:spMkLst>
        </pc:spChg>
        <pc:spChg chg="add del">
          <ac:chgData name="Ožbot, Miha" userId="5fdfeab2-e3ac-40dc-9f9d-ac602c9b72a8" providerId="ADAL" clId="{B69DA118-5076-4EF4-B604-E3375EDC9439}" dt="2022-04-12T15:30:56.775" v="747" actId="26606"/>
          <ac:spMkLst>
            <pc:docMk/>
            <pc:sldMk cId="4184736895" sldId="271"/>
            <ac:spMk id="23" creationId="{5F218A6E-A365-45D3-80AE-344CE856136E}"/>
          </ac:spMkLst>
        </pc:spChg>
        <pc:spChg chg="add del">
          <ac:chgData name="Ožbot, Miha" userId="5fdfeab2-e3ac-40dc-9f9d-ac602c9b72a8" providerId="ADAL" clId="{B69DA118-5076-4EF4-B604-E3375EDC9439}" dt="2022-04-12T15:30:55.198" v="745" actId="26606"/>
          <ac:spMkLst>
            <pc:docMk/>
            <pc:sldMk cId="4184736895" sldId="271"/>
            <ac:spMk id="24" creationId="{B0C60769-5425-4CDA-B979-1B360DB8F3A8}"/>
          </ac:spMkLst>
        </pc:spChg>
        <pc:spChg chg="add del">
          <ac:chgData name="Ožbot, Miha" userId="5fdfeab2-e3ac-40dc-9f9d-ac602c9b72a8" providerId="ADAL" clId="{B69DA118-5076-4EF4-B604-E3375EDC9439}" dt="2022-04-12T15:30:56.775" v="747" actId="26606"/>
          <ac:spMkLst>
            <pc:docMk/>
            <pc:sldMk cId="4184736895" sldId="271"/>
            <ac:spMk id="25" creationId="{B775CD93-9DF2-48CB-9F57-1BCA9A46C7FA}"/>
          </ac:spMkLst>
        </pc:spChg>
        <pc:spChg chg="add del">
          <ac:chgData name="Ožbot, Miha" userId="5fdfeab2-e3ac-40dc-9f9d-ac602c9b72a8" providerId="ADAL" clId="{B69DA118-5076-4EF4-B604-E3375EDC9439}" dt="2022-04-12T15:30:56.775" v="747" actId="26606"/>
          <ac:spMkLst>
            <pc:docMk/>
            <pc:sldMk cId="4184736895" sldId="271"/>
            <ac:spMk id="26" creationId="{6166C6D1-23AC-49C4-BA07-238E4E9F8CEB}"/>
          </ac:spMkLst>
        </pc:spChg>
        <pc:spChg chg="add del">
          <ac:chgData name="Ožbot, Miha" userId="5fdfeab2-e3ac-40dc-9f9d-ac602c9b72a8" providerId="ADAL" clId="{B69DA118-5076-4EF4-B604-E3375EDC9439}" dt="2022-04-12T15:30:56.775" v="747" actId="26606"/>
          <ac:spMkLst>
            <pc:docMk/>
            <pc:sldMk cId="4184736895" sldId="271"/>
            <ac:spMk id="27" creationId="{1C091803-41C2-48E0-9228-5148460C7479}"/>
          </ac:spMkLst>
        </pc:spChg>
        <pc:spChg chg="add del">
          <ac:chgData name="Ožbot, Miha" userId="5fdfeab2-e3ac-40dc-9f9d-ac602c9b72a8" providerId="ADAL" clId="{B69DA118-5076-4EF4-B604-E3375EDC9439}" dt="2022-04-12T15:30:56.775" v="747" actId="26606"/>
          <ac:spMkLst>
            <pc:docMk/>
            <pc:sldMk cId="4184736895" sldId="271"/>
            <ac:spMk id="28" creationId="{E186B68C-84BC-4A6E-99D1-EE87483C1349}"/>
          </ac:spMkLst>
        </pc:spChg>
        <pc:spChg chg="add del">
          <ac:chgData name="Ožbot, Miha" userId="5fdfeab2-e3ac-40dc-9f9d-ac602c9b72a8" providerId="ADAL" clId="{B69DA118-5076-4EF4-B604-E3375EDC9439}" dt="2022-04-12T15:30:58.398" v="749" actId="26606"/>
          <ac:spMkLst>
            <pc:docMk/>
            <pc:sldMk cId="4184736895" sldId="271"/>
            <ac:spMk id="30" creationId="{5DD103AA-7536-490B-973F-73CA63A7ED09}"/>
          </ac:spMkLst>
        </pc:spChg>
        <pc:spChg chg="add del">
          <ac:chgData name="Ožbot, Miha" userId="5fdfeab2-e3ac-40dc-9f9d-ac602c9b72a8" providerId="ADAL" clId="{B69DA118-5076-4EF4-B604-E3375EDC9439}" dt="2022-04-12T15:36:11.872" v="1015" actId="26606"/>
          <ac:spMkLst>
            <pc:docMk/>
            <pc:sldMk cId="4184736895" sldId="271"/>
            <ac:spMk id="32" creationId="{E02239D2-A05D-4A1C-9F06-FBA7FC730E1B}"/>
          </ac:spMkLst>
        </pc:spChg>
        <pc:spChg chg="add del">
          <ac:chgData name="Ožbot, Miha" userId="5fdfeab2-e3ac-40dc-9f9d-ac602c9b72a8" providerId="ADAL" clId="{B69DA118-5076-4EF4-B604-E3375EDC9439}" dt="2022-04-12T15:35:46.964" v="988" actId="26606"/>
          <ac:spMkLst>
            <pc:docMk/>
            <pc:sldMk cId="4184736895" sldId="271"/>
            <ac:spMk id="37" creationId="{1BB867FF-FC45-48F7-8104-F89BE54909F1}"/>
          </ac:spMkLst>
        </pc:spChg>
        <pc:spChg chg="add del">
          <ac:chgData name="Ožbot, Miha" userId="5fdfeab2-e3ac-40dc-9f9d-ac602c9b72a8" providerId="ADAL" clId="{B69DA118-5076-4EF4-B604-E3375EDC9439}" dt="2022-04-12T15:35:46.964" v="988" actId="26606"/>
          <ac:spMkLst>
            <pc:docMk/>
            <pc:sldMk cId="4184736895" sldId="271"/>
            <ac:spMk id="39" creationId="{8BB56887-D0D5-4F0C-9E19-7247EB83C8B7}"/>
          </ac:spMkLst>
        </pc:spChg>
        <pc:spChg chg="add del">
          <ac:chgData name="Ožbot, Miha" userId="5fdfeab2-e3ac-40dc-9f9d-ac602c9b72a8" providerId="ADAL" clId="{B69DA118-5076-4EF4-B604-E3375EDC9439}" dt="2022-04-12T15:35:46.964" v="988" actId="26606"/>
          <ac:spMkLst>
            <pc:docMk/>
            <pc:sldMk cId="4184736895" sldId="271"/>
            <ac:spMk id="41" creationId="{081E4A58-353D-44AE-B2FC-2A74E2E400F7}"/>
          </ac:spMkLst>
        </pc:spChg>
        <pc:spChg chg="add del">
          <ac:chgData name="Ožbot, Miha" userId="5fdfeab2-e3ac-40dc-9f9d-ac602c9b72a8" providerId="ADAL" clId="{B69DA118-5076-4EF4-B604-E3375EDC9439}" dt="2022-04-12T15:35:49.934" v="990" actId="26606"/>
          <ac:spMkLst>
            <pc:docMk/>
            <pc:sldMk cId="4184736895" sldId="271"/>
            <ac:spMk id="43" creationId="{777A147A-9ED8-46B4-8660-1B3C2AA880B5}"/>
          </ac:spMkLst>
        </pc:spChg>
        <pc:spChg chg="add del">
          <ac:chgData name="Ožbot, Miha" userId="5fdfeab2-e3ac-40dc-9f9d-ac602c9b72a8" providerId="ADAL" clId="{B69DA118-5076-4EF4-B604-E3375EDC9439}" dt="2022-04-12T15:35:49.934" v="990" actId="26606"/>
          <ac:spMkLst>
            <pc:docMk/>
            <pc:sldMk cId="4184736895" sldId="271"/>
            <ac:spMk id="44" creationId="{5D6C15A0-C087-4593-8414-2B4EC1CDC3DE}"/>
          </ac:spMkLst>
        </pc:spChg>
        <pc:spChg chg="add del">
          <ac:chgData name="Ožbot, Miha" userId="5fdfeab2-e3ac-40dc-9f9d-ac602c9b72a8" providerId="ADAL" clId="{B69DA118-5076-4EF4-B604-E3375EDC9439}" dt="2022-04-12T15:35:53.327" v="992" actId="26606"/>
          <ac:spMkLst>
            <pc:docMk/>
            <pc:sldMk cId="4184736895" sldId="271"/>
            <ac:spMk id="45" creationId="{1E547BA6-BAE0-43BB-A7CA-60F69CE252F0}"/>
          </ac:spMkLst>
        </pc:spChg>
        <pc:spChg chg="add del">
          <ac:chgData name="Ožbot, Miha" userId="5fdfeab2-e3ac-40dc-9f9d-ac602c9b72a8" providerId="ADAL" clId="{B69DA118-5076-4EF4-B604-E3375EDC9439}" dt="2022-04-12T15:35:53.327" v="992" actId="26606"/>
          <ac:spMkLst>
            <pc:docMk/>
            <pc:sldMk cId="4184736895" sldId="271"/>
            <ac:spMk id="46" creationId="{2B566528-1B12-4246-9431-5C2D7D081168}"/>
          </ac:spMkLst>
        </pc:spChg>
        <pc:spChg chg="add del">
          <ac:chgData name="Ožbot, Miha" userId="5fdfeab2-e3ac-40dc-9f9d-ac602c9b72a8" providerId="ADAL" clId="{B69DA118-5076-4EF4-B604-E3375EDC9439}" dt="2022-04-12T15:35:53.327" v="992" actId="26606"/>
          <ac:spMkLst>
            <pc:docMk/>
            <pc:sldMk cId="4184736895" sldId="271"/>
            <ac:spMk id="47" creationId="{2E80C965-DB6D-4F81-9E9E-B027384D0BD6}"/>
          </ac:spMkLst>
        </pc:spChg>
        <pc:spChg chg="add del">
          <ac:chgData name="Ožbot, Miha" userId="5fdfeab2-e3ac-40dc-9f9d-ac602c9b72a8" providerId="ADAL" clId="{B69DA118-5076-4EF4-B604-E3375EDC9439}" dt="2022-04-12T15:35:53.327" v="992" actId="26606"/>
          <ac:spMkLst>
            <pc:docMk/>
            <pc:sldMk cId="4184736895" sldId="271"/>
            <ac:spMk id="48" creationId="{A580F890-B085-4E95-96AA-55AEBEC5CE6E}"/>
          </ac:spMkLst>
        </pc:spChg>
        <pc:spChg chg="add del">
          <ac:chgData name="Ožbot, Miha" userId="5fdfeab2-e3ac-40dc-9f9d-ac602c9b72a8" providerId="ADAL" clId="{B69DA118-5076-4EF4-B604-E3375EDC9439}" dt="2022-04-12T15:35:53.327" v="992" actId="26606"/>
          <ac:spMkLst>
            <pc:docMk/>
            <pc:sldMk cId="4184736895" sldId="271"/>
            <ac:spMk id="49" creationId="{D3F51FEB-38FB-4F6C-9F7B-2F2AFAB65463}"/>
          </ac:spMkLst>
        </pc:spChg>
        <pc:spChg chg="add del">
          <ac:chgData name="Ožbot, Miha" userId="5fdfeab2-e3ac-40dc-9f9d-ac602c9b72a8" providerId="ADAL" clId="{B69DA118-5076-4EF4-B604-E3375EDC9439}" dt="2022-04-12T15:35:54.309" v="994" actId="26606"/>
          <ac:spMkLst>
            <pc:docMk/>
            <pc:sldMk cId="4184736895" sldId="271"/>
            <ac:spMk id="51" creationId="{7264F718-7FAC-4056-9FA9-A603EC682FE7}"/>
          </ac:spMkLst>
        </pc:spChg>
        <pc:spChg chg="add del">
          <ac:chgData name="Ožbot, Miha" userId="5fdfeab2-e3ac-40dc-9f9d-ac602c9b72a8" providerId="ADAL" clId="{B69DA118-5076-4EF4-B604-E3375EDC9439}" dt="2022-04-12T15:35:54.309" v="994" actId="26606"/>
          <ac:spMkLst>
            <pc:docMk/>
            <pc:sldMk cId="4184736895" sldId="271"/>
            <ac:spMk id="52" creationId="{F74639F7-E3C7-4165-A83E-6386A86BA1DA}"/>
          </ac:spMkLst>
        </pc:spChg>
        <pc:spChg chg="add del">
          <ac:chgData name="Ožbot, Miha" userId="5fdfeab2-e3ac-40dc-9f9d-ac602c9b72a8" providerId="ADAL" clId="{B69DA118-5076-4EF4-B604-E3375EDC9439}" dt="2022-04-12T15:35:54.309" v="994" actId="26606"/>
          <ac:spMkLst>
            <pc:docMk/>
            <pc:sldMk cId="4184736895" sldId="271"/>
            <ac:spMk id="53" creationId="{8B3AF0F1-707A-463E-B5EE-33C63A40CFC9}"/>
          </ac:spMkLst>
        </pc:spChg>
        <pc:spChg chg="add del">
          <ac:chgData name="Ožbot, Miha" userId="5fdfeab2-e3ac-40dc-9f9d-ac602c9b72a8" providerId="ADAL" clId="{B69DA118-5076-4EF4-B604-E3375EDC9439}" dt="2022-04-12T15:35:55.695" v="996" actId="26606"/>
          <ac:spMkLst>
            <pc:docMk/>
            <pc:sldMk cId="4184736895" sldId="271"/>
            <ac:spMk id="55" creationId="{CB299CAB-C506-454B-90FC-4065728297D3}"/>
          </ac:spMkLst>
        </pc:spChg>
        <pc:spChg chg="add del">
          <ac:chgData name="Ožbot, Miha" userId="5fdfeab2-e3ac-40dc-9f9d-ac602c9b72a8" providerId="ADAL" clId="{B69DA118-5076-4EF4-B604-E3375EDC9439}" dt="2022-04-12T15:35:55.695" v="996" actId="26606"/>
          <ac:spMkLst>
            <pc:docMk/>
            <pc:sldMk cId="4184736895" sldId="271"/>
            <ac:spMk id="56" creationId="{C8D99311-F254-40F1-8AB5-EE3E7B9B6872}"/>
          </ac:spMkLst>
        </pc:spChg>
        <pc:spChg chg="add del">
          <ac:chgData name="Ožbot, Miha" userId="5fdfeab2-e3ac-40dc-9f9d-ac602c9b72a8" providerId="ADAL" clId="{B69DA118-5076-4EF4-B604-E3375EDC9439}" dt="2022-04-12T15:35:55.695" v="996" actId="26606"/>
          <ac:spMkLst>
            <pc:docMk/>
            <pc:sldMk cId="4184736895" sldId="271"/>
            <ac:spMk id="57" creationId="{7D89E3CB-00ED-4691-9F0F-F23EA3564705}"/>
          </ac:spMkLst>
        </pc:spChg>
        <pc:spChg chg="add del">
          <ac:chgData name="Ožbot, Miha" userId="5fdfeab2-e3ac-40dc-9f9d-ac602c9b72a8" providerId="ADAL" clId="{B69DA118-5076-4EF4-B604-E3375EDC9439}" dt="2022-04-12T15:35:56.734" v="998" actId="26606"/>
          <ac:spMkLst>
            <pc:docMk/>
            <pc:sldMk cId="4184736895" sldId="271"/>
            <ac:spMk id="59" creationId="{46D6306C-ED4F-4AAE-B4A5-EEA6AFAD726E}"/>
          </ac:spMkLst>
        </pc:spChg>
        <pc:spChg chg="add del">
          <ac:chgData name="Ožbot, Miha" userId="5fdfeab2-e3ac-40dc-9f9d-ac602c9b72a8" providerId="ADAL" clId="{B69DA118-5076-4EF4-B604-E3375EDC9439}" dt="2022-04-12T15:35:56.734" v="998" actId="26606"/>
          <ac:spMkLst>
            <pc:docMk/>
            <pc:sldMk cId="4184736895" sldId="271"/>
            <ac:spMk id="60" creationId="{0EC5361D-F897-4856-B945-0455A365EB24}"/>
          </ac:spMkLst>
        </pc:spChg>
        <pc:spChg chg="add del">
          <ac:chgData name="Ožbot, Miha" userId="5fdfeab2-e3ac-40dc-9f9d-ac602c9b72a8" providerId="ADAL" clId="{B69DA118-5076-4EF4-B604-E3375EDC9439}" dt="2022-04-12T15:35:56.734" v="998" actId="26606"/>
          <ac:spMkLst>
            <pc:docMk/>
            <pc:sldMk cId="4184736895" sldId="271"/>
            <ac:spMk id="61" creationId="{4508C0C5-2268-42B5-B3C8-4D0899E05F8C}"/>
          </ac:spMkLst>
        </pc:spChg>
        <pc:spChg chg="add del">
          <ac:chgData name="Ožbot, Miha" userId="5fdfeab2-e3ac-40dc-9f9d-ac602c9b72a8" providerId="ADAL" clId="{B69DA118-5076-4EF4-B604-E3375EDC9439}" dt="2022-04-12T15:35:56.734" v="998" actId="26606"/>
          <ac:spMkLst>
            <pc:docMk/>
            <pc:sldMk cId="4184736895" sldId="271"/>
            <ac:spMk id="62" creationId="{141ACBDB-38F8-4B34-8183-BD95B4E55A62}"/>
          </ac:spMkLst>
        </pc:spChg>
        <pc:spChg chg="add del">
          <ac:chgData name="Ožbot, Miha" userId="5fdfeab2-e3ac-40dc-9f9d-ac602c9b72a8" providerId="ADAL" clId="{B69DA118-5076-4EF4-B604-E3375EDC9439}" dt="2022-04-12T15:35:56.734" v="998" actId="26606"/>
          <ac:spMkLst>
            <pc:docMk/>
            <pc:sldMk cId="4184736895" sldId="271"/>
            <ac:spMk id="63" creationId="{DE00DB52-3455-4E2F-867B-A6D0516E175B}"/>
          </ac:spMkLst>
        </pc:spChg>
        <pc:spChg chg="add del">
          <ac:chgData name="Ožbot, Miha" userId="5fdfeab2-e3ac-40dc-9f9d-ac602c9b72a8" providerId="ADAL" clId="{B69DA118-5076-4EF4-B604-E3375EDC9439}" dt="2022-04-12T15:35:56.734" v="998" actId="26606"/>
          <ac:spMkLst>
            <pc:docMk/>
            <pc:sldMk cId="4184736895" sldId="271"/>
            <ac:spMk id="64" creationId="{9E914C83-E0D8-4953-92D5-169D28CB43AE}"/>
          </ac:spMkLst>
        </pc:spChg>
        <pc:spChg chg="add del">
          <ac:chgData name="Ožbot, Miha" userId="5fdfeab2-e3ac-40dc-9f9d-ac602c9b72a8" providerId="ADAL" clId="{B69DA118-5076-4EF4-B604-E3375EDC9439}" dt="2022-04-12T15:35:56.734" v="998" actId="26606"/>
          <ac:spMkLst>
            <pc:docMk/>
            <pc:sldMk cId="4184736895" sldId="271"/>
            <ac:spMk id="65" creationId="{3512E083-F550-46AF-8490-767ECFD00CB7}"/>
          </ac:spMkLst>
        </pc:spChg>
        <pc:spChg chg="add del">
          <ac:chgData name="Ožbot, Miha" userId="5fdfeab2-e3ac-40dc-9f9d-ac602c9b72a8" providerId="ADAL" clId="{B69DA118-5076-4EF4-B604-E3375EDC9439}" dt="2022-04-12T15:35:57.877" v="1000" actId="26606"/>
          <ac:spMkLst>
            <pc:docMk/>
            <pc:sldMk cId="4184736895" sldId="271"/>
            <ac:spMk id="67" creationId="{4BC99CB9-DDAD-44A2-8A1C-E3AF4E72DF5C}"/>
          </ac:spMkLst>
        </pc:spChg>
        <pc:spChg chg="add del">
          <ac:chgData name="Ožbot, Miha" userId="5fdfeab2-e3ac-40dc-9f9d-ac602c9b72a8" providerId="ADAL" clId="{B69DA118-5076-4EF4-B604-E3375EDC9439}" dt="2022-04-12T15:35:57.877" v="1000" actId="26606"/>
          <ac:spMkLst>
            <pc:docMk/>
            <pc:sldMk cId="4184736895" sldId="271"/>
            <ac:spMk id="68" creationId="{64053CBF-3932-45FF-8285-EE5146085F3A}"/>
          </ac:spMkLst>
        </pc:spChg>
        <pc:spChg chg="add del">
          <ac:chgData name="Ožbot, Miha" userId="5fdfeab2-e3ac-40dc-9f9d-ac602c9b72a8" providerId="ADAL" clId="{B69DA118-5076-4EF4-B604-E3375EDC9439}" dt="2022-04-12T15:36:03.637" v="1002" actId="26606"/>
          <ac:spMkLst>
            <pc:docMk/>
            <pc:sldMk cId="4184736895" sldId="271"/>
            <ac:spMk id="78" creationId="{6A1473A6-3F22-483E-8A30-80B9D2B14592}"/>
          </ac:spMkLst>
        </pc:spChg>
        <pc:spChg chg="add del">
          <ac:chgData name="Ožbot, Miha" userId="5fdfeab2-e3ac-40dc-9f9d-ac602c9b72a8" providerId="ADAL" clId="{B69DA118-5076-4EF4-B604-E3375EDC9439}" dt="2022-04-12T15:36:04.493" v="1004" actId="26606"/>
          <ac:spMkLst>
            <pc:docMk/>
            <pc:sldMk cId="4184736895" sldId="271"/>
            <ac:spMk id="83" creationId="{CB299CAB-C506-454B-90FC-4065728297D3}"/>
          </ac:spMkLst>
        </pc:spChg>
        <pc:spChg chg="add del">
          <ac:chgData name="Ožbot, Miha" userId="5fdfeab2-e3ac-40dc-9f9d-ac602c9b72a8" providerId="ADAL" clId="{B69DA118-5076-4EF4-B604-E3375EDC9439}" dt="2022-04-12T15:36:04.493" v="1004" actId="26606"/>
          <ac:spMkLst>
            <pc:docMk/>
            <pc:sldMk cId="4184736895" sldId="271"/>
            <ac:spMk id="84" creationId="{C8D99311-F254-40F1-8AB5-EE3E7B9B6872}"/>
          </ac:spMkLst>
        </pc:spChg>
        <pc:spChg chg="add del">
          <ac:chgData name="Ožbot, Miha" userId="5fdfeab2-e3ac-40dc-9f9d-ac602c9b72a8" providerId="ADAL" clId="{B69DA118-5076-4EF4-B604-E3375EDC9439}" dt="2022-04-12T15:36:04.493" v="1004" actId="26606"/>
          <ac:spMkLst>
            <pc:docMk/>
            <pc:sldMk cId="4184736895" sldId="271"/>
            <ac:spMk id="85" creationId="{7D89E3CB-00ED-4691-9F0F-F23EA3564705}"/>
          </ac:spMkLst>
        </pc:spChg>
        <pc:spChg chg="add del">
          <ac:chgData name="Ožbot, Miha" userId="5fdfeab2-e3ac-40dc-9f9d-ac602c9b72a8" providerId="ADAL" clId="{B69DA118-5076-4EF4-B604-E3375EDC9439}" dt="2022-04-12T15:36:05.533" v="1006" actId="26606"/>
          <ac:spMkLst>
            <pc:docMk/>
            <pc:sldMk cId="4184736895" sldId="271"/>
            <ac:spMk id="87" creationId="{1BB867FF-FC45-48F7-8104-F89BE54909F1}"/>
          </ac:spMkLst>
        </pc:spChg>
        <pc:spChg chg="add del">
          <ac:chgData name="Ožbot, Miha" userId="5fdfeab2-e3ac-40dc-9f9d-ac602c9b72a8" providerId="ADAL" clId="{B69DA118-5076-4EF4-B604-E3375EDC9439}" dt="2022-04-12T15:36:05.533" v="1006" actId="26606"/>
          <ac:spMkLst>
            <pc:docMk/>
            <pc:sldMk cId="4184736895" sldId="271"/>
            <ac:spMk id="88" creationId="{8BB56887-D0D5-4F0C-9E19-7247EB83C8B7}"/>
          </ac:spMkLst>
        </pc:spChg>
        <pc:spChg chg="add del">
          <ac:chgData name="Ožbot, Miha" userId="5fdfeab2-e3ac-40dc-9f9d-ac602c9b72a8" providerId="ADAL" clId="{B69DA118-5076-4EF4-B604-E3375EDC9439}" dt="2022-04-12T15:36:05.533" v="1006" actId="26606"/>
          <ac:spMkLst>
            <pc:docMk/>
            <pc:sldMk cId="4184736895" sldId="271"/>
            <ac:spMk id="89" creationId="{081E4A58-353D-44AE-B2FC-2A74E2E400F7}"/>
          </ac:spMkLst>
        </pc:spChg>
        <pc:spChg chg="add del">
          <ac:chgData name="Ožbot, Miha" userId="5fdfeab2-e3ac-40dc-9f9d-ac602c9b72a8" providerId="ADAL" clId="{B69DA118-5076-4EF4-B604-E3375EDC9439}" dt="2022-04-12T15:36:07.023" v="1008" actId="26606"/>
          <ac:spMkLst>
            <pc:docMk/>
            <pc:sldMk cId="4184736895" sldId="271"/>
            <ac:spMk id="91" creationId="{777A147A-9ED8-46B4-8660-1B3C2AA880B5}"/>
          </ac:spMkLst>
        </pc:spChg>
        <pc:spChg chg="add del">
          <ac:chgData name="Ožbot, Miha" userId="5fdfeab2-e3ac-40dc-9f9d-ac602c9b72a8" providerId="ADAL" clId="{B69DA118-5076-4EF4-B604-E3375EDC9439}" dt="2022-04-12T15:36:07.023" v="1008" actId="26606"/>
          <ac:spMkLst>
            <pc:docMk/>
            <pc:sldMk cId="4184736895" sldId="271"/>
            <ac:spMk id="92" creationId="{5D6C15A0-C087-4593-8414-2B4EC1CDC3DE}"/>
          </ac:spMkLst>
        </pc:spChg>
        <pc:spChg chg="add del">
          <ac:chgData name="Ožbot, Miha" userId="5fdfeab2-e3ac-40dc-9f9d-ac602c9b72a8" providerId="ADAL" clId="{B69DA118-5076-4EF4-B604-E3375EDC9439}" dt="2022-04-12T15:36:08.134" v="1010" actId="26606"/>
          <ac:spMkLst>
            <pc:docMk/>
            <pc:sldMk cId="4184736895" sldId="271"/>
            <ac:spMk id="94" creationId="{09588DA8-065E-4F6F-8EFD-43104AB2E0CF}"/>
          </ac:spMkLst>
        </pc:spChg>
        <pc:spChg chg="add del">
          <ac:chgData name="Ožbot, Miha" userId="5fdfeab2-e3ac-40dc-9f9d-ac602c9b72a8" providerId="ADAL" clId="{B69DA118-5076-4EF4-B604-E3375EDC9439}" dt="2022-04-12T15:36:08.134" v="1010" actId="26606"/>
          <ac:spMkLst>
            <pc:docMk/>
            <pc:sldMk cId="4184736895" sldId="271"/>
            <ac:spMk id="95" creationId="{C4285719-470E-454C-AF62-8323075F1F5B}"/>
          </ac:spMkLst>
        </pc:spChg>
        <pc:spChg chg="add del">
          <ac:chgData name="Ožbot, Miha" userId="5fdfeab2-e3ac-40dc-9f9d-ac602c9b72a8" providerId="ADAL" clId="{B69DA118-5076-4EF4-B604-E3375EDC9439}" dt="2022-04-12T15:36:08.134" v="1010" actId="26606"/>
          <ac:spMkLst>
            <pc:docMk/>
            <pc:sldMk cId="4184736895" sldId="271"/>
            <ac:spMk id="96" creationId="{CD9FE4EF-C4D8-49A0-B2FF-81D8DB7D8A24}"/>
          </ac:spMkLst>
        </pc:spChg>
        <pc:spChg chg="add del">
          <ac:chgData name="Ožbot, Miha" userId="5fdfeab2-e3ac-40dc-9f9d-ac602c9b72a8" providerId="ADAL" clId="{B69DA118-5076-4EF4-B604-E3375EDC9439}" dt="2022-04-12T15:36:08.134" v="1010" actId="26606"/>
          <ac:spMkLst>
            <pc:docMk/>
            <pc:sldMk cId="4184736895" sldId="271"/>
            <ac:spMk id="97" creationId="{4300840D-0A0B-4512-BACA-B439D5B9C57C}"/>
          </ac:spMkLst>
        </pc:spChg>
        <pc:spChg chg="add del">
          <ac:chgData name="Ožbot, Miha" userId="5fdfeab2-e3ac-40dc-9f9d-ac602c9b72a8" providerId="ADAL" clId="{B69DA118-5076-4EF4-B604-E3375EDC9439}" dt="2022-04-12T15:36:08.134" v="1010" actId="26606"/>
          <ac:spMkLst>
            <pc:docMk/>
            <pc:sldMk cId="4184736895" sldId="271"/>
            <ac:spMk id="98" creationId="{D2B78728-A580-49A7-84F9-6EF6F583ADE0}"/>
          </ac:spMkLst>
        </pc:spChg>
        <pc:spChg chg="add del">
          <ac:chgData name="Ožbot, Miha" userId="5fdfeab2-e3ac-40dc-9f9d-ac602c9b72a8" providerId="ADAL" clId="{B69DA118-5076-4EF4-B604-E3375EDC9439}" dt="2022-04-12T15:36:08.134" v="1010" actId="26606"/>
          <ac:spMkLst>
            <pc:docMk/>
            <pc:sldMk cId="4184736895" sldId="271"/>
            <ac:spMk id="99" creationId="{38FAA1A1-D861-433F-88FA-1E9D6FD31D11}"/>
          </ac:spMkLst>
        </pc:spChg>
        <pc:spChg chg="add del">
          <ac:chgData name="Ožbot, Miha" userId="5fdfeab2-e3ac-40dc-9f9d-ac602c9b72a8" providerId="ADAL" clId="{B69DA118-5076-4EF4-B604-E3375EDC9439}" dt="2022-04-12T15:36:08.134" v="1010" actId="26606"/>
          <ac:spMkLst>
            <pc:docMk/>
            <pc:sldMk cId="4184736895" sldId="271"/>
            <ac:spMk id="100" creationId="{8D71EDA1-87BF-4D5D-AB79-F346FD19278A}"/>
          </ac:spMkLst>
        </pc:spChg>
        <pc:spChg chg="add del">
          <ac:chgData name="Ožbot, Miha" userId="5fdfeab2-e3ac-40dc-9f9d-ac602c9b72a8" providerId="ADAL" clId="{B69DA118-5076-4EF4-B604-E3375EDC9439}" dt="2022-04-12T15:36:09.127" v="1012" actId="26606"/>
          <ac:spMkLst>
            <pc:docMk/>
            <pc:sldMk cId="4184736895" sldId="271"/>
            <ac:spMk id="102" creationId="{C7FA33FF-088D-4F16-95A2-2C64D353DEA8}"/>
          </ac:spMkLst>
        </pc:spChg>
        <pc:spChg chg="add del">
          <ac:chgData name="Ožbot, Miha" userId="5fdfeab2-e3ac-40dc-9f9d-ac602c9b72a8" providerId="ADAL" clId="{B69DA118-5076-4EF4-B604-E3375EDC9439}" dt="2022-04-12T15:36:09.127" v="1012" actId="26606"/>
          <ac:spMkLst>
            <pc:docMk/>
            <pc:sldMk cId="4184736895" sldId="271"/>
            <ac:spMk id="103" creationId="{A376EFB1-01CF-419F-ABF1-2AF02BBFCBD1}"/>
          </ac:spMkLst>
        </pc:spChg>
        <pc:spChg chg="add del">
          <ac:chgData name="Ožbot, Miha" userId="5fdfeab2-e3ac-40dc-9f9d-ac602c9b72a8" providerId="ADAL" clId="{B69DA118-5076-4EF4-B604-E3375EDC9439}" dt="2022-04-12T15:36:09.127" v="1012" actId="26606"/>
          <ac:spMkLst>
            <pc:docMk/>
            <pc:sldMk cId="4184736895" sldId="271"/>
            <ac:spMk id="104" creationId="{FF9DEA15-78BD-4750-AA18-B9F28A6D5AB8}"/>
          </ac:spMkLst>
        </pc:spChg>
        <pc:spChg chg="add del">
          <ac:chgData name="Ožbot, Miha" userId="5fdfeab2-e3ac-40dc-9f9d-ac602c9b72a8" providerId="ADAL" clId="{B69DA118-5076-4EF4-B604-E3375EDC9439}" dt="2022-04-12T15:36:11.862" v="1014" actId="26606"/>
          <ac:spMkLst>
            <pc:docMk/>
            <pc:sldMk cId="4184736895" sldId="271"/>
            <ac:spMk id="106" creationId="{C9A36457-A5F4-4103-A443-02581C09185B}"/>
          </ac:spMkLst>
        </pc:spChg>
        <pc:spChg chg="add del">
          <ac:chgData name="Ožbot, Miha" userId="5fdfeab2-e3ac-40dc-9f9d-ac602c9b72a8" providerId="ADAL" clId="{B69DA118-5076-4EF4-B604-E3375EDC9439}" dt="2022-04-12T15:36:11.862" v="1014" actId="26606"/>
          <ac:spMkLst>
            <pc:docMk/>
            <pc:sldMk cId="4184736895" sldId="271"/>
            <ac:spMk id="107" creationId="{DC5FB7E8-B636-40FA-BE8D-48145C0F5C57}"/>
          </ac:spMkLst>
        </pc:spChg>
        <pc:spChg chg="add del">
          <ac:chgData name="Ožbot, Miha" userId="5fdfeab2-e3ac-40dc-9f9d-ac602c9b72a8" providerId="ADAL" clId="{B69DA118-5076-4EF4-B604-E3375EDC9439}" dt="2022-04-12T15:36:11.862" v="1014" actId="26606"/>
          <ac:spMkLst>
            <pc:docMk/>
            <pc:sldMk cId="4184736895" sldId="271"/>
            <ac:spMk id="108" creationId="{142DCE2C-2863-46FA-9BE7-24365A24D9BA}"/>
          </ac:spMkLst>
        </pc:spChg>
        <pc:spChg chg="add">
          <ac:chgData name="Ožbot, Miha" userId="5fdfeab2-e3ac-40dc-9f9d-ac602c9b72a8" providerId="ADAL" clId="{B69DA118-5076-4EF4-B604-E3375EDC9439}" dt="2022-04-12T15:36:11.872" v="1015" actId="26606"/>
          <ac:spMkLst>
            <pc:docMk/>
            <pc:sldMk cId="4184736895" sldId="271"/>
            <ac:spMk id="110" creationId="{100EDD19-6802-4EC3-95CE-CFFAB042CFD6}"/>
          </ac:spMkLst>
        </pc:spChg>
        <pc:spChg chg="add">
          <ac:chgData name="Ožbot, Miha" userId="5fdfeab2-e3ac-40dc-9f9d-ac602c9b72a8" providerId="ADAL" clId="{B69DA118-5076-4EF4-B604-E3375EDC9439}" dt="2022-04-12T15:36:11.872" v="1015" actId="26606"/>
          <ac:spMkLst>
            <pc:docMk/>
            <pc:sldMk cId="4184736895" sldId="271"/>
            <ac:spMk id="111" creationId="{DB17E863-922E-4C26-BD64-E8FD41D28661}"/>
          </ac:spMkLst>
        </pc:spChg>
        <pc:grpChg chg="add del">
          <ac:chgData name="Ožbot, Miha" userId="5fdfeab2-e3ac-40dc-9f9d-ac602c9b72a8" providerId="ADAL" clId="{B69DA118-5076-4EF4-B604-E3375EDC9439}" dt="2022-04-12T15:35:57.877" v="1000" actId="26606"/>
          <ac:grpSpMkLst>
            <pc:docMk/>
            <pc:sldMk cId="4184736895" sldId="271"/>
            <ac:grpSpMk id="69" creationId="{2E751C04-BEA6-446B-A678-9C74819EBD4C}"/>
          </ac:grpSpMkLst>
        </pc:grpChg>
        <pc:grpChg chg="add del">
          <ac:chgData name="Ožbot, Miha" userId="5fdfeab2-e3ac-40dc-9f9d-ac602c9b72a8" providerId="ADAL" clId="{B69DA118-5076-4EF4-B604-E3375EDC9439}" dt="2022-04-12T15:35:57.877" v="1000" actId="26606"/>
          <ac:grpSpMkLst>
            <pc:docMk/>
            <pc:sldMk cId="4184736895" sldId="271"/>
            <ac:grpSpMk id="73" creationId="{B63ACBA3-DEFD-4C6D-BBA0-64468FA99C2D}"/>
          </ac:grpSpMkLst>
        </pc:grpChg>
        <pc:grpChg chg="add del">
          <ac:chgData name="Ožbot, Miha" userId="5fdfeab2-e3ac-40dc-9f9d-ac602c9b72a8" providerId="ADAL" clId="{B69DA118-5076-4EF4-B604-E3375EDC9439}" dt="2022-04-12T15:36:03.637" v="1002" actId="26606"/>
          <ac:grpSpMkLst>
            <pc:docMk/>
            <pc:sldMk cId="4184736895" sldId="271"/>
            <ac:grpSpMk id="79" creationId="{AA1375E3-3E53-4D75-BAB7-E5929BFCB25F}"/>
          </ac:grpSpMkLst>
        </pc:grpChg>
        <pc:picChg chg="add mod ord">
          <ac:chgData name="Ožbot, Miha" userId="5fdfeab2-e3ac-40dc-9f9d-ac602c9b72a8" providerId="ADAL" clId="{B69DA118-5076-4EF4-B604-E3375EDC9439}" dt="2022-04-12T15:39:22.686" v="1067" actId="1076"/>
          <ac:picMkLst>
            <pc:docMk/>
            <pc:sldMk cId="4184736895" sldId="271"/>
            <ac:picMk id="5" creationId="{FD157AA9-FEBF-4B62-A48E-F757866162F8}"/>
          </ac:picMkLst>
        </pc:picChg>
        <pc:picChg chg="ord">
          <ac:chgData name="Ožbot, Miha" userId="5fdfeab2-e3ac-40dc-9f9d-ac602c9b72a8" providerId="ADAL" clId="{B69DA118-5076-4EF4-B604-E3375EDC9439}" dt="2022-04-12T15:30:54.045" v="743" actId="26606"/>
          <ac:picMkLst>
            <pc:docMk/>
            <pc:sldMk cId="4184736895" sldId="271"/>
            <ac:picMk id="14" creationId="{3758C98A-4AE5-4C63-A403-C11C9C8A56CB}"/>
          </ac:picMkLst>
        </pc:picChg>
      </pc:sldChg>
      <pc:sldChg chg="addSp delSp modSp mod setBg addCm">
        <pc:chgData name="Ožbot, Miha" userId="5fdfeab2-e3ac-40dc-9f9d-ac602c9b72a8" providerId="ADAL" clId="{B69DA118-5076-4EF4-B604-E3375EDC9439}" dt="2022-04-12T17:30:50.142" v="2008" actId="26606"/>
        <pc:sldMkLst>
          <pc:docMk/>
          <pc:sldMk cId="4208559629" sldId="272"/>
        </pc:sldMkLst>
        <pc:spChg chg="mod">
          <ac:chgData name="Ožbot, Miha" userId="5fdfeab2-e3ac-40dc-9f9d-ac602c9b72a8" providerId="ADAL" clId="{B69DA118-5076-4EF4-B604-E3375EDC9439}" dt="2022-04-12T17:30:50.142" v="2008" actId="26606"/>
          <ac:spMkLst>
            <pc:docMk/>
            <pc:sldMk cId="4208559629" sldId="272"/>
            <ac:spMk id="2" creationId="{765925DB-5F5D-4769-B365-53CAD80D0FDB}"/>
          </ac:spMkLst>
        </pc:spChg>
        <pc:spChg chg="mod ord">
          <ac:chgData name="Ožbot, Miha" userId="5fdfeab2-e3ac-40dc-9f9d-ac602c9b72a8" providerId="ADAL" clId="{B69DA118-5076-4EF4-B604-E3375EDC9439}" dt="2022-04-12T17:30:50.142" v="2008" actId="26606"/>
          <ac:spMkLst>
            <pc:docMk/>
            <pc:sldMk cId="4208559629" sldId="272"/>
            <ac:spMk id="3" creationId="{1531599C-9051-4E2D-A5D8-F217221C0753}"/>
          </ac:spMkLst>
        </pc:spChg>
        <pc:spChg chg="add">
          <ac:chgData name="Ožbot, Miha" userId="5fdfeab2-e3ac-40dc-9f9d-ac602c9b72a8" providerId="ADAL" clId="{B69DA118-5076-4EF4-B604-E3375EDC9439}" dt="2022-04-12T17:30:50.142" v="2008" actId="26606"/>
          <ac:spMkLst>
            <pc:docMk/>
            <pc:sldMk cId="4208559629" sldId="272"/>
            <ac:spMk id="16" creationId="{53B475F8-50AE-46A0-9943-B2B63183D50C}"/>
          </ac:spMkLst>
        </pc:spChg>
        <pc:spChg chg="add">
          <ac:chgData name="Ožbot, Miha" userId="5fdfeab2-e3ac-40dc-9f9d-ac602c9b72a8" providerId="ADAL" clId="{B69DA118-5076-4EF4-B604-E3375EDC9439}" dt="2022-04-12T17:30:50.142" v="2008" actId="26606"/>
          <ac:spMkLst>
            <pc:docMk/>
            <pc:sldMk cId="4208559629" sldId="272"/>
            <ac:spMk id="18" creationId="{75F6FDB4-2351-48C2-A863-2364A02343C0}"/>
          </ac:spMkLst>
        </pc:spChg>
        <pc:graphicFrameChg chg="add del mod">
          <ac:chgData name="Ožbot, Miha" userId="5fdfeab2-e3ac-40dc-9f9d-ac602c9b72a8" providerId="ADAL" clId="{B69DA118-5076-4EF4-B604-E3375EDC9439}" dt="2022-04-12T15:06:24.886" v="618" actId="21"/>
          <ac:graphicFrameMkLst>
            <pc:docMk/>
            <pc:sldMk cId="4208559629" sldId="272"/>
            <ac:graphicFrameMk id="5" creationId="{1A4AB52F-CD84-45B1-8C59-720230FF2475}"/>
          </ac:graphicFrameMkLst>
        </pc:graphicFrameChg>
        <pc:picChg chg="ord">
          <ac:chgData name="Ožbot, Miha" userId="5fdfeab2-e3ac-40dc-9f9d-ac602c9b72a8" providerId="ADAL" clId="{B69DA118-5076-4EF4-B604-E3375EDC9439}" dt="2022-04-12T17:30:50.142" v="2008" actId="26606"/>
          <ac:picMkLst>
            <pc:docMk/>
            <pc:sldMk cId="4208559629" sldId="272"/>
            <ac:picMk id="6" creationId="{3DED62EC-E77A-468D-B37A-2F368BA5C786}"/>
          </ac:picMkLst>
        </pc:picChg>
        <pc:picChg chg="add mod">
          <ac:chgData name="Ožbot, Miha" userId="5fdfeab2-e3ac-40dc-9f9d-ac602c9b72a8" providerId="ADAL" clId="{B69DA118-5076-4EF4-B604-E3375EDC9439}" dt="2022-04-12T17:30:50.142" v="2008" actId="26606"/>
          <ac:picMkLst>
            <pc:docMk/>
            <pc:sldMk cId="4208559629" sldId="272"/>
            <ac:picMk id="7" creationId="{B716A637-5B18-4C90-97D1-63B8180BAB81}"/>
          </ac:picMkLst>
        </pc:picChg>
        <pc:picChg chg="add mod">
          <ac:chgData name="Ožbot, Miha" userId="5fdfeab2-e3ac-40dc-9f9d-ac602c9b72a8" providerId="ADAL" clId="{B69DA118-5076-4EF4-B604-E3375EDC9439}" dt="2022-04-12T17:30:50.142" v="2008" actId="26606"/>
          <ac:picMkLst>
            <pc:docMk/>
            <pc:sldMk cId="4208559629" sldId="272"/>
            <ac:picMk id="9" creationId="{57EAB7B9-C178-4EC6-9A26-2FCA9232B392}"/>
          </ac:picMkLst>
        </pc:picChg>
        <pc:picChg chg="add mod">
          <ac:chgData name="Ožbot, Miha" userId="5fdfeab2-e3ac-40dc-9f9d-ac602c9b72a8" providerId="ADAL" clId="{B69DA118-5076-4EF4-B604-E3375EDC9439}" dt="2022-04-12T17:30:50.142" v="2008" actId="26606"/>
          <ac:picMkLst>
            <pc:docMk/>
            <pc:sldMk cId="4208559629" sldId="272"/>
            <ac:picMk id="11" creationId="{908DF426-1E34-4908-A0BC-B039426CE6CD}"/>
          </ac:picMkLst>
        </pc:picChg>
      </pc:sldChg>
      <pc:sldChg chg="addSp modSp mod addCm">
        <pc:chgData name="Ožbot, Miha" userId="5fdfeab2-e3ac-40dc-9f9d-ac602c9b72a8" providerId="ADAL" clId="{B69DA118-5076-4EF4-B604-E3375EDC9439}" dt="2022-04-12T16:22:51.922" v="1816" actId="1076"/>
        <pc:sldMkLst>
          <pc:docMk/>
          <pc:sldMk cId="3240517478" sldId="273"/>
        </pc:sldMkLst>
        <pc:spChg chg="mod">
          <ac:chgData name="Ožbot, Miha" userId="5fdfeab2-e3ac-40dc-9f9d-ac602c9b72a8" providerId="ADAL" clId="{B69DA118-5076-4EF4-B604-E3375EDC9439}" dt="2022-04-12T16:21:19.036" v="1809" actId="20577"/>
          <ac:spMkLst>
            <pc:docMk/>
            <pc:sldMk cId="3240517478" sldId="273"/>
            <ac:spMk id="3" creationId="{0C8395A6-C043-47BC-A1BA-EF142E98D3BB}"/>
          </ac:spMkLst>
        </pc:spChg>
        <pc:picChg chg="mod">
          <ac:chgData name="Ožbot, Miha" userId="5fdfeab2-e3ac-40dc-9f9d-ac602c9b72a8" providerId="ADAL" clId="{B69DA118-5076-4EF4-B604-E3375EDC9439}" dt="2022-04-12T16:22:44.819" v="1812" actId="1076"/>
          <ac:picMkLst>
            <pc:docMk/>
            <pc:sldMk cId="3240517478" sldId="273"/>
            <ac:picMk id="4" creationId="{3F3AFED0-7D85-4DB1-B837-435F27380387}"/>
          </ac:picMkLst>
        </pc:picChg>
        <pc:picChg chg="mod">
          <ac:chgData name="Ožbot, Miha" userId="5fdfeab2-e3ac-40dc-9f9d-ac602c9b72a8" providerId="ADAL" clId="{B69DA118-5076-4EF4-B604-E3375EDC9439}" dt="2022-04-12T14:57:08.929" v="435" actId="1076"/>
          <ac:picMkLst>
            <pc:docMk/>
            <pc:sldMk cId="3240517478" sldId="273"/>
            <ac:picMk id="5" creationId="{1D4D3090-ED42-4EC5-AC6F-CCF606B54EEB}"/>
          </ac:picMkLst>
        </pc:picChg>
        <pc:picChg chg="mod">
          <ac:chgData name="Ožbot, Miha" userId="5fdfeab2-e3ac-40dc-9f9d-ac602c9b72a8" providerId="ADAL" clId="{B69DA118-5076-4EF4-B604-E3375EDC9439}" dt="2022-04-12T14:57:06.441" v="434" actId="1076"/>
          <ac:picMkLst>
            <pc:docMk/>
            <pc:sldMk cId="3240517478" sldId="273"/>
            <ac:picMk id="6" creationId="{4F997FC4-9C57-4852-A953-44E701F3313F}"/>
          </ac:picMkLst>
        </pc:picChg>
        <pc:picChg chg="add mod ord">
          <ac:chgData name="Ožbot, Miha" userId="5fdfeab2-e3ac-40dc-9f9d-ac602c9b72a8" providerId="ADAL" clId="{B69DA118-5076-4EF4-B604-E3375EDC9439}" dt="2022-04-12T16:22:51.922" v="1816" actId="1076"/>
          <ac:picMkLst>
            <pc:docMk/>
            <pc:sldMk cId="3240517478" sldId="273"/>
            <ac:picMk id="8" creationId="{F057BFDF-3E42-4BB8-8623-4B77CC94745D}"/>
          </ac:picMkLst>
        </pc:picChg>
        <pc:picChg chg="add mod">
          <ac:chgData name="Ožbot, Miha" userId="5fdfeab2-e3ac-40dc-9f9d-ac602c9b72a8" providerId="ADAL" clId="{B69DA118-5076-4EF4-B604-E3375EDC9439}" dt="2022-04-12T16:21:21.427" v="1810" actId="571"/>
          <ac:picMkLst>
            <pc:docMk/>
            <pc:sldMk cId="3240517478" sldId="273"/>
            <ac:picMk id="9" creationId="{B66760BB-7A19-4077-996F-4C4F177D106F}"/>
          </ac:picMkLst>
        </pc:picChg>
        <pc:picChg chg="add mod">
          <ac:chgData name="Ožbot, Miha" userId="5fdfeab2-e3ac-40dc-9f9d-ac602c9b72a8" providerId="ADAL" clId="{B69DA118-5076-4EF4-B604-E3375EDC9439}" dt="2022-04-12T16:21:21.427" v="1810" actId="571"/>
          <ac:picMkLst>
            <pc:docMk/>
            <pc:sldMk cId="3240517478" sldId="273"/>
            <ac:picMk id="10" creationId="{BF923FA1-C63D-4DCE-AC80-BFEF56607D14}"/>
          </ac:picMkLst>
        </pc:picChg>
        <pc:picChg chg="add mod">
          <ac:chgData name="Ožbot, Miha" userId="5fdfeab2-e3ac-40dc-9f9d-ac602c9b72a8" providerId="ADAL" clId="{B69DA118-5076-4EF4-B604-E3375EDC9439}" dt="2022-04-12T16:22:48.978" v="1815" actId="1076"/>
          <ac:picMkLst>
            <pc:docMk/>
            <pc:sldMk cId="3240517478" sldId="273"/>
            <ac:picMk id="12" creationId="{343D4B0F-C721-4B90-90A4-B4AE13244FC7}"/>
          </ac:picMkLst>
        </pc:picChg>
      </pc:sldChg>
      <pc:sldChg chg="addSp modSp mod setBg">
        <pc:chgData name="Ožbot, Miha" userId="5fdfeab2-e3ac-40dc-9f9d-ac602c9b72a8" providerId="ADAL" clId="{B69DA118-5076-4EF4-B604-E3375EDC9439}" dt="2022-04-12T17:31:38.349" v="2010" actId="26606"/>
        <pc:sldMkLst>
          <pc:docMk/>
          <pc:sldMk cId="888014937" sldId="274"/>
        </pc:sldMkLst>
        <pc:spChg chg="mod">
          <ac:chgData name="Ožbot, Miha" userId="5fdfeab2-e3ac-40dc-9f9d-ac602c9b72a8" providerId="ADAL" clId="{B69DA118-5076-4EF4-B604-E3375EDC9439}" dt="2022-04-12T17:31:38.349" v="2010" actId="26606"/>
          <ac:spMkLst>
            <pc:docMk/>
            <pc:sldMk cId="888014937" sldId="274"/>
            <ac:spMk id="2" creationId="{FB044FD0-1EE5-42EF-861C-E6A70CA8DEBE}"/>
          </ac:spMkLst>
        </pc:spChg>
        <pc:spChg chg="mod">
          <ac:chgData name="Ožbot, Miha" userId="5fdfeab2-e3ac-40dc-9f9d-ac602c9b72a8" providerId="ADAL" clId="{B69DA118-5076-4EF4-B604-E3375EDC9439}" dt="2022-04-12T17:31:38.349" v="2010" actId="26606"/>
          <ac:spMkLst>
            <pc:docMk/>
            <pc:sldMk cId="888014937" sldId="274"/>
            <ac:spMk id="3" creationId="{FDC65FC8-07E2-4ADE-BD82-136E54F8BF01}"/>
          </ac:spMkLst>
        </pc:spChg>
        <pc:spChg chg="add">
          <ac:chgData name="Ožbot, Miha" userId="5fdfeab2-e3ac-40dc-9f9d-ac602c9b72a8" providerId="ADAL" clId="{B69DA118-5076-4EF4-B604-E3375EDC9439}" dt="2022-04-12T17:31:38.349" v="2010" actId="26606"/>
          <ac:spMkLst>
            <pc:docMk/>
            <pc:sldMk cId="888014937" sldId="274"/>
            <ac:spMk id="10" creationId="{100EDD19-6802-4EC3-95CE-CFFAB042CFD6}"/>
          </ac:spMkLst>
        </pc:spChg>
        <pc:spChg chg="add">
          <ac:chgData name="Ožbot, Miha" userId="5fdfeab2-e3ac-40dc-9f9d-ac602c9b72a8" providerId="ADAL" clId="{B69DA118-5076-4EF4-B604-E3375EDC9439}" dt="2022-04-12T17:31:38.349" v="2010" actId="26606"/>
          <ac:spMkLst>
            <pc:docMk/>
            <pc:sldMk cId="888014937" sldId="274"/>
            <ac:spMk id="12" creationId="{DB17E863-922E-4C26-BD64-E8FD41D28661}"/>
          </ac:spMkLst>
        </pc:spChg>
      </pc:sldChg>
      <pc:sldChg chg="addSp modSp mod setBg">
        <pc:chgData name="Ožbot, Miha" userId="5fdfeab2-e3ac-40dc-9f9d-ac602c9b72a8" providerId="ADAL" clId="{B69DA118-5076-4EF4-B604-E3375EDC9439}" dt="2022-04-12T17:42:07.966" v="2350" actId="26606"/>
        <pc:sldMkLst>
          <pc:docMk/>
          <pc:sldMk cId="605482339" sldId="275"/>
        </pc:sldMkLst>
        <pc:spChg chg="mod">
          <ac:chgData name="Ožbot, Miha" userId="5fdfeab2-e3ac-40dc-9f9d-ac602c9b72a8" providerId="ADAL" clId="{B69DA118-5076-4EF4-B604-E3375EDC9439}" dt="2022-04-12T17:42:07.966" v="2350" actId="26606"/>
          <ac:spMkLst>
            <pc:docMk/>
            <pc:sldMk cId="605482339" sldId="275"/>
            <ac:spMk id="2" creationId="{4CF62523-0C75-4FB1-8825-13E7EE36684A}"/>
          </ac:spMkLst>
        </pc:spChg>
        <pc:spChg chg="mod">
          <ac:chgData name="Ožbot, Miha" userId="5fdfeab2-e3ac-40dc-9f9d-ac602c9b72a8" providerId="ADAL" clId="{B69DA118-5076-4EF4-B604-E3375EDC9439}" dt="2022-04-12T17:42:07.966" v="2350" actId="26606"/>
          <ac:spMkLst>
            <pc:docMk/>
            <pc:sldMk cId="605482339" sldId="275"/>
            <ac:spMk id="3" creationId="{2EBF0C0C-9362-444A-A2F4-408EE67818B7}"/>
          </ac:spMkLst>
        </pc:spChg>
        <pc:spChg chg="add">
          <ac:chgData name="Ožbot, Miha" userId="5fdfeab2-e3ac-40dc-9f9d-ac602c9b72a8" providerId="ADAL" clId="{B69DA118-5076-4EF4-B604-E3375EDC9439}" dt="2022-04-12T17:42:07.966" v="2350" actId="26606"/>
          <ac:spMkLst>
            <pc:docMk/>
            <pc:sldMk cId="605482339" sldId="275"/>
            <ac:spMk id="9" creationId="{100EDD19-6802-4EC3-95CE-CFFAB042CFD6}"/>
          </ac:spMkLst>
        </pc:spChg>
        <pc:spChg chg="add">
          <ac:chgData name="Ožbot, Miha" userId="5fdfeab2-e3ac-40dc-9f9d-ac602c9b72a8" providerId="ADAL" clId="{B69DA118-5076-4EF4-B604-E3375EDC9439}" dt="2022-04-12T17:42:07.966" v="2350" actId="26606"/>
          <ac:spMkLst>
            <pc:docMk/>
            <pc:sldMk cId="605482339" sldId="275"/>
            <ac:spMk id="11" creationId="{DB17E863-922E-4C26-BD64-E8FD41D28661}"/>
          </ac:spMkLst>
        </pc:spChg>
      </pc:sldChg>
      <pc:sldChg chg="addSp delSp modSp mod setBg">
        <pc:chgData name="Ožbot, Miha" userId="5fdfeab2-e3ac-40dc-9f9d-ac602c9b72a8" providerId="ADAL" clId="{B69DA118-5076-4EF4-B604-E3375EDC9439}" dt="2022-04-12T17:30:33.432" v="2007" actId="26606"/>
        <pc:sldMkLst>
          <pc:docMk/>
          <pc:sldMk cId="1974032223" sldId="276"/>
        </pc:sldMkLst>
        <pc:spChg chg="mod">
          <ac:chgData name="Ožbot, Miha" userId="5fdfeab2-e3ac-40dc-9f9d-ac602c9b72a8" providerId="ADAL" clId="{B69DA118-5076-4EF4-B604-E3375EDC9439}" dt="2022-04-12T17:30:33.432" v="2007" actId="26606"/>
          <ac:spMkLst>
            <pc:docMk/>
            <pc:sldMk cId="1974032223" sldId="276"/>
            <ac:spMk id="2" creationId="{DDEFDC10-7C15-4C14-A50B-D3AC13E6CE14}"/>
          </ac:spMkLst>
        </pc:spChg>
        <pc:spChg chg="mod">
          <ac:chgData name="Ožbot, Miha" userId="5fdfeab2-e3ac-40dc-9f9d-ac602c9b72a8" providerId="ADAL" clId="{B69DA118-5076-4EF4-B604-E3375EDC9439}" dt="2022-04-12T17:30:33.432" v="2007" actId="26606"/>
          <ac:spMkLst>
            <pc:docMk/>
            <pc:sldMk cId="1974032223" sldId="276"/>
            <ac:spMk id="3" creationId="{03DBCEB0-1B80-4DF7-B8D5-E463545749EC}"/>
          </ac:spMkLst>
        </pc:spChg>
        <pc:spChg chg="add del">
          <ac:chgData name="Ožbot, Miha" userId="5fdfeab2-e3ac-40dc-9f9d-ac602c9b72a8" providerId="ADAL" clId="{B69DA118-5076-4EF4-B604-E3375EDC9439}" dt="2022-04-12T17:30:33.427" v="2006" actId="26606"/>
          <ac:spMkLst>
            <pc:docMk/>
            <pc:sldMk cId="1974032223" sldId="276"/>
            <ac:spMk id="13" creationId="{777A147A-9ED8-46B4-8660-1B3C2AA880B5}"/>
          </ac:spMkLst>
        </pc:spChg>
        <pc:spChg chg="add del">
          <ac:chgData name="Ožbot, Miha" userId="5fdfeab2-e3ac-40dc-9f9d-ac602c9b72a8" providerId="ADAL" clId="{B69DA118-5076-4EF4-B604-E3375EDC9439}" dt="2022-04-12T17:30:33.427" v="2006" actId="26606"/>
          <ac:spMkLst>
            <pc:docMk/>
            <pc:sldMk cId="1974032223" sldId="276"/>
            <ac:spMk id="15" creationId="{5D6C15A0-C087-4593-8414-2B4EC1CDC3DE}"/>
          </ac:spMkLst>
        </pc:spChg>
        <pc:spChg chg="add">
          <ac:chgData name="Ožbot, Miha" userId="5fdfeab2-e3ac-40dc-9f9d-ac602c9b72a8" providerId="ADAL" clId="{B69DA118-5076-4EF4-B604-E3375EDC9439}" dt="2022-04-12T17:30:33.432" v="2007" actId="26606"/>
          <ac:spMkLst>
            <pc:docMk/>
            <pc:sldMk cId="1974032223" sldId="276"/>
            <ac:spMk id="17" creationId="{100EDD19-6802-4EC3-95CE-CFFAB042CFD6}"/>
          </ac:spMkLst>
        </pc:spChg>
        <pc:spChg chg="add">
          <ac:chgData name="Ožbot, Miha" userId="5fdfeab2-e3ac-40dc-9f9d-ac602c9b72a8" providerId="ADAL" clId="{B69DA118-5076-4EF4-B604-E3375EDC9439}" dt="2022-04-12T17:30:33.432" v="2007" actId="26606"/>
          <ac:spMkLst>
            <pc:docMk/>
            <pc:sldMk cId="1974032223" sldId="276"/>
            <ac:spMk id="18" creationId="{DB17E863-922E-4C26-BD64-E8FD41D28661}"/>
          </ac:spMkLst>
        </pc:spChg>
      </pc:sldChg>
      <pc:sldChg chg="addSp delSp modSp mod addCm">
        <pc:chgData name="Ožbot, Miha" userId="5fdfeab2-e3ac-40dc-9f9d-ac602c9b72a8" providerId="ADAL" clId="{B69DA118-5076-4EF4-B604-E3375EDC9439}" dt="2022-04-12T16:33:34.746" v="1845"/>
        <pc:sldMkLst>
          <pc:docMk/>
          <pc:sldMk cId="1777168465" sldId="277"/>
        </pc:sldMkLst>
        <pc:spChg chg="mod">
          <ac:chgData name="Ožbot, Miha" userId="5fdfeab2-e3ac-40dc-9f9d-ac602c9b72a8" providerId="ADAL" clId="{B69DA118-5076-4EF4-B604-E3375EDC9439}" dt="2022-04-12T16:26:21.003" v="1840" actId="20577"/>
          <ac:spMkLst>
            <pc:docMk/>
            <pc:sldMk cId="1777168465" sldId="277"/>
            <ac:spMk id="3" creationId="{354E9BDB-FFAF-4691-A07B-B175C22DE297}"/>
          </ac:spMkLst>
        </pc:spChg>
        <pc:picChg chg="add mod">
          <ac:chgData name="Ožbot, Miha" userId="5fdfeab2-e3ac-40dc-9f9d-ac602c9b72a8" providerId="ADAL" clId="{B69DA118-5076-4EF4-B604-E3375EDC9439}" dt="2022-04-12T16:24:22.283" v="1829" actId="1076"/>
          <ac:picMkLst>
            <pc:docMk/>
            <pc:sldMk cId="1777168465" sldId="277"/>
            <ac:picMk id="5" creationId="{9285C982-D10D-4F3A-8964-EB41CAA88E0D}"/>
          </ac:picMkLst>
        </pc:picChg>
        <pc:picChg chg="mod">
          <ac:chgData name="Ožbot, Miha" userId="5fdfeab2-e3ac-40dc-9f9d-ac602c9b72a8" providerId="ADAL" clId="{B69DA118-5076-4EF4-B604-E3375EDC9439}" dt="2022-04-12T16:24:18.226" v="1825" actId="1076"/>
          <ac:picMkLst>
            <pc:docMk/>
            <pc:sldMk cId="1777168465" sldId="277"/>
            <ac:picMk id="8" creationId="{A291E1AF-4115-4282-B2FE-8F606C019ADE}"/>
          </ac:picMkLst>
        </pc:picChg>
        <pc:picChg chg="mod">
          <ac:chgData name="Ožbot, Miha" userId="5fdfeab2-e3ac-40dc-9f9d-ac602c9b72a8" providerId="ADAL" clId="{B69DA118-5076-4EF4-B604-E3375EDC9439}" dt="2022-04-12T16:24:19.035" v="1826" actId="1076"/>
          <ac:picMkLst>
            <pc:docMk/>
            <pc:sldMk cId="1777168465" sldId="277"/>
            <ac:picMk id="9" creationId="{08397847-3EC8-41A8-845B-2FBD81FACC24}"/>
          </ac:picMkLst>
        </pc:picChg>
        <pc:picChg chg="mod">
          <ac:chgData name="Ožbot, Miha" userId="5fdfeab2-e3ac-40dc-9f9d-ac602c9b72a8" providerId="ADAL" clId="{B69DA118-5076-4EF4-B604-E3375EDC9439}" dt="2022-04-12T16:24:20.643" v="1827" actId="1076"/>
          <ac:picMkLst>
            <pc:docMk/>
            <pc:sldMk cId="1777168465" sldId="277"/>
            <ac:picMk id="11" creationId="{034D35BE-C44A-447B-BBD7-5C6D40613EAE}"/>
          </ac:picMkLst>
        </pc:picChg>
        <pc:picChg chg="add mod">
          <ac:chgData name="Ožbot, Miha" userId="5fdfeab2-e3ac-40dc-9f9d-ac602c9b72a8" providerId="ADAL" clId="{B69DA118-5076-4EF4-B604-E3375EDC9439}" dt="2022-04-12T16:26:11.738" v="1837" actId="1076"/>
          <ac:picMkLst>
            <pc:docMk/>
            <pc:sldMk cId="1777168465" sldId="277"/>
            <ac:picMk id="15" creationId="{A72A30FA-8B45-42DA-8F3F-0D95941C3C0D}"/>
          </ac:picMkLst>
        </pc:picChg>
        <pc:picChg chg="del">
          <ac:chgData name="Ožbot, Miha" userId="5fdfeab2-e3ac-40dc-9f9d-ac602c9b72a8" providerId="ADAL" clId="{B69DA118-5076-4EF4-B604-E3375EDC9439}" dt="2022-04-12T16:26:06.475" v="1833" actId="478"/>
          <ac:picMkLst>
            <pc:docMk/>
            <pc:sldMk cId="1777168465" sldId="277"/>
            <ac:picMk id="18" creationId="{9DFB01B6-DD71-4F77-AD95-DD3784B05FF2}"/>
          </ac:picMkLst>
        </pc:picChg>
      </pc:sldChg>
      <pc:sldChg chg="addSp modSp mod addCm">
        <pc:chgData name="Ožbot, Miha" userId="5fdfeab2-e3ac-40dc-9f9d-ac602c9b72a8" providerId="ADAL" clId="{B69DA118-5076-4EF4-B604-E3375EDC9439}" dt="2022-04-12T17:47:15.682" v="2361"/>
        <pc:sldMkLst>
          <pc:docMk/>
          <pc:sldMk cId="2849575153" sldId="279"/>
        </pc:sldMkLst>
        <pc:spChg chg="mod">
          <ac:chgData name="Ožbot, Miha" userId="5fdfeab2-e3ac-40dc-9f9d-ac602c9b72a8" providerId="ADAL" clId="{B69DA118-5076-4EF4-B604-E3375EDC9439}" dt="2022-04-12T17:46:51.286" v="2352" actId="1076"/>
          <ac:spMkLst>
            <pc:docMk/>
            <pc:sldMk cId="2849575153" sldId="279"/>
            <ac:spMk id="2" creationId="{5DD53BE2-3A1A-408D-AF5E-B16509C26E3D}"/>
          </ac:spMkLst>
        </pc:spChg>
        <pc:spChg chg="mod">
          <ac:chgData name="Ožbot, Miha" userId="5fdfeab2-e3ac-40dc-9f9d-ac602c9b72a8" providerId="ADAL" clId="{B69DA118-5076-4EF4-B604-E3375EDC9439}" dt="2022-04-12T17:46:56.902" v="2355" actId="1076"/>
          <ac:spMkLst>
            <pc:docMk/>
            <pc:sldMk cId="2849575153" sldId="279"/>
            <ac:spMk id="3" creationId="{9B7BDED3-60BE-4F4C-8872-B171FE820D8D}"/>
          </ac:spMkLst>
        </pc:spChg>
        <pc:picChg chg="mod">
          <ac:chgData name="Ožbot, Miha" userId="5fdfeab2-e3ac-40dc-9f9d-ac602c9b72a8" providerId="ADAL" clId="{B69DA118-5076-4EF4-B604-E3375EDC9439}" dt="2022-04-12T17:46:54.645" v="2353" actId="1076"/>
          <ac:picMkLst>
            <pc:docMk/>
            <pc:sldMk cId="2849575153" sldId="279"/>
            <ac:picMk id="4" creationId="{05AE727E-5F2F-448B-B67B-8E426C9AD95E}"/>
          </ac:picMkLst>
        </pc:picChg>
        <pc:picChg chg="mod">
          <ac:chgData name="Ožbot, Miha" userId="5fdfeab2-e3ac-40dc-9f9d-ac602c9b72a8" providerId="ADAL" clId="{B69DA118-5076-4EF4-B604-E3375EDC9439}" dt="2022-04-12T17:46:54.645" v="2353" actId="1076"/>
          <ac:picMkLst>
            <pc:docMk/>
            <pc:sldMk cId="2849575153" sldId="279"/>
            <ac:picMk id="5" creationId="{4C194844-4B49-488E-95FC-55F500B7250E}"/>
          </ac:picMkLst>
        </pc:picChg>
        <pc:picChg chg="mod">
          <ac:chgData name="Ožbot, Miha" userId="5fdfeab2-e3ac-40dc-9f9d-ac602c9b72a8" providerId="ADAL" clId="{B69DA118-5076-4EF4-B604-E3375EDC9439}" dt="2022-04-12T17:46:54.645" v="2353" actId="1076"/>
          <ac:picMkLst>
            <pc:docMk/>
            <pc:sldMk cId="2849575153" sldId="279"/>
            <ac:picMk id="6" creationId="{D299FABD-8B15-4E2C-B0B2-06D58E33344B}"/>
          </ac:picMkLst>
        </pc:picChg>
        <pc:picChg chg="mod">
          <ac:chgData name="Ožbot, Miha" userId="5fdfeab2-e3ac-40dc-9f9d-ac602c9b72a8" providerId="ADAL" clId="{B69DA118-5076-4EF4-B604-E3375EDC9439}" dt="2022-04-12T17:46:59.436" v="2356" actId="1076"/>
          <ac:picMkLst>
            <pc:docMk/>
            <pc:sldMk cId="2849575153" sldId="279"/>
            <ac:picMk id="7" creationId="{B8D96EC5-A7EA-4DD7-9156-AA907DF54DEE}"/>
          </ac:picMkLst>
        </pc:picChg>
        <pc:picChg chg="add mod">
          <ac:chgData name="Ožbot, Miha" userId="5fdfeab2-e3ac-40dc-9f9d-ac602c9b72a8" providerId="ADAL" clId="{B69DA118-5076-4EF4-B604-E3375EDC9439}" dt="2022-04-12T15:51:53.733" v="1311" actId="1076"/>
          <ac:picMkLst>
            <pc:docMk/>
            <pc:sldMk cId="2849575153" sldId="279"/>
            <ac:picMk id="10" creationId="{78C6B1A8-541D-468B-A2E2-1A29D3A6CE43}"/>
          </ac:picMkLst>
        </pc:picChg>
        <pc:picChg chg="add mod">
          <ac:chgData name="Ožbot, Miha" userId="5fdfeab2-e3ac-40dc-9f9d-ac602c9b72a8" providerId="ADAL" clId="{B69DA118-5076-4EF4-B604-E3375EDC9439}" dt="2022-04-12T15:52:04.453" v="1313" actId="1076"/>
          <ac:picMkLst>
            <pc:docMk/>
            <pc:sldMk cId="2849575153" sldId="279"/>
            <ac:picMk id="12" creationId="{8E30AE7B-FC11-425D-8493-C870E16D44C0}"/>
          </ac:picMkLst>
        </pc:picChg>
        <pc:picChg chg="add mod">
          <ac:chgData name="Ožbot, Miha" userId="5fdfeab2-e3ac-40dc-9f9d-ac602c9b72a8" providerId="ADAL" clId="{B69DA118-5076-4EF4-B604-E3375EDC9439}" dt="2022-04-12T17:47:04.165" v="2360" actId="1076"/>
          <ac:picMkLst>
            <pc:docMk/>
            <pc:sldMk cId="2849575153" sldId="279"/>
            <ac:picMk id="14" creationId="{5CCB4BE9-CBDD-45AF-AA81-7DCEE4C1DEE0}"/>
          </ac:picMkLst>
        </pc:picChg>
      </pc:sldChg>
      <pc:sldChg chg="modSp mod">
        <pc:chgData name="Ožbot, Miha" userId="5fdfeab2-e3ac-40dc-9f9d-ac602c9b72a8" providerId="ADAL" clId="{B69DA118-5076-4EF4-B604-E3375EDC9439}" dt="2022-04-12T15:55:33.294" v="1428" actId="20577"/>
        <pc:sldMkLst>
          <pc:docMk/>
          <pc:sldMk cId="2584916931" sldId="280"/>
        </pc:sldMkLst>
        <pc:spChg chg="mod">
          <ac:chgData name="Ožbot, Miha" userId="5fdfeab2-e3ac-40dc-9f9d-ac602c9b72a8" providerId="ADAL" clId="{B69DA118-5076-4EF4-B604-E3375EDC9439}" dt="2022-04-12T15:55:33.294" v="1428" actId="20577"/>
          <ac:spMkLst>
            <pc:docMk/>
            <pc:sldMk cId="2584916931" sldId="280"/>
            <ac:spMk id="3" creationId="{12886D7A-D4E7-495E-908F-E15497B16D57}"/>
          </ac:spMkLst>
        </pc:spChg>
      </pc:sldChg>
      <pc:sldChg chg="addSp modSp mod setBg">
        <pc:chgData name="Ožbot, Miha" userId="5fdfeab2-e3ac-40dc-9f9d-ac602c9b72a8" providerId="ADAL" clId="{B69DA118-5076-4EF4-B604-E3375EDC9439}" dt="2022-04-12T16:36:36.227" v="1991" actId="113"/>
        <pc:sldMkLst>
          <pc:docMk/>
          <pc:sldMk cId="3904152926" sldId="281"/>
        </pc:sldMkLst>
        <pc:spChg chg="mod">
          <ac:chgData name="Ožbot, Miha" userId="5fdfeab2-e3ac-40dc-9f9d-ac602c9b72a8" providerId="ADAL" clId="{B69DA118-5076-4EF4-B604-E3375EDC9439}" dt="2022-04-12T16:35:20.042" v="1915" actId="20577"/>
          <ac:spMkLst>
            <pc:docMk/>
            <pc:sldMk cId="3904152926" sldId="281"/>
            <ac:spMk id="2" creationId="{EBCEABC0-1914-41D7-80CD-2099FA5A140A}"/>
          </ac:spMkLst>
        </pc:spChg>
        <pc:spChg chg="mod">
          <ac:chgData name="Ožbot, Miha" userId="5fdfeab2-e3ac-40dc-9f9d-ac602c9b72a8" providerId="ADAL" clId="{B69DA118-5076-4EF4-B604-E3375EDC9439}" dt="2022-04-12T16:36:36.227" v="1991" actId="113"/>
          <ac:spMkLst>
            <pc:docMk/>
            <pc:sldMk cId="3904152926" sldId="281"/>
            <ac:spMk id="3" creationId="{FF9CEB20-11ED-49A7-A1FC-827249F25E3F}"/>
          </ac:spMkLst>
        </pc:spChg>
        <pc:spChg chg="add">
          <ac:chgData name="Ožbot, Miha" userId="5fdfeab2-e3ac-40dc-9f9d-ac602c9b72a8" providerId="ADAL" clId="{B69DA118-5076-4EF4-B604-E3375EDC9439}" dt="2022-04-12T16:34:25.250" v="1848" actId="26606"/>
          <ac:spMkLst>
            <pc:docMk/>
            <pc:sldMk cId="3904152926" sldId="281"/>
            <ac:spMk id="15" creationId="{32AEEBC8-9D30-42EF-95F2-386C2653FBF0}"/>
          </ac:spMkLst>
        </pc:spChg>
        <pc:spChg chg="add">
          <ac:chgData name="Ožbot, Miha" userId="5fdfeab2-e3ac-40dc-9f9d-ac602c9b72a8" providerId="ADAL" clId="{B69DA118-5076-4EF4-B604-E3375EDC9439}" dt="2022-04-12T16:34:25.250" v="1848" actId="26606"/>
          <ac:spMkLst>
            <pc:docMk/>
            <pc:sldMk cId="3904152926" sldId="281"/>
            <ac:spMk id="17" creationId="{2E92FA66-67D7-4CB4-94D3-E643A9AD4757}"/>
          </ac:spMkLst>
        </pc:spChg>
        <pc:picChg chg="mod">
          <ac:chgData name="Ožbot, Miha" userId="5fdfeab2-e3ac-40dc-9f9d-ac602c9b72a8" providerId="ADAL" clId="{B69DA118-5076-4EF4-B604-E3375EDC9439}" dt="2022-04-12T16:35:10.682" v="1891" actId="1076"/>
          <ac:picMkLst>
            <pc:docMk/>
            <pc:sldMk cId="3904152926" sldId="281"/>
            <ac:picMk id="5" creationId="{85FA5BB3-5F27-498A-A5B1-638AB5C57B3F}"/>
          </ac:picMkLst>
        </pc:picChg>
      </pc:sldChg>
      <pc:sldChg chg="addSp delSp modSp mod setBg modNotesTx">
        <pc:chgData name="Ožbot, Miha" userId="5fdfeab2-e3ac-40dc-9f9d-ac602c9b72a8" providerId="ADAL" clId="{B69DA118-5076-4EF4-B604-E3375EDC9439}" dt="2022-04-12T16:05:49.703" v="1757" actId="113"/>
        <pc:sldMkLst>
          <pc:docMk/>
          <pc:sldMk cId="877783051" sldId="282"/>
        </pc:sldMkLst>
        <pc:spChg chg="mod">
          <ac:chgData name="Ožbot, Miha" userId="5fdfeab2-e3ac-40dc-9f9d-ac602c9b72a8" providerId="ADAL" clId="{B69DA118-5076-4EF4-B604-E3375EDC9439}" dt="2022-04-12T16:02:46.871" v="1668" actId="26606"/>
          <ac:spMkLst>
            <pc:docMk/>
            <pc:sldMk cId="877783051" sldId="282"/>
            <ac:spMk id="2" creationId="{08293A48-0358-45D5-99AB-1890A56BBB06}"/>
          </ac:spMkLst>
        </pc:spChg>
        <pc:spChg chg="mod">
          <ac:chgData name="Ožbot, Miha" userId="5fdfeab2-e3ac-40dc-9f9d-ac602c9b72a8" providerId="ADAL" clId="{B69DA118-5076-4EF4-B604-E3375EDC9439}" dt="2022-04-12T16:05:49.703" v="1757" actId="113"/>
          <ac:spMkLst>
            <pc:docMk/>
            <pc:sldMk cId="877783051" sldId="282"/>
            <ac:spMk id="3" creationId="{09770A0F-0E9E-4F08-871D-40BE89BE243D}"/>
          </ac:spMkLst>
        </pc:spChg>
        <pc:spChg chg="add del">
          <ac:chgData name="Ožbot, Miha" userId="5fdfeab2-e3ac-40dc-9f9d-ac602c9b72a8" providerId="ADAL" clId="{B69DA118-5076-4EF4-B604-E3375EDC9439}" dt="2022-04-12T16:02:39.724" v="1659" actId="26606"/>
          <ac:spMkLst>
            <pc:docMk/>
            <pc:sldMk cId="877783051" sldId="282"/>
            <ac:spMk id="12" creationId="{6ECA6DCB-B7E1-40A9-9524-540C6DA40B1B}"/>
          </ac:spMkLst>
        </pc:spChg>
        <pc:spChg chg="add del">
          <ac:chgData name="Ožbot, Miha" userId="5fdfeab2-e3ac-40dc-9f9d-ac602c9b72a8" providerId="ADAL" clId="{B69DA118-5076-4EF4-B604-E3375EDC9439}" dt="2022-04-12T16:02:45.075" v="1663" actId="26606"/>
          <ac:spMkLst>
            <pc:docMk/>
            <pc:sldMk cId="877783051" sldId="282"/>
            <ac:spMk id="16" creationId="{D2542E1A-076E-4A34-BB67-2BF961754E0C}"/>
          </ac:spMkLst>
        </pc:spChg>
        <pc:spChg chg="add del">
          <ac:chgData name="Ožbot, Miha" userId="5fdfeab2-e3ac-40dc-9f9d-ac602c9b72a8" providerId="ADAL" clId="{B69DA118-5076-4EF4-B604-E3375EDC9439}" dt="2022-04-12T16:02:39.724" v="1659" actId="26606"/>
          <ac:spMkLst>
            <pc:docMk/>
            <pc:sldMk cId="877783051" sldId="282"/>
            <ac:spMk id="18" creationId="{3873B707-463F-40B0-8227-E8CC6C67EB25}"/>
          </ac:spMkLst>
        </pc:spChg>
        <pc:spChg chg="add del">
          <ac:chgData name="Ožbot, Miha" userId="5fdfeab2-e3ac-40dc-9f9d-ac602c9b72a8" providerId="ADAL" clId="{B69DA118-5076-4EF4-B604-E3375EDC9439}" dt="2022-04-12T16:02:45.700" v="1665" actId="26606"/>
          <ac:spMkLst>
            <pc:docMk/>
            <pc:sldMk cId="877783051" sldId="282"/>
            <ac:spMk id="19" creationId="{D5B0017B-2ECA-49AF-B397-DC140825DF8D}"/>
          </ac:spMkLst>
        </pc:spChg>
        <pc:spChg chg="add del">
          <ac:chgData name="Ožbot, Miha" userId="5fdfeab2-e3ac-40dc-9f9d-ac602c9b72a8" providerId="ADAL" clId="{B69DA118-5076-4EF4-B604-E3375EDC9439}" dt="2022-04-12T16:02:39.724" v="1659" actId="26606"/>
          <ac:spMkLst>
            <pc:docMk/>
            <pc:sldMk cId="877783051" sldId="282"/>
            <ac:spMk id="20" creationId="{C13237C8-E62C-4F0D-A318-BD6FB6C2D138}"/>
          </ac:spMkLst>
        </pc:spChg>
        <pc:spChg chg="add del">
          <ac:chgData name="Ožbot, Miha" userId="5fdfeab2-e3ac-40dc-9f9d-ac602c9b72a8" providerId="ADAL" clId="{B69DA118-5076-4EF4-B604-E3375EDC9439}" dt="2022-04-12T16:02:45.700" v="1665" actId="26606"/>
          <ac:spMkLst>
            <pc:docMk/>
            <pc:sldMk cId="877783051" sldId="282"/>
            <ac:spMk id="21" creationId="{395ECC94-3D5E-46A7-A7A1-DE807E1563B4}"/>
          </ac:spMkLst>
        </pc:spChg>
        <pc:spChg chg="add del">
          <ac:chgData name="Ožbot, Miha" userId="5fdfeab2-e3ac-40dc-9f9d-ac602c9b72a8" providerId="ADAL" clId="{B69DA118-5076-4EF4-B604-E3375EDC9439}" dt="2022-04-12T16:02:39.724" v="1659" actId="26606"/>
          <ac:spMkLst>
            <pc:docMk/>
            <pc:sldMk cId="877783051" sldId="282"/>
            <ac:spMk id="22" creationId="{19C9EAEA-39D0-4B0E-A0EB-51E7B26740B1}"/>
          </ac:spMkLst>
        </pc:spChg>
        <pc:spChg chg="add del">
          <ac:chgData name="Ožbot, Miha" userId="5fdfeab2-e3ac-40dc-9f9d-ac602c9b72a8" providerId="ADAL" clId="{B69DA118-5076-4EF4-B604-E3375EDC9439}" dt="2022-04-12T16:02:45.700" v="1665" actId="26606"/>
          <ac:spMkLst>
            <pc:docMk/>
            <pc:sldMk cId="877783051" sldId="282"/>
            <ac:spMk id="23" creationId="{7E549738-9961-462D-81B7-4A7A44691102}"/>
          </ac:spMkLst>
        </pc:spChg>
        <pc:spChg chg="add del">
          <ac:chgData name="Ožbot, Miha" userId="5fdfeab2-e3ac-40dc-9f9d-ac602c9b72a8" providerId="ADAL" clId="{B69DA118-5076-4EF4-B604-E3375EDC9439}" dt="2022-04-12T16:02:39.724" v="1659" actId="26606"/>
          <ac:spMkLst>
            <pc:docMk/>
            <pc:sldMk cId="877783051" sldId="282"/>
            <ac:spMk id="24" creationId="{8CB5D2D7-DF65-4E86-BFBA-FFB9B5ACEB64}"/>
          </ac:spMkLst>
        </pc:spChg>
        <pc:spChg chg="add del">
          <ac:chgData name="Ožbot, Miha" userId="5fdfeab2-e3ac-40dc-9f9d-ac602c9b72a8" providerId="ADAL" clId="{B69DA118-5076-4EF4-B604-E3375EDC9439}" dt="2022-04-12T16:02:42.260" v="1661" actId="26606"/>
          <ac:spMkLst>
            <pc:docMk/>
            <pc:sldMk cId="877783051" sldId="282"/>
            <ac:spMk id="26" creationId="{AAAE94E3-A7DB-4868-B1E3-E49703488BBC}"/>
          </ac:spMkLst>
        </pc:spChg>
        <pc:spChg chg="add del">
          <ac:chgData name="Ožbot, Miha" userId="5fdfeab2-e3ac-40dc-9f9d-ac602c9b72a8" providerId="ADAL" clId="{B69DA118-5076-4EF4-B604-E3375EDC9439}" dt="2022-04-12T16:02:42.260" v="1661" actId="26606"/>
          <ac:spMkLst>
            <pc:docMk/>
            <pc:sldMk cId="877783051" sldId="282"/>
            <ac:spMk id="30" creationId="{3873B707-463F-40B0-8227-E8CC6C67EB25}"/>
          </ac:spMkLst>
        </pc:spChg>
        <pc:spChg chg="add del">
          <ac:chgData name="Ožbot, Miha" userId="5fdfeab2-e3ac-40dc-9f9d-ac602c9b72a8" providerId="ADAL" clId="{B69DA118-5076-4EF4-B604-E3375EDC9439}" dt="2022-04-12T16:02:42.260" v="1661" actId="26606"/>
          <ac:spMkLst>
            <pc:docMk/>
            <pc:sldMk cId="877783051" sldId="282"/>
            <ac:spMk id="31" creationId="{C13237C8-E62C-4F0D-A318-BD6FB6C2D138}"/>
          </ac:spMkLst>
        </pc:spChg>
        <pc:spChg chg="add del">
          <ac:chgData name="Ožbot, Miha" userId="5fdfeab2-e3ac-40dc-9f9d-ac602c9b72a8" providerId="ADAL" clId="{B69DA118-5076-4EF4-B604-E3375EDC9439}" dt="2022-04-12T16:02:42.260" v="1661" actId="26606"/>
          <ac:spMkLst>
            <pc:docMk/>
            <pc:sldMk cId="877783051" sldId="282"/>
            <ac:spMk id="32" creationId="{19C9EAEA-39D0-4B0E-A0EB-51E7B26740B1}"/>
          </ac:spMkLst>
        </pc:spChg>
        <pc:spChg chg="add del">
          <ac:chgData name="Ožbot, Miha" userId="5fdfeab2-e3ac-40dc-9f9d-ac602c9b72a8" providerId="ADAL" clId="{B69DA118-5076-4EF4-B604-E3375EDC9439}" dt="2022-04-12T16:02:42.260" v="1661" actId="26606"/>
          <ac:spMkLst>
            <pc:docMk/>
            <pc:sldMk cId="877783051" sldId="282"/>
            <ac:spMk id="33" creationId="{8CB5D2D7-DF65-4E86-BFBA-FFB9B5ACEB64}"/>
          </ac:spMkLst>
        </pc:spChg>
        <pc:spChg chg="add del">
          <ac:chgData name="Ožbot, Miha" userId="5fdfeab2-e3ac-40dc-9f9d-ac602c9b72a8" providerId="ADAL" clId="{B69DA118-5076-4EF4-B604-E3375EDC9439}" dt="2022-04-12T16:02:45.075" v="1663" actId="26606"/>
          <ac:spMkLst>
            <pc:docMk/>
            <pc:sldMk cId="877783051" sldId="282"/>
            <ac:spMk id="35" creationId="{8F7AFB9A-7364-478C-B48B-8523CDD9AE8D}"/>
          </ac:spMkLst>
        </pc:spChg>
        <pc:spChg chg="add del">
          <ac:chgData name="Ožbot, Miha" userId="5fdfeab2-e3ac-40dc-9f9d-ac602c9b72a8" providerId="ADAL" clId="{B69DA118-5076-4EF4-B604-E3375EDC9439}" dt="2022-04-12T16:02:45.075" v="1663" actId="26606"/>
          <ac:spMkLst>
            <pc:docMk/>
            <pc:sldMk cId="877783051" sldId="282"/>
            <ac:spMk id="36" creationId="{36678033-86B6-40E6-BE90-78D8ED4E3A31}"/>
          </ac:spMkLst>
        </pc:spChg>
        <pc:spChg chg="add del">
          <ac:chgData name="Ožbot, Miha" userId="5fdfeab2-e3ac-40dc-9f9d-ac602c9b72a8" providerId="ADAL" clId="{B69DA118-5076-4EF4-B604-E3375EDC9439}" dt="2022-04-12T16:02:45.075" v="1663" actId="26606"/>
          <ac:spMkLst>
            <pc:docMk/>
            <pc:sldMk cId="877783051" sldId="282"/>
            <ac:spMk id="37" creationId="{75C56826-D4E5-42ED-8529-079651CB3005}"/>
          </ac:spMkLst>
        </pc:spChg>
        <pc:spChg chg="add del">
          <ac:chgData name="Ožbot, Miha" userId="5fdfeab2-e3ac-40dc-9f9d-ac602c9b72a8" providerId="ADAL" clId="{B69DA118-5076-4EF4-B604-E3375EDC9439}" dt="2022-04-12T16:02:45.075" v="1663" actId="26606"/>
          <ac:spMkLst>
            <pc:docMk/>
            <pc:sldMk cId="877783051" sldId="282"/>
            <ac:spMk id="38" creationId="{82095FCE-EF05-4443-B97A-85DEE3A5CA17}"/>
          </ac:spMkLst>
        </pc:spChg>
        <pc:spChg chg="add del">
          <ac:chgData name="Ožbot, Miha" userId="5fdfeab2-e3ac-40dc-9f9d-ac602c9b72a8" providerId="ADAL" clId="{B69DA118-5076-4EF4-B604-E3375EDC9439}" dt="2022-04-12T16:02:45.700" v="1665" actId="26606"/>
          <ac:spMkLst>
            <pc:docMk/>
            <pc:sldMk cId="877783051" sldId="282"/>
            <ac:spMk id="40" creationId="{922F19F4-FE70-43DC-856F-2CE5F521DC48}"/>
          </ac:spMkLst>
        </pc:spChg>
        <pc:spChg chg="add del">
          <ac:chgData name="Ožbot, Miha" userId="5fdfeab2-e3ac-40dc-9f9d-ac602c9b72a8" providerId="ADAL" clId="{B69DA118-5076-4EF4-B604-E3375EDC9439}" dt="2022-04-12T16:02:46.866" v="1667" actId="26606"/>
          <ac:spMkLst>
            <pc:docMk/>
            <pc:sldMk cId="877783051" sldId="282"/>
            <ac:spMk id="44" creationId="{2B566528-1B12-4246-9431-5C2D7D081168}"/>
          </ac:spMkLst>
        </pc:spChg>
        <pc:spChg chg="add">
          <ac:chgData name="Ožbot, Miha" userId="5fdfeab2-e3ac-40dc-9f9d-ac602c9b72a8" providerId="ADAL" clId="{B69DA118-5076-4EF4-B604-E3375EDC9439}" dt="2022-04-12T16:02:46.871" v="1668" actId="26606"/>
          <ac:spMkLst>
            <pc:docMk/>
            <pc:sldMk cId="877783051" sldId="282"/>
            <ac:spMk id="52" creationId="{352BEC0E-22F8-46D0-9632-375DB541B06C}"/>
          </ac:spMkLst>
        </pc:spChg>
        <pc:spChg chg="add">
          <ac:chgData name="Ožbot, Miha" userId="5fdfeab2-e3ac-40dc-9f9d-ac602c9b72a8" providerId="ADAL" clId="{B69DA118-5076-4EF4-B604-E3375EDC9439}" dt="2022-04-12T16:02:46.871" v="1668" actId="26606"/>
          <ac:spMkLst>
            <pc:docMk/>
            <pc:sldMk cId="877783051" sldId="282"/>
            <ac:spMk id="53" creationId="{3FCFB1DE-0B7E-48CC-BA90-B2AB0889F9D6}"/>
          </ac:spMkLst>
        </pc:spChg>
        <pc:grpChg chg="add del">
          <ac:chgData name="Ožbot, Miha" userId="5fdfeab2-e3ac-40dc-9f9d-ac602c9b72a8" providerId="ADAL" clId="{B69DA118-5076-4EF4-B604-E3375EDC9439}" dt="2022-04-12T16:02:39.724" v="1659" actId="26606"/>
          <ac:grpSpMkLst>
            <pc:docMk/>
            <pc:sldMk cId="877783051" sldId="282"/>
            <ac:grpSpMk id="14" creationId="{1DE889C7-FAD6-4397-98E2-05D503484459}"/>
          </ac:grpSpMkLst>
        </pc:grpChg>
        <pc:grpChg chg="add del">
          <ac:chgData name="Ožbot, Miha" userId="5fdfeab2-e3ac-40dc-9f9d-ac602c9b72a8" providerId="ADAL" clId="{B69DA118-5076-4EF4-B604-E3375EDC9439}" dt="2022-04-12T16:02:42.260" v="1661" actId="26606"/>
          <ac:grpSpMkLst>
            <pc:docMk/>
            <pc:sldMk cId="877783051" sldId="282"/>
            <ac:grpSpMk id="27" creationId="{1DE889C7-FAD6-4397-98E2-05D503484459}"/>
          </ac:grpSpMkLst>
        </pc:grpChg>
        <pc:grpChg chg="add del">
          <ac:chgData name="Ožbot, Miha" userId="5fdfeab2-e3ac-40dc-9f9d-ac602c9b72a8" providerId="ADAL" clId="{B69DA118-5076-4EF4-B604-E3375EDC9439}" dt="2022-04-12T16:02:45.700" v="1665" actId="26606"/>
          <ac:grpSpMkLst>
            <pc:docMk/>
            <pc:sldMk cId="877783051" sldId="282"/>
            <ac:grpSpMk id="41" creationId="{AE1C45F0-260A-458C-96ED-C1F6D2151219}"/>
          </ac:grpSpMkLst>
        </pc:grpChg>
        <pc:grpChg chg="add del">
          <ac:chgData name="Ožbot, Miha" userId="5fdfeab2-e3ac-40dc-9f9d-ac602c9b72a8" providerId="ADAL" clId="{B69DA118-5076-4EF4-B604-E3375EDC9439}" dt="2022-04-12T16:02:46.866" v="1667" actId="26606"/>
          <ac:grpSpMkLst>
            <pc:docMk/>
            <pc:sldMk cId="877783051" sldId="282"/>
            <ac:grpSpMk id="45" creationId="{5995D10D-E9C9-47DB-AE7E-801FEF38F5C9}"/>
          </ac:grpSpMkLst>
        </pc:grpChg>
        <pc:grpChg chg="add del">
          <ac:chgData name="Ožbot, Miha" userId="5fdfeab2-e3ac-40dc-9f9d-ac602c9b72a8" providerId="ADAL" clId="{B69DA118-5076-4EF4-B604-E3375EDC9439}" dt="2022-04-12T16:02:46.866" v="1667" actId="26606"/>
          <ac:grpSpMkLst>
            <pc:docMk/>
            <pc:sldMk cId="877783051" sldId="282"/>
            <ac:grpSpMk id="48" creationId="{828A5161-06F1-46CF-8AD7-844680A59E13}"/>
          </ac:grpSpMkLst>
        </pc:grpChg>
        <pc:picChg chg="ord">
          <ac:chgData name="Ožbot, Miha" userId="5fdfeab2-e3ac-40dc-9f9d-ac602c9b72a8" providerId="ADAL" clId="{B69DA118-5076-4EF4-B604-E3375EDC9439}" dt="2022-04-12T16:02:46.871" v="1668" actId="26606"/>
          <ac:picMkLst>
            <pc:docMk/>
            <pc:sldMk cId="877783051" sldId="282"/>
            <ac:picMk id="5" creationId="{F6BFB80F-971E-4EED-AC4F-C5779921748D}"/>
          </ac:picMkLst>
        </pc:picChg>
        <pc:picChg chg="mod ord">
          <ac:chgData name="Ožbot, Miha" userId="5fdfeab2-e3ac-40dc-9f9d-ac602c9b72a8" providerId="ADAL" clId="{B69DA118-5076-4EF4-B604-E3375EDC9439}" dt="2022-04-12T16:02:46.871" v="1668" actId="26606"/>
          <ac:picMkLst>
            <pc:docMk/>
            <pc:sldMk cId="877783051" sldId="282"/>
            <ac:picMk id="6" creationId="{22993324-5225-4517-8700-DCDAE7E8F727}"/>
          </ac:picMkLst>
        </pc:picChg>
        <pc:picChg chg="add mod">
          <ac:chgData name="Ožbot, Miha" userId="5fdfeab2-e3ac-40dc-9f9d-ac602c9b72a8" providerId="ADAL" clId="{B69DA118-5076-4EF4-B604-E3375EDC9439}" dt="2022-04-12T16:02:46.871" v="1668" actId="26606"/>
          <ac:picMkLst>
            <pc:docMk/>
            <pc:sldMk cId="877783051" sldId="282"/>
            <ac:picMk id="7" creationId="{3AEBCE64-73E8-4850-89A4-FE6B5C372512}"/>
          </ac:picMkLst>
        </pc:picChg>
        <pc:cxnChg chg="add del">
          <ac:chgData name="Ožbot, Miha" userId="5fdfeab2-e3ac-40dc-9f9d-ac602c9b72a8" providerId="ADAL" clId="{B69DA118-5076-4EF4-B604-E3375EDC9439}" dt="2022-04-12T16:02:45.700" v="1665" actId="26606"/>
          <ac:cxnSpMkLst>
            <pc:docMk/>
            <pc:sldMk cId="877783051" sldId="282"/>
            <ac:cxnSpMk id="25" creationId="{6CF1BAF6-AD41-4082-B212-8A1F9A2E8779}"/>
          </ac:cxnSpMkLst>
        </pc:cxnChg>
      </pc:sldChg>
      <pc:sldChg chg="addSp modSp mod setBg">
        <pc:chgData name="Ožbot, Miha" userId="5fdfeab2-e3ac-40dc-9f9d-ac602c9b72a8" providerId="ADAL" clId="{B69DA118-5076-4EF4-B604-E3375EDC9439}" dt="2022-04-12T16:34:00.882" v="1847" actId="26606"/>
        <pc:sldMkLst>
          <pc:docMk/>
          <pc:sldMk cId="996068835" sldId="283"/>
        </pc:sldMkLst>
        <pc:spChg chg="mod">
          <ac:chgData name="Ožbot, Miha" userId="5fdfeab2-e3ac-40dc-9f9d-ac602c9b72a8" providerId="ADAL" clId="{B69DA118-5076-4EF4-B604-E3375EDC9439}" dt="2022-04-12T16:34:00.882" v="1847" actId="26606"/>
          <ac:spMkLst>
            <pc:docMk/>
            <pc:sldMk cId="996068835" sldId="283"/>
            <ac:spMk id="2" creationId="{48A86C58-8A74-461B-B93C-6CB631DC2D59}"/>
          </ac:spMkLst>
        </pc:spChg>
        <pc:spChg chg="mod">
          <ac:chgData name="Ožbot, Miha" userId="5fdfeab2-e3ac-40dc-9f9d-ac602c9b72a8" providerId="ADAL" clId="{B69DA118-5076-4EF4-B604-E3375EDC9439}" dt="2022-04-12T16:34:00.882" v="1847" actId="26606"/>
          <ac:spMkLst>
            <pc:docMk/>
            <pc:sldMk cId="996068835" sldId="283"/>
            <ac:spMk id="3" creationId="{937870A5-48CA-42D8-91E1-59D70059D2FD}"/>
          </ac:spMkLst>
        </pc:spChg>
        <pc:spChg chg="add">
          <ac:chgData name="Ožbot, Miha" userId="5fdfeab2-e3ac-40dc-9f9d-ac602c9b72a8" providerId="ADAL" clId="{B69DA118-5076-4EF4-B604-E3375EDC9439}" dt="2022-04-12T16:34:00.882" v="1847" actId="26606"/>
          <ac:spMkLst>
            <pc:docMk/>
            <pc:sldMk cId="996068835" sldId="283"/>
            <ac:spMk id="8" creationId="{777A147A-9ED8-46B4-8660-1B3C2AA880B5}"/>
          </ac:spMkLst>
        </pc:spChg>
        <pc:spChg chg="add">
          <ac:chgData name="Ožbot, Miha" userId="5fdfeab2-e3ac-40dc-9f9d-ac602c9b72a8" providerId="ADAL" clId="{B69DA118-5076-4EF4-B604-E3375EDC9439}" dt="2022-04-12T16:34:00.882" v="1847" actId="26606"/>
          <ac:spMkLst>
            <pc:docMk/>
            <pc:sldMk cId="996068835" sldId="283"/>
            <ac:spMk id="10" creationId="{5D6C15A0-C087-4593-8414-2B4EC1CDC3DE}"/>
          </ac:spMkLst>
        </pc:spChg>
      </pc:sldChg>
      <pc:sldChg chg="addSp delSp modSp mod">
        <pc:chgData name="Ožbot, Miha" userId="5fdfeab2-e3ac-40dc-9f9d-ac602c9b72a8" providerId="ADAL" clId="{B69DA118-5076-4EF4-B604-E3375EDC9439}" dt="2022-04-12T15:05:24.198" v="615" actId="21"/>
        <pc:sldMkLst>
          <pc:docMk/>
          <pc:sldMk cId="862989043" sldId="284"/>
        </pc:sldMkLst>
        <pc:graphicFrameChg chg="add del mod">
          <ac:chgData name="Ožbot, Miha" userId="5fdfeab2-e3ac-40dc-9f9d-ac602c9b72a8" providerId="ADAL" clId="{B69DA118-5076-4EF4-B604-E3375EDC9439}" dt="2022-04-12T15:05:24.198" v="615" actId="21"/>
          <ac:graphicFrameMkLst>
            <pc:docMk/>
            <pc:sldMk cId="862989043" sldId="284"/>
            <ac:graphicFrameMk id="5" creationId="{4C1ACA49-D70E-4A5C-BB89-17B29A88B3F6}"/>
          </ac:graphicFrameMkLst>
        </pc:graphicFrameChg>
      </pc:sldChg>
      <pc:sldChg chg="addSp delSp modSp new mod setBg setClrOvrMap">
        <pc:chgData name="Ožbot, Miha" userId="5fdfeab2-e3ac-40dc-9f9d-ac602c9b72a8" providerId="ADAL" clId="{B69DA118-5076-4EF4-B604-E3375EDC9439}" dt="2022-04-12T15:38:01.717" v="1058" actId="26606"/>
        <pc:sldMkLst>
          <pc:docMk/>
          <pc:sldMk cId="1239167803" sldId="285"/>
        </pc:sldMkLst>
        <pc:spChg chg="mod">
          <ac:chgData name="Ožbot, Miha" userId="5fdfeab2-e3ac-40dc-9f9d-ac602c9b72a8" providerId="ADAL" clId="{B69DA118-5076-4EF4-B604-E3375EDC9439}" dt="2022-04-12T15:38:01.717" v="1058" actId="26606"/>
          <ac:spMkLst>
            <pc:docMk/>
            <pc:sldMk cId="1239167803" sldId="285"/>
            <ac:spMk id="2" creationId="{8028B34C-71DF-4C39-AB40-22F05570FEFC}"/>
          </ac:spMkLst>
        </pc:spChg>
        <pc:spChg chg="add del mod">
          <ac:chgData name="Ožbot, Miha" userId="5fdfeab2-e3ac-40dc-9f9d-ac602c9b72a8" providerId="ADAL" clId="{B69DA118-5076-4EF4-B604-E3375EDC9439}" dt="2022-04-12T15:33:13.941" v="905" actId="26606"/>
          <ac:spMkLst>
            <pc:docMk/>
            <pc:sldMk cId="1239167803" sldId="285"/>
            <ac:spMk id="3" creationId="{B8D13A2C-0815-46E8-A56B-7231923908FB}"/>
          </ac:spMkLst>
        </pc:spChg>
        <pc:spChg chg="add del mod">
          <ac:chgData name="Ožbot, Miha" userId="5fdfeab2-e3ac-40dc-9f9d-ac602c9b72a8" providerId="ADAL" clId="{B69DA118-5076-4EF4-B604-E3375EDC9439}" dt="2022-04-12T14:51:58.852" v="302"/>
          <ac:spMkLst>
            <pc:docMk/>
            <pc:sldMk cId="1239167803" sldId="285"/>
            <ac:spMk id="5" creationId="{402A41AE-B35C-43E7-B64E-C9ACC36EBE6B}"/>
          </ac:spMkLst>
        </pc:spChg>
        <pc:spChg chg="add del">
          <ac:chgData name="Ožbot, Miha" userId="5fdfeab2-e3ac-40dc-9f9d-ac602c9b72a8" providerId="ADAL" clId="{B69DA118-5076-4EF4-B604-E3375EDC9439}" dt="2022-04-12T15:33:00.099" v="886" actId="26606"/>
          <ac:spMkLst>
            <pc:docMk/>
            <pc:sldMk cId="1239167803" sldId="285"/>
            <ac:spMk id="8" creationId="{827B839B-9ADE-406B-8590-F1CAEDED45A1}"/>
          </ac:spMkLst>
        </pc:spChg>
        <pc:spChg chg="add del">
          <ac:chgData name="Ožbot, Miha" userId="5fdfeab2-e3ac-40dc-9f9d-ac602c9b72a8" providerId="ADAL" clId="{B69DA118-5076-4EF4-B604-E3375EDC9439}" dt="2022-04-12T15:32:57.892" v="884" actId="26606"/>
          <ac:spMkLst>
            <pc:docMk/>
            <pc:sldMk cId="1239167803" sldId="285"/>
            <ac:spMk id="9" creationId="{46D6306C-ED4F-4AAE-B4A5-EEA6AFAD726E}"/>
          </ac:spMkLst>
        </pc:spChg>
        <pc:spChg chg="add del">
          <ac:chgData name="Ožbot, Miha" userId="5fdfeab2-e3ac-40dc-9f9d-ac602c9b72a8" providerId="ADAL" clId="{B69DA118-5076-4EF4-B604-E3375EDC9439}" dt="2022-04-12T15:33:00.099" v="886" actId="26606"/>
          <ac:spMkLst>
            <pc:docMk/>
            <pc:sldMk cId="1239167803" sldId="285"/>
            <ac:spMk id="10" creationId="{CFE45BF0-46DB-408C-B5F7-7B11716805D4}"/>
          </ac:spMkLst>
        </pc:spChg>
        <pc:spChg chg="add del">
          <ac:chgData name="Ožbot, Miha" userId="5fdfeab2-e3ac-40dc-9f9d-ac602c9b72a8" providerId="ADAL" clId="{B69DA118-5076-4EF4-B604-E3375EDC9439}" dt="2022-04-12T15:32:57.892" v="884" actId="26606"/>
          <ac:spMkLst>
            <pc:docMk/>
            <pc:sldMk cId="1239167803" sldId="285"/>
            <ac:spMk id="11" creationId="{0EC5361D-F897-4856-B945-0455A365EB24}"/>
          </ac:spMkLst>
        </pc:spChg>
        <pc:spChg chg="add del">
          <ac:chgData name="Ožbot, Miha" userId="5fdfeab2-e3ac-40dc-9f9d-ac602c9b72a8" providerId="ADAL" clId="{B69DA118-5076-4EF4-B604-E3375EDC9439}" dt="2022-04-12T15:33:00.099" v="886" actId="26606"/>
          <ac:spMkLst>
            <pc:docMk/>
            <pc:sldMk cId="1239167803" sldId="285"/>
            <ac:spMk id="12" creationId="{2AEBC8F2-97B1-41B4-93F1-2D289E197FBA}"/>
          </ac:spMkLst>
        </pc:spChg>
        <pc:spChg chg="add del">
          <ac:chgData name="Ožbot, Miha" userId="5fdfeab2-e3ac-40dc-9f9d-ac602c9b72a8" providerId="ADAL" clId="{B69DA118-5076-4EF4-B604-E3375EDC9439}" dt="2022-04-12T15:32:57.892" v="884" actId="26606"/>
          <ac:spMkLst>
            <pc:docMk/>
            <pc:sldMk cId="1239167803" sldId="285"/>
            <ac:spMk id="13" creationId="{4508C0C5-2268-42B5-B3C8-4D0899E05F8C}"/>
          </ac:spMkLst>
        </pc:spChg>
        <pc:spChg chg="add del">
          <ac:chgData name="Ožbot, Miha" userId="5fdfeab2-e3ac-40dc-9f9d-ac602c9b72a8" providerId="ADAL" clId="{B69DA118-5076-4EF4-B604-E3375EDC9439}" dt="2022-04-12T15:33:00.099" v="886" actId="26606"/>
          <ac:spMkLst>
            <pc:docMk/>
            <pc:sldMk cId="1239167803" sldId="285"/>
            <ac:spMk id="14" creationId="{472E3A19-F5D5-48FC-BB9C-48C2F68F598B}"/>
          </ac:spMkLst>
        </pc:spChg>
        <pc:spChg chg="add del">
          <ac:chgData name="Ožbot, Miha" userId="5fdfeab2-e3ac-40dc-9f9d-ac602c9b72a8" providerId="ADAL" clId="{B69DA118-5076-4EF4-B604-E3375EDC9439}" dt="2022-04-12T15:32:57.892" v="884" actId="26606"/>
          <ac:spMkLst>
            <pc:docMk/>
            <pc:sldMk cId="1239167803" sldId="285"/>
            <ac:spMk id="15" creationId="{141ACBDB-38F8-4B34-8183-BD95B4E55A62}"/>
          </ac:spMkLst>
        </pc:spChg>
        <pc:spChg chg="add del">
          <ac:chgData name="Ožbot, Miha" userId="5fdfeab2-e3ac-40dc-9f9d-ac602c9b72a8" providerId="ADAL" clId="{B69DA118-5076-4EF4-B604-E3375EDC9439}" dt="2022-04-12T15:33:00.099" v="886" actId="26606"/>
          <ac:spMkLst>
            <pc:docMk/>
            <pc:sldMk cId="1239167803" sldId="285"/>
            <ac:spMk id="16" creationId="{7A62E32F-BB65-43A8-8EB5-92346890E549}"/>
          </ac:spMkLst>
        </pc:spChg>
        <pc:spChg chg="add del">
          <ac:chgData name="Ožbot, Miha" userId="5fdfeab2-e3ac-40dc-9f9d-ac602c9b72a8" providerId="ADAL" clId="{B69DA118-5076-4EF4-B604-E3375EDC9439}" dt="2022-04-12T15:32:57.892" v="884" actId="26606"/>
          <ac:spMkLst>
            <pc:docMk/>
            <pc:sldMk cId="1239167803" sldId="285"/>
            <ac:spMk id="17" creationId="{DE00DB52-3455-4E2F-867B-A6D0516E175B}"/>
          </ac:spMkLst>
        </pc:spChg>
        <pc:spChg chg="add del">
          <ac:chgData name="Ožbot, Miha" userId="5fdfeab2-e3ac-40dc-9f9d-ac602c9b72a8" providerId="ADAL" clId="{B69DA118-5076-4EF4-B604-E3375EDC9439}" dt="2022-04-12T15:33:00.099" v="886" actId="26606"/>
          <ac:spMkLst>
            <pc:docMk/>
            <pc:sldMk cId="1239167803" sldId="285"/>
            <ac:spMk id="18" creationId="{14E91B64-9FCC-451E-AFB4-A827D6329367}"/>
          </ac:spMkLst>
        </pc:spChg>
        <pc:spChg chg="add del">
          <ac:chgData name="Ožbot, Miha" userId="5fdfeab2-e3ac-40dc-9f9d-ac602c9b72a8" providerId="ADAL" clId="{B69DA118-5076-4EF4-B604-E3375EDC9439}" dt="2022-04-12T15:32:57.892" v="884" actId="26606"/>
          <ac:spMkLst>
            <pc:docMk/>
            <pc:sldMk cId="1239167803" sldId="285"/>
            <ac:spMk id="19" creationId="{9E914C83-E0D8-4953-92D5-169D28CB43AE}"/>
          </ac:spMkLst>
        </pc:spChg>
        <pc:spChg chg="add del">
          <ac:chgData name="Ožbot, Miha" userId="5fdfeab2-e3ac-40dc-9f9d-ac602c9b72a8" providerId="ADAL" clId="{B69DA118-5076-4EF4-B604-E3375EDC9439}" dt="2022-04-12T15:34:06.566" v="955" actId="26606"/>
          <ac:spMkLst>
            <pc:docMk/>
            <pc:sldMk cId="1239167803" sldId="285"/>
            <ac:spMk id="20" creationId="{8D71EDA1-87BF-4D5D-AB79-F346FD19278A}"/>
          </ac:spMkLst>
        </pc:spChg>
        <pc:spChg chg="add del">
          <ac:chgData name="Ožbot, Miha" userId="5fdfeab2-e3ac-40dc-9f9d-ac602c9b72a8" providerId="ADAL" clId="{B69DA118-5076-4EF4-B604-E3375EDC9439}" dt="2022-04-12T15:32:57.892" v="884" actId="26606"/>
          <ac:spMkLst>
            <pc:docMk/>
            <pc:sldMk cId="1239167803" sldId="285"/>
            <ac:spMk id="21" creationId="{3512E083-F550-46AF-8490-767ECFD00CB7}"/>
          </ac:spMkLst>
        </pc:spChg>
        <pc:spChg chg="add del">
          <ac:chgData name="Ožbot, Miha" userId="5fdfeab2-e3ac-40dc-9f9d-ac602c9b72a8" providerId="ADAL" clId="{B69DA118-5076-4EF4-B604-E3375EDC9439}" dt="2022-04-12T15:33:00.099" v="886" actId="26606"/>
          <ac:spMkLst>
            <pc:docMk/>
            <pc:sldMk cId="1239167803" sldId="285"/>
            <ac:spMk id="23" creationId="{B8D13A2C-0815-46E8-A56B-7231923908FB}"/>
          </ac:spMkLst>
        </pc:spChg>
        <pc:spChg chg="add del">
          <ac:chgData name="Ožbot, Miha" userId="5fdfeab2-e3ac-40dc-9f9d-ac602c9b72a8" providerId="ADAL" clId="{B69DA118-5076-4EF4-B604-E3375EDC9439}" dt="2022-04-12T15:33:01.644" v="888" actId="26606"/>
          <ac:spMkLst>
            <pc:docMk/>
            <pc:sldMk cId="1239167803" sldId="285"/>
            <ac:spMk id="25" creationId="{907EF6B7-1338-4443-8C46-6A318D952DFD}"/>
          </ac:spMkLst>
        </pc:spChg>
        <pc:spChg chg="add del">
          <ac:chgData name="Ožbot, Miha" userId="5fdfeab2-e3ac-40dc-9f9d-ac602c9b72a8" providerId="ADAL" clId="{B69DA118-5076-4EF4-B604-E3375EDC9439}" dt="2022-04-12T15:33:01.644" v="888" actId="26606"/>
          <ac:spMkLst>
            <pc:docMk/>
            <pc:sldMk cId="1239167803" sldId="285"/>
            <ac:spMk id="26" creationId="{DAAE4CDD-124C-4DCF-9584-B6033B545DD5}"/>
          </ac:spMkLst>
        </pc:spChg>
        <pc:spChg chg="add del">
          <ac:chgData name="Ožbot, Miha" userId="5fdfeab2-e3ac-40dc-9f9d-ac602c9b72a8" providerId="ADAL" clId="{B69DA118-5076-4EF4-B604-E3375EDC9439}" dt="2022-04-12T15:33:01.644" v="888" actId="26606"/>
          <ac:spMkLst>
            <pc:docMk/>
            <pc:sldMk cId="1239167803" sldId="285"/>
            <ac:spMk id="27" creationId="{081E4A58-353D-44AE-B2FC-2A74E2E400F7}"/>
          </ac:spMkLst>
        </pc:spChg>
        <pc:spChg chg="add del">
          <ac:chgData name="Ožbot, Miha" userId="5fdfeab2-e3ac-40dc-9f9d-ac602c9b72a8" providerId="ADAL" clId="{B69DA118-5076-4EF4-B604-E3375EDC9439}" dt="2022-04-12T15:33:01.644" v="888" actId="26606"/>
          <ac:spMkLst>
            <pc:docMk/>
            <pc:sldMk cId="1239167803" sldId="285"/>
            <ac:spMk id="28" creationId="{B8D13A2C-0815-46E8-A56B-7231923908FB}"/>
          </ac:spMkLst>
        </pc:spChg>
        <pc:spChg chg="add del">
          <ac:chgData name="Ožbot, Miha" userId="5fdfeab2-e3ac-40dc-9f9d-ac602c9b72a8" providerId="ADAL" clId="{B69DA118-5076-4EF4-B604-E3375EDC9439}" dt="2022-04-12T15:33:02.653" v="890" actId="26606"/>
          <ac:spMkLst>
            <pc:docMk/>
            <pc:sldMk cId="1239167803" sldId="285"/>
            <ac:spMk id="30" creationId="{9228552E-C8B1-4A80-8448-0787CE0FC704}"/>
          </ac:spMkLst>
        </pc:spChg>
        <pc:spChg chg="add del">
          <ac:chgData name="Ožbot, Miha" userId="5fdfeab2-e3ac-40dc-9f9d-ac602c9b72a8" providerId="ADAL" clId="{B69DA118-5076-4EF4-B604-E3375EDC9439}" dt="2022-04-12T15:33:03.563" v="892" actId="26606"/>
          <ac:spMkLst>
            <pc:docMk/>
            <pc:sldMk cId="1239167803" sldId="285"/>
            <ac:spMk id="34" creationId="{20DF329D-CBE0-415E-A38F-7D44AF613845}"/>
          </ac:spMkLst>
        </pc:spChg>
        <pc:spChg chg="add del">
          <ac:chgData name="Ožbot, Miha" userId="5fdfeab2-e3ac-40dc-9f9d-ac602c9b72a8" providerId="ADAL" clId="{B69DA118-5076-4EF4-B604-E3375EDC9439}" dt="2022-04-12T15:33:03.563" v="892" actId="26606"/>
          <ac:spMkLst>
            <pc:docMk/>
            <pc:sldMk cId="1239167803" sldId="285"/>
            <ac:spMk id="35" creationId="{1466BE98-0341-4CFA-8601-3E68FB730704}"/>
          </ac:spMkLst>
        </pc:spChg>
        <pc:spChg chg="add del">
          <ac:chgData name="Ožbot, Miha" userId="5fdfeab2-e3ac-40dc-9f9d-ac602c9b72a8" providerId="ADAL" clId="{B69DA118-5076-4EF4-B604-E3375EDC9439}" dt="2022-04-12T15:33:03.563" v="892" actId="26606"/>
          <ac:spMkLst>
            <pc:docMk/>
            <pc:sldMk cId="1239167803" sldId="285"/>
            <ac:spMk id="36" creationId="{663E89A1-984A-4500-9453-4203AD1B83BE}"/>
          </ac:spMkLst>
        </pc:spChg>
        <pc:spChg chg="add del">
          <ac:chgData name="Ožbot, Miha" userId="5fdfeab2-e3ac-40dc-9f9d-ac602c9b72a8" providerId="ADAL" clId="{B69DA118-5076-4EF4-B604-E3375EDC9439}" dt="2022-04-12T15:33:03.563" v="892" actId="26606"/>
          <ac:spMkLst>
            <pc:docMk/>
            <pc:sldMk cId="1239167803" sldId="285"/>
            <ac:spMk id="37" creationId="{B3FD642B-C569-4ABB-AE20-EFA6BC995903}"/>
          </ac:spMkLst>
        </pc:spChg>
        <pc:spChg chg="add del">
          <ac:chgData name="Ožbot, Miha" userId="5fdfeab2-e3ac-40dc-9f9d-ac602c9b72a8" providerId="ADAL" clId="{B69DA118-5076-4EF4-B604-E3375EDC9439}" dt="2022-04-12T15:33:03.563" v="892" actId="26606"/>
          <ac:spMkLst>
            <pc:docMk/>
            <pc:sldMk cId="1239167803" sldId="285"/>
            <ac:spMk id="38" creationId="{AA92FED3-1F18-4138-B4E4-627D78B00203}"/>
          </ac:spMkLst>
        </pc:spChg>
        <pc:spChg chg="add del">
          <ac:chgData name="Ožbot, Miha" userId="5fdfeab2-e3ac-40dc-9f9d-ac602c9b72a8" providerId="ADAL" clId="{B69DA118-5076-4EF4-B604-E3375EDC9439}" dt="2022-04-12T15:33:04.556" v="894" actId="26606"/>
          <ac:spMkLst>
            <pc:docMk/>
            <pc:sldMk cId="1239167803" sldId="285"/>
            <ac:spMk id="41" creationId="{C7FA33FF-088D-4F16-95A2-2C64D353DEA8}"/>
          </ac:spMkLst>
        </pc:spChg>
        <pc:spChg chg="add del">
          <ac:chgData name="Ožbot, Miha" userId="5fdfeab2-e3ac-40dc-9f9d-ac602c9b72a8" providerId="ADAL" clId="{B69DA118-5076-4EF4-B604-E3375EDC9439}" dt="2022-04-12T15:33:04.556" v="894" actId="26606"/>
          <ac:spMkLst>
            <pc:docMk/>
            <pc:sldMk cId="1239167803" sldId="285"/>
            <ac:spMk id="42" creationId="{A376EFB1-01CF-419F-ABF1-2AF02BBFCBD1}"/>
          </ac:spMkLst>
        </pc:spChg>
        <pc:spChg chg="add del">
          <ac:chgData name="Ožbot, Miha" userId="5fdfeab2-e3ac-40dc-9f9d-ac602c9b72a8" providerId="ADAL" clId="{B69DA118-5076-4EF4-B604-E3375EDC9439}" dt="2022-04-12T15:33:04.556" v="894" actId="26606"/>
          <ac:spMkLst>
            <pc:docMk/>
            <pc:sldMk cId="1239167803" sldId="285"/>
            <ac:spMk id="43" creationId="{FF9DEA15-78BD-4750-AA18-B9F28A6D5AB8}"/>
          </ac:spMkLst>
        </pc:spChg>
        <pc:spChg chg="add del">
          <ac:chgData name="Ožbot, Miha" userId="5fdfeab2-e3ac-40dc-9f9d-ac602c9b72a8" providerId="ADAL" clId="{B69DA118-5076-4EF4-B604-E3375EDC9439}" dt="2022-04-12T15:33:04.556" v="894" actId="26606"/>
          <ac:spMkLst>
            <pc:docMk/>
            <pc:sldMk cId="1239167803" sldId="285"/>
            <ac:spMk id="44" creationId="{B8D13A2C-0815-46E8-A56B-7231923908FB}"/>
          </ac:spMkLst>
        </pc:spChg>
        <pc:spChg chg="add del">
          <ac:chgData name="Ožbot, Miha" userId="5fdfeab2-e3ac-40dc-9f9d-ac602c9b72a8" providerId="ADAL" clId="{B69DA118-5076-4EF4-B604-E3375EDC9439}" dt="2022-04-12T15:33:06" v="896" actId="26606"/>
          <ac:spMkLst>
            <pc:docMk/>
            <pc:sldMk cId="1239167803" sldId="285"/>
            <ac:spMk id="46" creationId="{1E234CF4-802C-4AA1-B540-36C3B838C462}"/>
          </ac:spMkLst>
        </pc:spChg>
        <pc:spChg chg="add del">
          <ac:chgData name="Ožbot, Miha" userId="5fdfeab2-e3ac-40dc-9f9d-ac602c9b72a8" providerId="ADAL" clId="{B69DA118-5076-4EF4-B604-E3375EDC9439}" dt="2022-04-12T15:33:06" v="896" actId="26606"/>
          <ac:spMkLst>
            <pc:docMk/>
            <pc:sldMk cId="1239167803" sldId="285"/>
            <ac:spMk id="47" creationId="{A5271697-90F1-4A23-8EF2-0179F2EAFACB}"/>
          </ac:spMkLst>
        </pc:spChg>
        <pc:spChg chg="add del">
          <ac:chgData name="Ožbot, Miha" userId="5fdfeab2-e3ac-40dc-9f9d-ac602c9b72a8" providerId="ADAL" clId="{B69DA118-5076-4EF4-B604-E3375EDC9439}" dt="2022-04-12T15:33:06" v="896" actId="26606"/>
          <ac:spMkLst>
            <pc:docMk/>
            <pc:sldMk cId="1239167803" sldId="285"/>
            <ac:spMk id="48" creationId="{D9F5512A-48E1-4C07-B75E-3CCC517B6804}"/>
          </ac:spMkLst>
        </pc:spChg>
        <pc:spChg chg="add del">
          <ac:chgData name="Ožbot, Miha" userId="5fdfeab2-e3ac-40dc-9f9d-ac602c9b72a8" providerId="ADAL" clId="{B69DA118-5076-4EF4-B604-E3375EDC9439}" dt="2022-04-12T15:33:06" v="896" actId="26606"/>
          <ac:spMkLst>
            <pc:docMk/>
            <pc:sldMk cId="1239167803" sldId="285"/>
            <ac:spMk id="49" creationId="{9D800584-727A-48CF-8223-244AD9717CAA}"/>
          </ac:spMkLst>
        </pc:spChg>
        <pc:spChg chg="add del">
          <ac:chgData name="Ožbot, Miha" userId="5fdfeab2-e3ac-40dc-9f9d-ac602c9b72a8" providerId="ADAL" clId="{B69DA118-5076-4EF4-B604-E3375EDC9439}" dt="2022-04-12T15:33:06" v="896" actId="26606"/>
          <ac:spMkLst>
            <pc:docMk/>
            <pc:sldMk cId="1239167803" sldId="285"/>
            <ac:spMk id="66" creationId="{B8D13A2C-0815-46E8-A56B-7231923908FB}"/>
          </ac:spMkLst>
        </pc:spChg>
        <pc:spChg chg="add del">
          <ac:chgData name="Ožbot, Miha" userId="5fdfeab2-e3ac-40dc-9f9d-ac602c9b72a8" providerId="ADAL" clId="{B69DA118-5076-4EF4-B604-E3375EDC9439}" dt="2022-04-12T15:34:06.566" v="955" actId="26606"/>
          <ac:spMkLst>
            <pc:docMk/>
            <pc:sldMk cId="1239167803" sldId="285"/>
            <ac:spMk id="76" creationId="{09588DA8-065E-4F6F-8EFD-43104AB2E0CF}"/>
          </ac:spMkLst>
        </pc:spChg>
        <pc:spChg chg="add del">
          <ac:chgData name="Ožbot, Miha" userId="5fdfeab2-e3ac-40dc-9f9d-ac602c9b72a8" providerId="ADAL" clId="{B69DA118-5076-4EF4-B604-E3375EDC9439}" dt="2022-04-12T15:34:06.566" v="955" actId="26606"/>
          <ac:spMkLst>
            <pc:docMk/>
            <pc:sldMk cId="1239167803" sldId="285"/>
            <ac:spMk id="77" creationId="{C4285719-470E-454C-AF62-8323075F1F5B}"/>
          </ac:spMkLst>
        </pc:spChg>
        <pc:spChg chg="add del">
          <ac:chgData name="Ožbot, Miha" userId="5fdfeab2-e3ac-40dc-9f9d-ac602c9b72a8" providerId="ADAL" clId="{B69DA118-5076-4EF4-B604-E3375EDC9439}" dt="2022-04-12T15:34:06.566" v="955" actId="26606"/>
          <ac:spMkLst>
            <pc:docMk/>
            <pc:sldMk cId="1239167803" sldId="285"/>
            <ac:spMk id="78" creationId="{CD9FE4EF-C4D8-49A0-B2FF-81D8DB7D8A24}"/>
          </ac:spMkLst>
        </pc:spChg>
        <pc:spChg chg="add del">
          <ac:chgData name="Ožbot, Miha" userId="5fdfeab2-e3ac-40dc-9f9d-ac602c9b72a8" providerId="ADAL" clId="{B69DA118-5076-4EF4-B604-E3375EDC9439}" dt="2022-04-12T15:34:06.566" v="955" actId="26606"/>
          <ac:spMkLst>
            <pc:docMk/>
            <pc:sldMk cId="1239167803" sldId="285"/>
            <ac:spMk id="79" creationId="{4300840D-0A0B-4512-BACA-B439D5B9C57C}"/>
          </ac:spMkLst>
        </pc:spChg>
        <pc:spChg chg="add del">
          <ac:chgData name="Ožbot, Miha" userId="5fdfeab2-e3ac-40dc-9f9d-ac602c9b72a8" providerId="ADAL" clId="{B69DA118-5076-4EF4-B604-E3375EDC9439}" dt="2022-04-12T15:34:06.566" v="955" actId="26606"/>
          <ac:spMkLst>
            <pc:docMk/>
            <pc:sldMk cId="1239167803" sldId="285"/>
            <ac:spMk id="80" creationId="{D2B78728-A580-49A7-84F9-6EF6F583ADE0}"/>
          </ac:spMkLst>
        </pc:spChg>
        <pc:spChg chg="add del">
          <ac:chgData name="Ožbot, Miha" userId="5fdfeab2-e3ac-40dc-9f9d-ac602c9b72a8" providerId="ADAL" clId="{B69DA118-5076-4EF4-B604-E3375EDC9439}" dt="2022-04-12T15:34:06.566" v="955" actId="26606"/>
          <ac:spMkLst>
            <pc:docMk/>
            <pc:sldMk cId="1239167803" sldId="285"/>
            <ac:spMk id="81" creationId="{38FAA1A1-D861-433F-88FA-1E9D6FD31D11}"/>
          </ac:spMkLst>
        </pc:spChg>
        <pc:spChg chg="add del mod">
          <ac:chgData name="Ožbot, Miha" userId="5fdfeab2-e3ac-40dc-9f9d-ac602c9b72a8" providerId="ADAL" clId="{B69DA118-5076-4EF4-B604-E3375EDC9439}" dt="2022-04-12T15:37:38.929" v="1056" actId="26606"/>
          <ac:spMkLst>
            <pc:docMk/>
            <pc:sldMk cId="1239167803" sldId="285"/>
            <ac:spMk id="82" creationId="{B8D13A2C-0815-46E8-A56B-7231923908FB}"/>
          </ac:spMkLst>
        </pc:spChg>
        <pc:spChg chg="add del">
          <ac:chgData name="Ožbot, Miha" userId="5fdfeab2-e3ac-40dc-9f9d-ac602c9b72a8" providerId="ADAL" clId="{B69DA118-5076-4EF4-B604-E3375EDC9439}" dt="2022-04-12T15:35:21.658" v="986" actId="26606"/>
          <ac:spMkLst>
            <pc:docMk/>
            <pc:sldMk cId="1239167803" sldId="285"/>
            <ac:spMk id="87" creationId="{C9A36457-A5F4-4103-A443-02581C09185B}"/>
          </ac:spMkLst>
        </pc:spChg>
        <pc:spChg chg="add del">
          <ac:chgData name="Ožbot, Miha" userId="5fdfeab2-e3ac-40dc-9f9d-ac602c9b72a8" providerId="ADAL" clId="{B69DA118-5076-4EF4-B604-E3375EDC9439}" dt="2022-04-12T15:35:21.658" v="986" actId="26606"/>
          <ac:spMkLst>
            <pc:docMk/>
            <pc:sldMk cId="1239167803" sldId="285"/>
            <ac:spMk id="89" creationId="{DC5FB7E8-B636-40FA-BE8D-48145C0F5C57}"/>
          </ac:spMkLst>
        </pc:spChg>
        <pc:spChg chg="add del">
          <ac:chgData name="Ožbot, Miha" userId="5fdfeab2-e3ac-40dc-9f9d-ac602c9b72a8" providerId="ADAL" clId="{B69DA118-5076-4EF4-B604-E3375EDC9439}" dt="2022-04-12T15:35:21.658" v="986" actId="26606"/>
          <ac:spMkLst>
            <pc:docMk/>
            <pc:sldMk cId="1239167803" sldId="285"/>
            <ac:spMk id="91" creationId="{142DCE2C-2863-46FA-9BE7-24365A24D9BA}"/>
          </ac:spMkLst>
        </pc:spChg>
        <pc:spChg chg="add del">
          <ac:chgData name="Ožbot, Miha" userId="5fdfeab2-e3ac-40dc-9f9d-ac602c9b72a8" providerId="ADAL" clId="{B69DA118-5076-4EF4-B604-E3375EDC9439}" dt="2022-04-12T15:35:13.302" v="981" actId="26606"/>
          <ac:spMkLst>
            <pc:docMk/>
            <pc:sldMk cId="1239167803" sldId="285"/>
            <ac:spMk id="96" creationId="{DAF1966E-FD40-4A4A-B61B-C4DF7FA05F06}"/>
          </ac:spMkLst>
        </pc:spChg>
        <pc:spChg chg="add del">
          <ac:chgData name="Ožbot, Miha" userId="5fdfeab2-e3ac-40dc-9f9d-ac602c9b72a8" providerId="ADAL" clId="{B69DA118-5076-4EF4-B604-E3375EDC9439}" dt="2022-04-12T15:35:13.302" v="981" actId="26606"/>
          <ac:spMkLst>
            <pc:docMk/>
            <pc:sldMk cId="1239167803" sldId="285"/>
            <ac:spMk id="98" creationId="{047BFA19-D45E-416B-A404-7AF2F3F27017}"/>
          </ac:spMkLst>
        </pc:spChg>
        <pc:spChg chg="add del">
          <ac:chgData name="Ožbot, Miha" userId="5fdfeab2-e3ac-40dc-9f9d-ac602c9b72a8" providerId="ADAL" clId="{B69DA118-5076-4EF4-B604-E3375EDC9439}" dt="2022-04-12T15:35:13.302" v="981" actId="26606"/>
          <ac:spMkLst>
            <pc:docMk/>
            <pc:sldMk cId="1239167803" sldId="285"/>
            <ac:spMk id="100" creationId="{8E0105E7-23DB-4CF2-8258-FF47C7620F6E}"/>
          </ac:spMkLst>
        </pc:spChg>
        <pc:spChg chg="add del">
          <ac:chgData name="Ožbot, Miha" userId="5fdfeab2-e3ac-40dc-9f9d-ac602c9b72a8" providerId="ADAL" clId="{B69DA118-5076-4EF4-B604-E3375EDC9439}" dt="2022-04-12T15:35:13.302" v="981" actId="26606"/>
          <ac:spMkLst>
            <pc:docMk/>
            <pc:sldMk cId="1239167803" sldId="285"/>
            <ac:spMk id="102" creationId="{074B4F7D-14B2-478B-8BF5-01E4E0C5D263}"/>
          </ac:spMkLst>
        </pc:spChg>
        <pc:spChg chg="add del">
          <ac:chgData name="Ožbot, Miha" userId="5fdfeab2-e3ac-40dc-9f9d-ac602c9b72a8" providerId="ADAL" clId="{B69DA118-5076-4EF4-B604-E3375EDC9439}" dt="2022-04-12T15:35:21.611" v="985" actId="26606"/>
          <ac:spMkLst>
            <pc:docMk/>
            <pc:sldMk cId="1239167803" sldId="285"/>
            <ac:spMk id="103" creationId="{D5B0017B-2ECA-49AF-B397-DC140825DF8D}"/>
          </ac:spMkLst>
        </pc:spChg>
        <pc:spChg chg="add del">
          <ac:chgData name="Ožbot, Miha" userId="5fdfeab2-e3ac-40dc-9f9d-ac602c9b72a8" providerId="ADAL" clId="{B69DA118-5076-4EF4-B604-E3375EDC9439}" dt="2022-04-12T15:35:14.574" v="983" actId="26606"/>
          <ac:spMkLst>
            <pc:docMk/>
            <pc:sldMk cId="1239167803" sldId="285"/>
            <ac:spMk id="104" creationId="{979E27D9-03C7-44E2-9FF8-15D0C8506AF7}"/>
          </ac:spMkLst>
        </pc:spChg>
        <pc:spChg chg="add del">
          <ac:chgData name="Ožbot, Miha" userId="5fdfeab2-e3ac-40dc-9f9d-ac602c9b72a8" providerId="ADAL" clId="{B69DA118-5076-4EF4-B604-E3375EDC9439}" dt="2022-04-12T15:35:14.574" v="983" actId="26606"/>
          <ac:spMkLst>
            <pc:docMk/>
            <pc:sldMk cId="1239167803" sldId="285"/>
            <ac:spMk id="105" creationId="{EEBF1590-3B36-48EE-A89D-3B6F3CB256AB}"/>
          </ac:spMkLst>
        </pc:spChg>
        <pc:spChg chg="add del">
          <ac:chgData name="Ožbot, Miha" userId="5fdfeab2-e3ac-40dc-9f9d-ac602c9b72a8" providerId="ADAL" clId="{B69DA118-5076-4EF4-B604-E3375EDC9439}" dt="2022-04-12T15:35:14.574" v="983" actId="26606"/>
          <ac:spMkLst>
            <pc:docMk/>
            <pc:sldMk cId="1239167803" sldId="285"/>
            <ac:spMk id="106" creationId="{AC8F6C8C-AB5A-4548-942D-E3FD40ACBC49}"/>
          </ac:spMkLst>
        </pc:spChg>
        <pc:spChg chg="add">
          <ac:chgData name="Ožbot, Miha" userId="5fdfeab2-e3ac-40dc-9f9d-ac602c9b72a8" providerId="ADAL" clId="{B69DA118-5076-4EF4-B604-E3375EDC9439}" dt="2022-04-12T15:38:01.717" v="1058" actId="26606"/>
          <ac:spMkLst>
            <pc:docMk/>
            <pc:sldMk cId="1239167803" sldId="285"/>
            <ac:spMk id="107" creationId="{100EDD19-6802-4EC3-95CE-CFFAB042CFD6}"/>
          </ac:spMkLst>
        </pc:spChg>
        <pc:spChg chg="add del">
          <ac:chgData name="Ožbot, Miha" userId="5fdfeab2-e3ac-40dc-9f9d-ac602c9b72a8" providerId="ADAL" clId="{B69DA118-5076-4EF4-B604-E3375EDC9439}" dt="2022-04-12T15:35:21.611" v="985" actId="26606"/>
          <ac:spMkLst>
            <pc:docMk/>
            <pc:sldMk cId="1239167803" sldId="285"/>
            <ac:spMk id="108" creationId="{B6CDA21F-E7AF-4C75-8395-33F58D5B0E45}"/>
          </ac:spMkLst>
        </pc:spChg>
        <pc:spChg chg="add del">
          <ac:chgData name="Ožbot, Miha" userId="5fdfeab2-e3ac-40dc-9f9d-ac602c9b72a8" providerId="ADAL" clId="{B69DA118-5076-4EF4-B604-E3375EDC9439}" dt="2022-04-12T15:37:16.880" v="1039" actId="26606"/>
          <ac:spMkLst>
            <pc:docMk/>
            <pc:sldMk cId="1239167803" sldId="285"/>
            <ac:spMk id="113" creationId="{C9A36457-A5F4-4103-A443-02581C09185B}"/>
          </ac:spMkLst>
        </pc:spChg>
        <pc:spChg chg="add del">
          <ac:chgData name="Ožbot, Miha" userId="5fdfeab2-e3ac-40dc-9f9d-ac602c9b72a8" providerId="ADAL" clId="{B69DA118-5076-4EF4-B604-E3375EDC9439}" dt="2022-04-12T15:37:16.880" v="1039" actId="26606"/>
          <ac:spMkLst>
            <pc:docMk/>
            <pc:sldMk cId="1239167803" sldId="285"/>
            <ac:spMk id="114" creationId="{AA5CF486-D9E5-4A66-898A-F3D62B81B15E}"/>
          </ac:spMkLst>
        </pc:spChg>
        <pc:spChg chg="add del">
          <ac:chgData name="Ožbot, Miha" userId="5fdfeab2-e3ac-40dc-9f9d-ac602c9b72a8" providerId="ADAL" clId="{B69DA118-5076-4EF4-B604-E3375EDC9439}" dt="2022-04-12T15:37:38.929" v="1056" actId="26606"/>
          <ac:spMkLst>
            <pc:docMk/>
            <pc:sldMk cId="1239167803" sldId="285"/>
            <ac:spMk id="119" creationId="{100EDD19-6802-4EC3-95CE-CFFAB042CFD6}"/>
          </ac:spMkLst>
        </pc:spChg>
        <pc:spChg chg="add del">
          <ac:chgData name="Ožbot, Miha" userId="5fdfeab2-e3ac-40dc-9f9d-ac602c9b72a8" providerId="ADAL" clId="{B69DA118-5076-4EF4-B604-E3375EDC9439}" dt="2022-04-12T15:37:38.929" v="1056" actId="26606"/>
          <ac:spMkLst>
            <pc:docMk/>
            <pc:sldMk cId="1239167803" sldId="285"/>
            <ac:spMk id="121" creationId="{DB17E863-922E-4C26-BD64-E8FD41D28661}"/>
          </ac:spMkLst>
        </pc:spChg>
        <pc:spChg chg="add del">
          <ac:chgData name="Ožbot, Miha" userId="5fdfeab2-e3ac-40dc-9f9d-ac602c9b72a8" providerId="ADAL" clId="{B69DA118-5076-4EF4-B604-E3375EDC9439}" dt="2022-04-12T15:37:28.585" v="1041" actId="26606"/>
          <ac:spMkLst>
            <pc:docMk/>
            <pc:sldMk cId="1239167803" sldId="285"/>
            <ac:spMk id="126" creationId="{777A147A-9ED8-46B4-8660-1B3C2AA880B5}"/>
          </ac:spMkLst>
        </pc:spChg>
        <pc:spChg chg="add del">
          <ac:chgData name="Ožbot, Miha" userId="5fdfeab2-e3ac-40dc-9f9d-ac602c9b72a8" providerId="ADAL" clId="{B69DA118-5076-4EF4-B604-E3375EDC9439}" dt="2022-04-12T15:37:28.585" v="1041" actId="26606"/>
          <ac:spMkLst>
            <pc:docMk/>
            <pc:sldMk cId="1239167803" sldId="285"/>
            <ac:spMk id="128" creationId="{5D6C15A0-C087-4593-8414-2B4EC1CDC3DE}"/>
          </ac:spMkLst>
        </pc:spChg>
        <pc:spChg chg="add del">
          <ac:chgData name="Ožbot, Miha" userId="5fdfeab2-e3ac-40dc-9f9d-ac602c9b72a8" providerId="ADAL" clId="{B69DA118-5076-4EF4-B604-E3375EDC9439}" dt="2022-04-12T15:37:29.333" v="1043" actId="26606"/>
          <ac:spMkLst>
            <pc:docMk/>
            <pc:sldMk cId="1239167803" sldId="285"/>
            <ac:spMk id="130" creationId="{100EDD19-6802-4EC3-95CE-CFFAB042CFD6}"/>
          </ac:spMkLst>
        </pc:spChg>
        <pc:spChg chg="add del">
          <ac:chgData name="Ožbot, Miha" userId="5fdfeab2-e3ac-40dc-9f9d-ac602c9b72a8" providerId="ADAL" clId="{B69DA118-5076-4EF4-B604-E3375EDC9439}" dt="2022-04-12T15:37:29.333" v="1043" actId="26606"/>
          <ac:spMkLst>
            <pc:docMk/>
            <pc:sldMk cId="1239167803" sldId="285"/>
            <ac:spMk id="131" creationId="{DB17E863-922E-4C26-BD64-E8FD41D28661}"/>
          </ac:spMkLst>
        </pc:spChg>
        <pc:spChg chg="add del">
          <ac:chgData name="Ožbot, Miha" userId="5fdfeab2-e3ac-40dc-9f9d-ac602c9b72a8" providerId="ADAL" clId="{B69DA118-5076-4EF4-B604-E3375EDC9439}" dt="2022-04-12T15:37:36.747" v="1051" actId="26606"/>
          <ac:spMkLst>
            <pc:docMk/>
            <pc:sldMk cId="1239167803" sldId="285"/>
            <ac:spMk id="132" creationId="{472E3A19-F5D5-48FC-BB9C-48C2F68F598B}"/>
          </ac:spMkLst>
        </pc:spChg>
        <pc:spChg chg="add del">
          <ac:chgData name="Ožbot, Miha" userId="5fdfeab2-e3ac-40dc-9f9d-ac602c9b72a8" providerId="ADAL" clId="{B69DA118-5076-4EF4-B604-E3375EDC9439}" dt="2022-04-12T15:37:30.805" v="1045" actId="26606"/>
          <ac:spMkLst>
            <pc:docMk/>
            <pc:sldMk cId="1239167803" sldId="285"/>
            <ac:spMk id="133" creationId="{100EDD19-6802-4EC3-95CE-CFFAB042CFD6}"/>
          </ac:spMkLst>
        </pc:spChg>
        <pc:spChg chg="add del">
          <ac:chgData name="Ožbot, Miha" userId="5fdfeab2-e3ac-40dc-9f9d-ac602c9b72a8" providerId="ADAL" clId="{B69DA118-5076-4EF4-B604-E3375EDC9439}" dt="2022-04-12T15:37:30.805" v="1045" actId="26606"/>
          <ac:spMkLst>
            <pc:docMk/>
            <pc:sldMk cId="1239167803" sldId="285"/>
            <ac:spMk id="134" creationId="{DB17E863-922E-4C26-BD64-E8FD41D28661}"/>
          </ac:spMkLst>
        </pc:spChg>
        <pc:spChg chg="add del">
          <ac:chgData name="Ožbot, Miha" userId="5fdfeab2-e3ac-40dc-9f9d-ac602c9b72a8" providerId="ADAL" clId="{B69DA118-5076-4EF4-B604-E3375EDC9439}" dt="2022-04-12T15:37:36.747" v="1051" actId="26606"/>
          <ac:spMkLst>
            <pc:docMk/>
            <pc:sldMk cId="1239167803" sldId="285"/>
            <ac:spMk id="136" creationId="{14E91B64-9FCC-451E-AFB4-A827D6329367}"/>
          </ac:spMkLst>
        </pc:spChg>
        <pc:spChg chg="add del">
          <ac:chgData name="Ožbot, Miha" userId="5fdfeab2-e3ac-40dc-9f9d-ac602c9b72a8" providerId="ADAL" clId="{B69DA118-5076-4EF4-B604-E3375EDC9439}" dt="2022-04-12T15:37:31.763" v="1047" actId="26606"/>
          <ac:spMkLst>
            <pc:docMk/>
            <pc:sldMk cId="1239167803" sldId="285"/>
            <ac:spMk id="137" creationId="{100EDD19-6802-4EC3-95CE-CFFAB042CFD6}"/>
          </ac:spMkLst>
        </pc:spChg>
        <pc:spChg chg="add del">
          <ac:chgData name="Ožbot, Miha" userId="5fdfeab2-e3ac-40dc-9f9d-ac602c9b72a8" providerId="ADAL" clId="{B69DA118-5076-4EF4-B604-E3375EDC9439}" dt="2022-04-12T15:37:31.763" v="1047" actId="26606"/>
          <ac:spMkLst>
            <pc:docMk/>
            <pc:sldMk cId="1239167803" sldId="285"/>
            <ac:spMk id="138" creationId="{DB17E863-922E-4C26-BD64-E8FD41D28661}"/>
          </ac:spMkLst>
        </pc:spChg>
        <pc:spChg chg="add del">
          <ac:chgData name="Ožbot, Miha" userId="5fdfeab2-e3ac-40dc-9f9d-ac602c9b72a8" providerId="ADAL" clId="{B69DA118-5076-4EF4-B604-E3375EDC9439}" dt="2022-04-12T15:37:36.220" v="1049" actId="26606"/>
          <ac:spMkLst>
            <pc:docMk/>
            <pc:sldMk cId="1239167803" sldId="285"/>
            <ac:spMk id="141" creationId="{777A147A-9ED8-46B4-8660-1B3C2AA880B5}"/>
          </ac:spMkLst>
        </pc:spChg>
        <pc:spChg chg="add del">
          <ac:chgData name="Ožbot, Miha" userId="5fdfeab2-e3ac-40dc-9f9d-ac602c9b72a8" providerId="ADAL" clId="{B69DA118-5076-4EF4-B604-E3375EDC9439}" dt="2022-04-12T15:37:36.220" v="1049" actId="26606"/>
          <ac:spMkLst>
            <pc:docMk/>
            <pc:sldMk cId="1239167803" sldId="285"/>
            <ac:spMk id="142" creationId="{5D6C15A0-C087-4593-8414-2B4EC1CDC3DE}"/>
          </ac:spMkLst>
        </pc:spChg>
        <pc:spChg chg="add del">
          <ac:chgData name="Ožbot, Miha" userId="5fdfeab2-e3ac-40dc-9f9d-ac602c9b72a8" providerId="ADAL" clId="{B69DA118-5076-4EF4-B604-E3375EDC9439}" dt="2022-04-12T15:37:36.220" v="1049" actId="26606"/>
          <ac:spMkLst>
            <pc:docMk/>
            <pc:sldMk cId="1239167803" sldId="285"/>
            <ac:spMk id="143" creationId="{B8D13A2C-0815-46E8-A56B-7231923908FB}"/>
          </ac:spMkLst>
        </pc:spChg>
        <pc:spChg chg="add del">
          <ac:chgData name="Ožbot, Miha" userId="5fdfeab2-e3ac-40dc-9f9d-ac602c9b72a8" providerId="ADAL" clId="{B69DA118-5076-4EF4-B604-E3375EDC9439}" dt="2022-04-12T15:37:36.747" v="1051" actId="26606"/>
          <ac:spMkLst>
            <pc:docMk/>
            <pc:sldMk cId="1239167803" sldId="285"/>
            <ac:spMk id="145" creationId="{827B839B-9ADE-406B-8590-F1CAEDED45A1}"/>
          </ac:spMkLst>
        </pc:spChg>
        <pc:spChg chg="add del">
          <ac:chgData name="Ožbot, Miha" userId="5fdfeab2-e3ac-40dc-9f9d-ac602c9b72a8" providerId="ADAL" clId="{B69DA118-5076-4EF4-B604-E3375EDC9439}" dt="2022-04-12T15:37:36.747" v="1051" actId="26606"/>
          <ac:spMkLst>
            <pc:docMk/>
            <pc:sldMk cId="1239167803" sldId="285"/>
            <ac:spMk id="146" creationId="{CFE45BF0-46DB-408C-B5F7-7B11716805D4}"/>
          </ac:spMkLst>
        </pc:spChg>
        <pc:spChg chg="add del">
          <ac:chgData name="Ožbot, Miha" userId="5fdfeab2-e3ac-40dc-9f9d-ac602c9b72a8" providerId="ADAL" clId="{B69DA118-5076-4EF4-B604-E3375EDC9439}" dt="2022-04-12T15:37:36.747" v="1051" actId="26606"/>
          <ac:spMkLst>
            <pc:docMk/>
            <pc:sldMk cId="1239167803" sldId="285"/>
            <ac:spMk id="147" creationId="{2AEBC8F2-97B1-41B4-93F1-2D289E197FBA}"/>
          </ac:spMkLst>
        </pc:spChg>
        <pc:spChg chg="add del">
          <ac:chgData name="Ožbot, Miha" userId="5fdfeab2-e3ac-40dc-9f9d-ac602c9b72a8" providerId="ADAL" clId="{B69DA118-5076-4EF4-B604-E3375EDC9439}" dt="2022-04-12T15:37:36.747" v="1051" actId="26606"/>
          <ac:spMkLst>
            <pc:docMk/>
            <pc:sldMk cId="1239167803" sldId="285"/>
            <ac:spMk id="148" creationId="{7A62E32F-BB65-43A8-8EB5-92346890E549}"/>
          </ac:spMkLst>
        </pc:spChg>
        <pc:spChg chg="add del">
          <ac:chgData name="Ožbot, Miha" userId="5fdfeab2-e3ac-40dc-9f9d-ac602c9b72a8" providerId="ADAL" clId="{B69DA118-5076-4EF4-B604-E3375EDC9439}" dt="2022-04-12T15:37:36.747" v="1051" actId="26606"/>
          <ac:spMkLst>
            <pc:docMk/>
            <pc:sldMk cId="1239167803" sldId="285"/>
            <ac:spMk id="149" creationId="{B8D13A2C-0815-46E8-A56B-7231923908FB}"/>
          </ac:spMkLst>
        </pc:spChg>
        <pc:spChg chg="add del">
          <ac:chgData name="Ožbot, Miha" userId="5fdfeab2-e3ac-40dc-9f9d-ac602c9b72a8" providerId="ADAL" clId="{B69DA118-5076-4EF4-B604-E3375EDC9439}" dt="2022-04-12T15:37:37.803" v="1053" actId="26606"/>
          <ac:spMkLst>
            <pc:docMk/>
            <pc:sldMk cId="1239167803" sldId="285"/>
            <ac:spMk id="151" creationId="{7CB4857B-ED7C-444D-9F04-2F885114A1C2}"/>
          </ac:spMkLst>
        </pc:spChg>
        <pc:spChg chg="add del">
          <ac:chgData name="Ožbot, Miha" userId="5fdfeab2-e3ac-40dc-9f9d-ac602c9b72a8" providerId="ADAL" clId="{B69DA118-5076-4EF4-B604-E3375EDC9439}" dt="2022-04-12T15:37:37.803" v="1053" actId="26606"/>
          <ac:spMkLst>
            <pc:docMk/>
            <pc:sldMk cId="1239167803" sldId="285"/>
            <ac:spMk id="152" creationId="{D18046FB-44EA-4FD8-A585-EA09A319B2D0}"/>
          </ac:spMkLst>
        </pc:spChg>
        <pc:spChg chg="add del">
          <ac:chgData name="Ožbot, Miha" userId="5fdfeab2-e3ac-40dc-9f9d-ac602c9b72a8" providerId="ADAL" clId="{B69DA118-5076-4EF4-B604-E3375EDC9439}" dt="2022-04-12T15:37:37.803" v="1053" actId="26606"/>
          <ac:spMkLst>
            <pc:docMk/>
            <pc:sldMk cId="1239167803" sldId="285"/>
            <ac:spMk id="153" creationId="{479F5F2B-8B58-4140-AE6A-51F6C67B18D9}"/>
          </ac:spMkLst>
        </pc:spChg>
        <pc:spChg chg="add del">
          <ac:chgData name="Ožbot, Miha" userId="5fdfeab2-e3ac-40dc-9f9d-ac602c9b72a8" providerId="ADAL" clId="{B69DA118-5076-4EF4-B604-E3375EDC9439}" dt="2022-04-12T15:37:37.803" v="1053" actId="26606"/>
          <ac:spMkLst>
            <pc:docMk/>
            <pc:sldMk cId="1239167803" sldId="285"/>
            <ac:spMk id="154" creationId="{B8D13A2C-0815-46E8-A56B-7231923908FB}"/>
          </ac:spMkLst>
        </pc:spChg>
        <pc:spChg chg="add del">
          <ac:chgData name="Ožbot, Miha" userId="5fdfeab2-e3ac-40dc-9f9d-ac602c9b72a8" providerId="ADAL" clId="{B69DA118-5076-4EF4-B604-E3375EDC9439}" dt="2022-04-12T15:37:38.923" v="1055" actId="26606"/>
          <ac:spMkLst>
            <pc:docMk/>
            <pc:sldMk cId="1239167803" sldId="285"/>
            <ac:spMk id="156" creationId="{DEE2AD96-B495-4E06-9291-B71706F728CB}"/>
          </ac:spMkLst>
        </pc:spChg>
        <pc:spChg chg="add del">
          <ac:chgData name="Ožbot, Miha" userId="5fdfeab2-e3ac-40dc-9f9d-ac602c9b72a8" providerId="ADAL" clId="{B69DA118-5076-4EF4-B604-E3375EDC9439}" dt="2022-04-12T15:37:38.923" v="1055" actId="26606"/>
          <ac:spMkLst>
            <pc:docMk/>
            <pc:sldMk cId="1239167803" sldId="285"/>
            <ac:spMk id="157" creationId="{53CF6D67-C5A8-4ADD-9E8E-1E38CA1D3166}"/>
          </ac:spMkLst>
        </pc:spChg>
        <pc:spChg chg="add del">
          <ac:chgData name="Ožbot, Miha" userId="5fdfeab2-e3ac-40dc-9f9d-ac602c9b72a8" providerId="ADAL" clId="{B69DA118-5076-4EF4-B604-E3375EDC9439}" dt="2022-04-12T15:37:38.923" v="1055" actId="26606"/>
          <ac:spMkLst>
            <pc:docMk/>
            <pc:sldMk cId="1239167803" sldId="285"/>
            <ac:spMk id="158" creationId="{86909FA0-B515-4681-B7A8-FA281D133B94}"/>
          </ac:spMkLst>
        </pc:spChg>
        <pc:spChg chg="add del">
          <ac:chgData name="Ožbot, Miha" userId="5fdfeab2-e3ac-40dc-9f9d-ac602c9b72a8" providerId="ADAL" clId="{B69DA118-5076-4EF4-B604-E3375EDC9439}" dt="2022-04-12T15:37:38.923" v="1055" actId="26606"/>
          <ac:spMkLst>
            <pc:docMk/>
            <pc:sldMk cId="1239167803" sldId="285"/>
            <ac:spMk id="159" creationId="{21C9FE86-FCC3-4A31-AA1C-C882262B7FE7}"/>
          </ac:spMkLst>
        </pc:spChg>
        <pc:spChg chg="add del">
          <ac:chgData name="Ožbot, Miha" userId="5fdfeab2-e3ac-40dc-9f9d-ac602c9b72a8" providerId="ADAL" clId="{B69DA118-5076-4EF4-B604-E3375EDC9439}" dt="2022-04-12T15:37:38.923" v="1055" actId="26606"/>
          <ac:spMkLst>
            <pc:docMk/>
            <pc:sldMk cId="1239167803" sldId="285"/>
            <ac:spMk id="160" creationId="{7D96243B-ECED-4B71-8E06-AE9A285EAD20}"/>
          </ac:spMkLst>
        </pc:spChg>
        <pc:spChg chg="add del">
          <ac:chgData name="Ožbot, Miha" userId="5fdfeab2-e3ac-40dc-9f9d-ac602c9b72a8" providerId="ADAL" clId="{B69DA118-5076-4EF4-B604-E3375EDC9439}" dt="2022-04-12T15:37:38.923" v="1055" actId="26606"/>
          <ac:spMkLst>
            <pc:docMk/>
            <pc:sldMk cId="1239167803" sldId="285"/>
            <ac:spMk id="161" creationId="{A09989E4-EFDC-4A90-A633-E0525FB4139E}"/>
          </ac:spMkLst>
        </pc:spChg>
        <pc:spChg chg="add del">
          <ac:chgData name="Ožbot, Miha" userId="5fdfeab2-e3ac-40dc-9f9d-ac602c9b72a8" providerId="ADAL" clId="{B69DA118-5076-4EF4-B604-E3375EDC9439}" dt="2022-04-12T15:37:38.923" v="1055" actId="26606"/>
          <ac:spMkLst>
            <pc:docMk/>
            <pc:sldMk cId="1239167803" sldId="285"/>
            <ac:spMk id="162" creationId="{B8D13A2C-0815-46E8-A56B-7231923908FB}"/>
          </ac:spMkLst>
        </pc:spChg>
        <pc:spChg chg="add del">
          <ac:chgData name="Ožbot, Miha" userId="5fdfeab2-e3ac-40dc-9f9d-ac602c9b72a8" providerId="ADAL" clId="{B69DA118-5076-4EF4-B604-E3375EDC9439}" dt="2022-04-12T15:38:01.717" v="1058" actId="26606"/>
          <ac:spMkLst>
            <pc:docMk/>
            <pc:sldMk cId="1239167803" sldId="285"/>
            <ac:spMk id="164" creationId="{AC17DE74-01C9-4859-B65A-85CF999E8580}"/>
          </ac:spMkLst>
        </pc:spChg>
        <pc:spChg chg="add del">
          <ac:chgData name="Ožbot, Miha" userId="5fdfeab2-e3ac-40dc-9f9d-ac602c9b72a8" providerId="ADAL" clId="{B69DA118-5076-4EF4-B604-E3375EDC9439}" dt="2022-04-12T15:38:01.717" v="1058" actId="26606"/>
          <ac:spMkLst>
            <pc:docMk/>
            <pc:sldMk cId="1239167803" sldId="285"/>
            <ac:spMk id="165" creationId="{068C0432-0E90-4CC1-8CD3-D44A90DF07EF}"/>
          </ac:spMkLst>
        </pc:spChg>
        <pc:spChg chg="add mod">
          <ac:chgData name="Ožbot, Miha" userId="5fdfeab2-e3ac-40dc-9f9d-ac602c9b72a8" providerId="ADAL" clId="{B69DA118-5076-4EF4-B604-E3375EDC9439}" dt="2022-04-12T15:38:01.717" v="1058" actId="26606"/>
          <ac:spMkLst>
            <pc:docMk/>
            <pc:sldMk cId="1239167803" sldId="285"/>
            <ac:spMk id="166" creationId="{B8D13A2C-0815-46E8-A56B-7231923908FB}"/>
          </ac:spMkLst>
        </pc:spChg>
        <pc:spChg chg="add">
          <ac:chgData name="Ožbot, Miha" userId="5fdfeab2-e3ac-40dc-9f9d-ac602c9b72a8" providerId="ADAL" clId="{B69DA118-5076-4EF4-B604-E3375EDC9439}" dt="2022-04-12T15:38:01.717" v="1058" actId="26606"/>
          <ac:spMkLst>
            <pc:docMk/>
            <pc:sldMk cId="1239167803" sldId="285"/>
            <ac:spMk id="168" creationId="{DB17E863-922E-4C26-BD64-E8FD41D28661}"/>
          </ac:spMkLst>
        </pc:spChg>
        <pc:grpChg chg="add del">
          <ac:chgData name="Ožbot, Miha" userId="5fdfeab2-e3ac-40dc-9f9d-ac602c9b72a8" providerId="ADAL" clId="{B69DA118-5076-4EF4-B604-E3375EDC9439}" dt="2022-04-12T15:33:06" v="896" actId="26606"/>
          <ac:grpSpMkLst>
            <pc:docMk/>
            <pc:sldMk cId="1239167803" sldId="285"/>
            <ac:grpSpMk id="50" creationId="{B0CED441-B73B-4907-9AF2-614CEAC6A182}"/>
          </ac:grpSpMkLst>
        </pc:grpChg>
        <pc:grpChg chg="add del">
          <ac:chgData name="Ožbot, Miha" userId="5fdfeab2-e3ac-40dc-9f9d-ac602c9b72a8" providerId="ADAL" clId="{B69DA118-5076-4EF4-B604-E3375EDC9439}" dt="2022-04-12T15:35:21.611" v="985" actId="26606"/>
          <ac:grpSpMkLst>
            <pc:docMk/>
            <pc:sldMk cId="1239167803" sldId="285"/>
            <ac:grpSpMk id="109" creationId="{AE1C45F0-260A-458C-96ED-C1F6D2151219}"/>
          </ac:grpSpMkLst>
        </pc:grpChg>
        <pc:graphicFrameChg chg="add del">
          <ac:chgData name="Ožbot, Miha" userId="5fdfeab2-e3ac-40dc-9f9d-ac602c9b72a8" providerId="ADAL" clId="{B69DA118-5076-4EF4-B604-E3375EDC9439}" dt="2022-04-12T15:32:57.892" v="884" actId="26606"/>
          <ac:graphicFrameMkLst>
            <pc:docMk/>
            <pc:sldMk cId="1239167803" sldId="285"/>
            <ac:graphicFrameMk id="6" creationId="{45CF5E35-337C-9E51-730A-B7E0021A0B9F}"/>
          </ac:graphicFrameMkLst>
        </pc:graphicFrameChg>
        <pc:graphicFrameChg chg="add del">
          <ac:chgData name="Ožbot, Miha" userId="5fdfeab2-e3ac-40dc-9f9d-ac602c9b72a8" providerId="ADAL" clId="{B69DA118-5076-4EF4-B604-E3375EDC9439}" dt="2022-04-12T15:33:02.653" v="890" actId="26606"/>
          <ac:graphicFrameMkLst>
            <pc:docMk/>
            <pc:sldMk cId="1239167803" sldId="285"/>
            <ac:graphicFrameMk id="32" creationId="{5B41570E-52BE-99F4-8AA0-966316519D48}"/>
          </ac:graphicFrameMkLst>
        </pc:graphicFrameChg>
        <pc:graphicFrameChg chg="add del">
          <ac:chgData name="Ožbot, Miha" userId="5fdfeab2-e3ac-40dc-9f9d-ac602c9b72a8" providerId="ADAL" clId="{B69DA118-5076-4EF4-B604-E3375EDC9439}" dt="2022-04-12T15:33:03.563" v="892" actId="26606"/>
          <ac:graphicFrameMkLst>
            <pc:docMk/>
            <pc:sldMk cId="1239167803" sldId="285"/>
            <ac:graphicFrameMk id="39" creationId="{A6EC4469-A9AC-4F9A-0899-B910D7EC8CC6}"/>
          </ac:graphicFrameMkLst>
        </pc:graphicFrameChg>
        <pc:graphicFrameChg chg="add del">
          <ac:chgData name="Ožbot, Miha" userId="5fdfeab2-e3ac-40dc-9f9d-ac602c9b72a8" providerId="ADAL" clId="{B69DA118-5076-4EF4-B604-E3375EDC9439}" dt="2022-04-12T15:33:07.495" v="898" actId="26606"/>
          <ac:graphicFrameMkLst>
            <pc:docMk/>
            <pc:sldMk cId="1239167803" sldId="285"/>
            <ac:graphicFrameMk id="68" creationId="{80181B2D-8722-172A-A658-6C88DD5ECC29}"/>
          </ac:graphicFrameMkLst>
        </pc:graphicFrameChg>
        <pc:graphicFrameChg chg="add del">
          <ac:chgData name="Ožbot, Miha" userId="5fdfeab2-e3ac-40dc-9f9d-ac602c9b72a8" providerId="ADAL" clId="{B69DA118-5076-4EF4-B604-E3375EDC9439}" dt="2022-04-12T15:33:09.613" v="900" actId="26606"/>
          <ac:graphicFrameMkLst>
            <pc:docMk/>
            <pc:sldMk cId="1239167803" sldId="285"/>
            <ac:graphicFrameMk id="70" creationId="{EF5A104E-3464-426C-2B5B-25F18A8812E7}"/>
          </ac:graphicFrameMkLst>
        </pc:graphicFrameChg>
        <pc:graphicFrameChg chg="add del">
          <ac:chgData name="Ožbot, Miha" userId="5fdfeab2-e3ac-40dc-9f9d-ac602c9b72a8" providerId="ADAL" clId="{B69DA118-5076-4EF4-B604-E3375EDC9439}" dt="2022-04-12T15:33:10.291" v="902" actId="26606"/>
          <ac:graphicFrameMkLst>
            <pc:docMk/>
            <pc:sldMk cId="1239167803" sldId="285"/>
            <ac:graphicFrameMk id="72" creationId="{68AF36F5-1FFA-98AA-43E6-0870478F19AA}"/>
          </ac:graphicFrameMkLst>
        </pc:graphicFrameChg>
        <pc:graphicFrameChg chg="add del">
          <ac:chgData name="Ožbot, Miha" userId="5fdfeab2-e3ac-40dc-9f9d-ac602c9b72a8" providerId="ADAL" clId="{B69DA118-5076-4EF4-B604-E3375EDC9439}" dt="2022-04-12T15:33:13.932" v="904" actId="26606"/>
          <ac:graphicFrameMkLst>
            <pc:docMk/>
            <pc:sldMk cId="1239167803" sldId="285"/>
            <ac:graphicFrameMk id="74" creationId="{8222BD64-133D-2680-0EFF-D353E8EA845B}"/>
          </ac:graphicFrameMkLst>
        </pc:graphicFrameChg>
        <pc:graphicFrameChg chg="add del">
          <ac:chgData name="Ožbot, Miha" userId="5fdfeab2-e3ac-40dc-9f9d-ac602c9b72a8" providerId="ADAL" clId="{B69DA118-5076-4EF4-B604-E3375EDC9439}" dt="2022-04-12T15:37:29.333" v="1043" actId="26606"/>
          <ac:graphicFrameMkLst>
            <pc:docMk/>
            <pc:sldMk cId="1239167803" sldId="285"/>
            <ac:graphicFrameMk id="123" creationId="{D6F497AB-F6BC-6868-A1E7-6A9AB1F8C0BD}"/>
          </ac:graphicFrameMkLst>
        </pc:graphicFrameChg>
        <pc:graphicFrameChg chg="add del">
          <ac:chgData name="Ožbot, Miha" userId="5fdfeab2-e3ac-40dc-9f9d-ac602c9b72a8" providerId="ADAL" clId="{B69DA118-5076-4EF4-B604-E3375EDC9439}" dt="2022-04-12T15:37:30.805" v="1045" actId="26606"/>
          <ac:graphicFrameMkLst>
            <pc:docMk/>
            <pc:sldMk cId="1239167803" sldId="285"/>
            <ac:graphicFrameMk id="135" creationId="{4335ED69-46B9-99C4-D971-AC679A84432D}"/>
          </ac:graphicFrameMkLst>
        </pc:graphicFrameChg>
        <pc:graphicFrameChg chg="add del">
          <ac:chgData name="Ožbot, Miha" userId="5fdfeab2-e3ac-40dc-9f9d-ac602c9b72a8" providerId="ADAL" clId="{B69DA118-5076-4EF4-B604-E3375EDC9439}" dt="2022-04-12T15:37:31.763" v="1047" actId="26606"/>
          <ac:graphicFrameMkLst>
            <pc:docMk/>
            <pc:sldMk cId="1239167803" sldId="285"/>
            <ac:graphicFrameMk id="139" creationId="{3F135CDC-2B55-6199-B14D-3C61A460CA93}"/>
          </ac:graphicFrameMkLst>
        </pc:graphicFrameChg>
        <pc:picChg chg="add del">
          <ac:chgData name="Ožbot, Miha" userId="5fdfeab2-e3ac-40dc-9f9d-ac602c9b72a8" providerId="ADAL" clId="{B69DA118-5076-4EF4-B604-E3375EDC9439}" dt="2022-04-12T15:33:02.653" v="890" actId="26606"/>
          <ac:picMkLst>
            <pc:docMk/>
            <pc:sldMk cId="1239167803" sldId="285"/>
            <ac:picMk id="31" creationId="{C0EA592B-8370-10F3-8D71-8B35B7F221C9}"/>
          </ac:picMkLst>
        </pc:picChg>
        <pc:cxnChg chg="add del">
          <ac:chgData name="Ožbot, Miha" userId="5fdfeab2-e3ac-40dc-9f9d-ac602c9b72a8" providerId="ADAL" clId="{B69DA118-5076-4EF4-B604-E3375EDC9439}" dt="2022-04-12T15:35:21.611" v="985" actId="26606"/>
          <ac:cxnSpMkLst>
            <pc:docMk/>
            <pc:sldMk cId="1239167803" sldId="285"/>
            <ac:cxnSpMk id="111" creationId="{6CF1BAF6-AD41-4082-B212-8A1F9A2E8779}"/>
          </ac:cxnSpMkLst>
        </pc:cxnChg>
      </pc:sldChg>
      <pc:sldChg chg="addSp delSp modSp new mod setBg addCm">
        <pc:chgData name="Ožbot, Miha" userId="5fdfeab2-e3ac-40dc-9f9d-ac602c9b72a8" providerId="ADAL" clId="{B69DA118-5076-4EF4-B604-E3375EDC9439}" dt="2022-04-12T17:30:55.919" v="2009" actId="26606"/>
        <pc:sldMkLst>
          <pc:docMk/>
          <pc:sldMk cId="3372332676" sldId="286"/>
        </pc:sldMkLst>
        <pc:spChg chg="mod">
          <ac:chgData name="Ožbot, Miha" userId="5fdfeab2-e3ac-40dc-9f9d-ac602c9b72a8" providerId="ADAL" clId="{B69DA118-5076-4EF4-B604-E3375EDC9439}" dt="2022-04-12T17:30:55.919" v="2009" actId="26606"/>
          <ac:spMkLst>
            <pc:docMk/>
            <pc:sldMk cId="3372332676" sldId="286"/>
            <ac:spMk id="2" creationId="{9047507C-C1F5-4A31-8837-38927F9C775B}"/>
          </ac:spMkLst>
        </pc:spChg>
        <pc:spChg chg="mod ord">
          <ac:chgData name="Ožbot, Miha" userId="5fdfeab2-e3ac-40dc-9f9d-ac602c9b72a8" providerId="ADAL" clId="{B69DA118-5076-4EF4-B604-E3375EDC9439}" dt="2022-04-12T17:30:55.919" v="2009" actId="26606"/>
          <ac:spMkLst>
            <pc:docMk/>
            <pc:sldMk cId="3372332676" sldId="286"/>
            <ac:spMk id="3" creationId="{8B963D87-ED67-48B8-B813-8E848277554D}"/>
          </ac:spMkLst>
        </pc:spChg>
        <pc:spChg chg="add">
          <ac:chgData name="Ožbot, Miha" userId="5fdfeab2-e3ac-40dc-9f9d-ac602c9b72a8" providerId="ADAL" clId="{B69DA118-5076-4EF4-B604-E3375EDC9439}" dt="2022-04-12T17:30:55.919" v="2009" actId="26606"/>
          <ac:spMkLst>
            <pc:docMk/>
            <pc:sldMk cId="3372332676" sldId="286"/>
            <ac:spMk id="17" creationId="{5AC1364A-3E3D-4F0D-8776-78AF3A270DD6}"/>
          </ac:spMkLst>
        </pc:spChg>
        <pc:spChg chg="add">
          <ac:chgData name="Ožbot, Miha" userId="5fdfeab2-e3ac-40dc-9f9d-ac602c9b72a8" providerId="ADAL" clId="{B69DA118-5076-4EF4-B604-E3375EDC9439}" dt="2022-04-12T17:30:55.919" v="2009" actId="26606"/>
          <ac:spMkLst>
            <pc:docMk/>
            <pc:sldMk cId="3372332676" sldId="286"/>
            <ac:spMk id="19" creationId="{3FCFB1DE-0B7E-48CC-BA90-B2AB0889F9D6}"/>
          </ac:spMkLst>
        </pc:spChg>
        <pc:graphicFrameChg chg="add del mod">
          <ac:chgData name="Ožbot, Miha" userId="5fdfeab2-e3ac-40dc-9f9d-ac602c9b72a8" providerId="ADAL" clId="{B69DA118-5076-4EF4-B604-E3375EDC9439}" dt="2022-04-12T15:06:39.265" v="622" actId="478"/>
          <ac:graphicFrameMkLst>
            <pc:docMk/>
            <pc:sldMk cId="3372332676" sldId="286"/>
            <ac:graphicFrameMk id="4" creationId="{EAC01CC0-AF86-4B25-BB20-9DA915DF52CC}"/>
          </ac:graphicFrameMkLst>
        </pc:graphicFrameChg>
        <pc:graphicFrameChg chg="add del mod">
          <ac:chgData name="Ožbot, Miha" userId="5fdfeab2-e3ac-40dc-9f9d-ac602c9b72a8" providerId="ADAL" clId="{B69DA118-5076-4EF4-B604-E3375EDC9439}" dt="2022-04-12T15:07:55.168" v="626" actId="478"/>
          <ac:graphicFrameMkLst>
            <pc:docMk/>
            <pc:sldMk cId="3372332676" sldId="286"/>
            <ac:graphicFrameMk id="5" creationId="{4EB68358-9019-4CEB-99FA-5A11ACD2978F}"/>
          </ac:graphicFrameMkLst>
        </pc:graphicFrameChg>
        <pc:picChg chg="add mod ord">
          <ac:chgData name="Ožbot, Miha" userId="5fdfeab2-e3ac-40dc-9f9d-ac602c9b72a8" providerId="ADAL" clId="{B69DA118-5076-4EF4-B604-E3375EDC9439}" dt="2022-04-12T17:30:55.919" v="2009" actId="26606"/>
          <ac:picMkLst>
            <pc:docMk/>
            <pc:sldMk cId="3372332676" sldId="286"/>
            <ac:picMk id="10" creationId="{2EE79E24-625E-4E2A-8A73-BDF3D154713C}"/>
          </ac:picMkLst>
        </pc:picChg>
        <pc:picChg chg="add mod">
          <ac:chgData name="Ožbot, Miha" userId="5fdfeab2-e3ac-40dc-9f9d-ac602c9b72a8" providerId="ADAL" clId="{B69DA118-5076-4EF4-B604-E3375EDC9439}" dt="2022-04-12T17:30:55.919" v="2009" actId="26606"/>
          <ac:picMkLst>
            <pc:docMk/>
            <pc:sldMk cId="3372332676" sldId="286"/>
            <ac:picMk id="12" creationId="{0659CA1E-78AE-4B20-B988-09B42C7E702A}"/>
          </ac:picMkLst>
        </pc:picChg>
      </pc:sldChg>
      <pc:sldChg chg="addSp delSp modSp new del mod">
        <pc:chgData name="Ožbot, Miha" userId="5fdfeab2-e3ac-40dc-9f9d-ac602c9b72a8" providerId="ADAL" clId="{B69DA118-5076-4EF4-B604-E3375EDC9439}" dt="2022-04-12T16:59:55.284" v="2000" actId="47"/>
        <pc:sldMkLst>
          <pc:docMk/>
          <pc:sldMk cId="2101805588" sldId="287"/>
        </pc:sldMkLst>
        <pc:spChg chg="del">
          <ac:chgData name="Ožbot, Miha" userId="5fdfeab2-e3ac-40dc-9f9d-ac602c9b72a8" providerId="ADAL" clId="{B69DA118-5076-4EF4-B604-E3375EDC9439}" dt="2022-04-12T15:09:38.567" v="640"/>
          <ac:spMkLst>
            <pc:docMk/>
            <pc:sldMk cId="2101805588" sldId="287"/>
            <ac:spMk id="3" creationId="{2362F61F-2F9C-4FC2-8B28-0DFA5862533F}"/>
          </ac:spMkLst>
        </pc:spChg>
        <pc:spChg chg="add mod">
          <ac:chgData name="Ožbot, Miha" userId="5fdfeab2-e3ac-40dc-9f9d-ac602c9b72a8" providerId="ADAL" clId="{B69DA118-5076-4EF4-B604-E3375EDC9439}" dt="2022-04-12T16:59:51.806" v="1999" actId="21"/>
          <ac:spMkLst>
            <pc:docMk/>
            <pc:sldMk cId="2101805588" sldId="287"/>
            <ac:spMk id="6" creationId="{AE86D832-3641-406E-B0E1-DCFEDD5C7A83}"/>
          </ac:spMkLst>
        </pc:spChg>
        <pc:picChg chg="add del mod">
          <ac:chgData name="Ožbot, Miha" userId="5fdfeab2-e3ac-40dc-9f9d-ac602c9b72a8" providerId="ADAL" clId="{B69DA118-5076-4EF4-B604-E3375EDC9439}" dt="2022-04-12T16:59:51.806" v="1999" actId="21"/>
          <ac:picMkLst>
            <pc:docMk/>
            <pc:sldMk cId="2101805588" sldId="287"/>
            <ac:picMk id="4" creationId="{29155C17-F409-4DCF-A663-979D24DDCB95}"/>
          </ac:picMkLst>
        </pc:picChg>
      </pc:sldChg>
      <pc:sldChg chg="addSp delSp modSp new del mod">
        <pc:chgData name="Ožbot, Miha" userId="5fdfeab2-e3ac-40dc-9f9d-ac602c9b72a8" providerId="ADAL" clId="{B69DA118-5076-4EF4-B604-E3375EDC9439}" dt="2022-04-12T15:09:26.813" v="636" actId="47"/>
        <pc:sldMkLst>
          <pc:docMk/>
          <pc:sldMk cId="3155948732" sldId="287"/>
        </pc:sldMkLst>
        <pc:graphicFrameChg chg="add del mod">
          <ac:chgData name="Ožbot, Miha" userId="5fdfeab2-e3ac-40dc-9f9d-ac602c9b72a8" providerId="ADAL" clId="{B69DA118-5076-4EF4-B604-E3375EDC9439}" dt="2022-04-12T15:09:10.417" v="630" actId="478"/>
          <ac:graphicFrameMkLst>
            <pc:docMk/>
            <pc:sldMk cId="3155948732" sldId="287"/>
            <ac:graphicFrameMk id="5" creationId="{16C1AA27-DEAC-4555-B9AE-9F27A02C7DE5}"/>
          </ac:graphicFrameMkLst>
        </pc:graphicFrameChg>
        <pc:picChg chg="add del mod">
          <ac:chgData name="Ožbot, Miha" userId="5fdfeab2-e3ac-40dc-9f9d-ac602c9b72a8" providerId="ADAL" clId="{B69DA118-5076-4EF4-B604-E3375EDC9439}" dt="2022-04-12T15:09:25.398" v="635" actId="21"/>
          <ac:picMkLst>
            <pc:docMk/>
            <pc:sldMk cId="3155948732" sldId="287"/>
            <ac:picMk id="7" creationId="{6AFBD17B-E5F2-4918-B14C-197EF2CA8A49}"/>
          </ac:picMkLst>
        </pc:picChg>
      </pc:sldChg>
    </pc:docChg>
  </pc:docChgLst>
</pc:chgInfo>
</file>

<file path=ppt/comments/modernComment_10F_F96E047F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596A4929-662E-4DD8-8BBB-04696FF07452}" authorId="{C6F2067D-C351-4052-C3C5-B9A94ED1B56D}" created="2022-04-13T11:28:44.768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184736895" sldId="271"/>
      <ac:picMk id="11" creationId="{54E9ED50-A3E4-4040-8F2C-1F9E782B0BAF}"/>
    </ac:deMkLst>
    <p188:txBody>
      <a:bodyPr/>
      <a:lstStyle/>
      <a:p>
        <a:r>
          <a:rPr lang="sl-SI"/>
          <a:t>54</a:t>
        </a:r>
      </a:p>
    </p188:txBody>
  </p188:cm>
</p188:cmLst>
</file>

<file path=ppt/comments/modernComment_11A_3451E80B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DA2C448-95AA-44C4-8FB0-B099A032415D}" authorId="{C6F2067D-C351-4052-C3C5-B9A94ED1B56D}" created="2022-04-13T07:28:24.716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877783051" sldId="282"/>
      <ac:picMk id="6" creationId="{22993324-5225-4517-8700-DCDAE7E8F727}"/>
    </ac:deMkLst>
    <p188:txBody>
      <a:bodyPr/>
      <a:lstStyle/>
      <a:p>
        <a:r>
          <a:rPr lang="sl-SI"/>
          <a:t>44</a:t>
        </a:r>
      </a:p>
    </p188:txBody>
  </p188:cm>
  <p188:cm id="{750A5338-5CF7-48D9-B3B8-D8BB2F13F66F}" authorId="{C6F2067D-C351-4052-C3C5-B9A94ED1B56D}" created="2022-04-13T07:29:13.609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877783051" sldId="282"/>
      <ac:picMk id="7" creationId="{3AEBCE64-73E8-4850-89A4-FE6B5C372512}"/>
    </ac:deMkLst>
    <p188:txBody>
      <a:bodyPr/>
      <a:lstStyle/>
      <a:p>
        <a:r>
          <a:rPr lang="sl-SI"/>
          <a:t>48</a:t>
        </a:r>
      </a:p>
    </p188:txBody>
  </p188:cm>
</p188:cmLst>
</file>

<file path=ppt/comments/modernComment_11E_C901B684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7B79C7F-8E82-4164-9AE7-7A097CECB875}" authorId="{C6F2067D-C351-4052-C3C5-B9A94ED1B56D}" created="2022-04-12T16:13:33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3372332676" sldId="286"/>
      <ac:picMk id="12" creationId="{0659CA1E-78AE-4B20-B988-09B42C7E702A}"/>
    </ac:deMkLst>
    <p188:txBody>
      <a:bodyPr/>
      <a:lstStyle/>
      <a:p>
        <a:r>
          <a:rPr lang="sl-SI"/>
          <a:t>Denfis [4]</a:t>
        </a:r>
      </a:p>
    </p188:txBody>
  </p188:cm>
</p188:cmLst>
</file>

<file path=ppt/comments/modernComment_110_FAD9860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A44E817-808F-4523-B883-0874CBD4704C}" authorId="{C6F2067D-C351-4052-C3C5-B9A94ED1B56D}" created="2022-04-12T16:11:00.515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208559629" sldId="272"/>
      <ac:picMk id="7" creationId="{B716A637-5B18-4C90-97D1-63B8180BAB81}"/>
    </ac:deMkLst>
    <p188:txBody>
      <a:bodyPr/>
      <a:lstStyle/>
      <a:p>
        <a:r>
          <a:rPr lang="sl-SI"/>
          <a:t>46
</a:t>
        </a:r>
      </a:p>
    </p188:txBody>
  </p188:cm>
  <p188:cm id="{06E3FE7A-ABE1-4FF3-A33E-FAEC788A9C11}" authorId="{C6F2067D-C351-4052-C3C5-B9A94ED1B56D}" created="2022-04-12T16:18:09.509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208559629" sldId="272"/>
      <ac:picMk id="9" creationId="{57EAB7B9-C178-4EC6-9A26-2FCA9232B392}"/>
    </ac:deMkLst>
    <p188:txBody>
      <a:bodyPr/>
      <a:lstStyle/>
      <a:p>
        <a:r>
          <a:rPr lang="sl-SI"/>
          <a:t>[41]</a:t>
        </a:r>
      </a:p>
    </p188:txBody>
  </p188:cm>
  <p188:cm id="{B794C31B-EBBA-4FCA-A5B0-4CB0F73937F1}" authorId="{C6F2067D-C351-4052-C3C5-B9A94ED1B56D}" created="2022-04-12T16:33:41.998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208559629" sldId="272"/>
      <ac:picMk id="11" creationId="{908DF426-1E34-4908-A0BC-B039426CE6CD}"/>
    </ac:deMkLst>
    <p188:txBody>
      <a:bodyPr/>
      <a:lstStyle/>
      <a:p>
        <a:r>
          <a:rPr lang="sl-SI"/>
          <a:t>11</a:t>
        </a:r>
      </a:p>
    </p188:txBody>
  </p188:cm>
  <p188:cm id="{682C442A-2366-4B8F-A658-05FBF0DD22AE}" authorId="{C6F2067D-C351-4052-C3C5-B9A94ED1B56D}" created="2022-04-13T11:08:31.898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208559629" sldId="272"/>
      <ac:picMk id="8" creationId="{4A8E360B-A1E2-4AED-9D54-4F79BE2BA04D}"/>
    </ac:deMkLst>
    <p188:txBody>
      <a:bodyPr/>
      <a:lstStyle/>
      <a:p>
        <a:r>
          <a:rPr lang="sl-SI"/>
          <a:t>54
</a:t>
        </a:r>
      </a:p>
    </p188:txBody>
  </p188:cm>
  <p188:cm id="{C2D3AD57-1566-4C02-8C67-24890BB3E15A}" authorId="{C6F2067D-C351-4052-C3C5-B9A94ED1B56D}" created="2022-04-13T13:58:45.609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208559629" sldId="272"/>
      <ac:picMk id="12" creationId="{35BE1C1F-18FF-41CA-8072-6B4D8C91FD66}"/>
    </ac:deMkLst>
    <p188:txBody>
      <a:bodyPr/>
      <a:lstStyle/>
      <a:p>
        <a:r>
          <a:rPr lang="sl-SI"/>
          <a:t>43</a:t>
        </a:r>
      </a:p>
    </p188:txBody>
  </p188:cm>
</p188:cmLst>
</file>

<file path=ppt/comments/modernComment_111_C1265F66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5752A01-A1D0-461E-9A7E-19C2166987E8}" authorId="{C6F2067D-C351-4052-C3C5-B9A94ED1B56D}" created="2022-04-12T16:21:17.047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3240517478" sldId="273"/>
      <ac:picMk id="8" creationId="{F057BFDF-3E42-4BB8-8623-4B77CC94745D}"/>
    </ac:deMkLst>
    <p188:txBody>
      <a:bodyPr/>
      <a:lstStyle/>
      <a:p>
        <a:r>
          <a:rPr lang="sl-SI"/>
          <a:t>43</a:t>
        </a:r>
      </a:p>
    </p188:txBody>
  </p188:cm>
  <p188:cm id="{01E5A444-AA4D-42C9-9A49-AF8FCA63C019}" authorId="{74CAA44F-8C06-06A4-9B46-843E92AFBC2B}" created="2022-04-13T20:15:45.042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3240517478" sldId="273"/>
      <ac:picMk id="14" creationId="{55479145-6CF5-47A0-93D5-23934F8F8EFF}"/>
    </ac:deMkLst>
    <p188:txBody>
      <a:bodyPr/>
      <a:lstStyle/>
      <a:p>
        <a:r>
          <a:rPr lang="sl-SI"/>
          <a:t>39</a:t>
        </a:r>
      </a:p>
    </p188:txBody>
  </p188:cm>
  <p188:cm id="{FA8A2BA6-C059-4D4F-B4B0-8EB8EBCFBA9F}" authorId="{74CAA44F-8C06-06A4-9B46-843E92AFBC2B}" created="2022-04-13T20:16:12.171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3240517478" sldId="273"/>
      <ac:picMk id="19" creationId="{D35C37BC-E55C-473D-B7A2-48AD29E8CD53}"/>
    </ac:deMkLst>
    <p188:txBody>
      <a:bodyPr/>
      <a:lstStyle/>
      <a:p>
        <a:r>
          <a:rPr lang="sl-SI"/>
          <a:t>49</a:t>
        </a:r>
      </a:p>
    </p188:txBody>
  </p188:cm>
</p188:cmLst>
</file>

<file path=ppt/comments/modernComment_115_69ED705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49C4C2E6-4913-41E6-854C-6CAC8D2131D8}" authorId="{C6F2067D-C351-4052-C3C5-B9A94ED1B56D}" created="2022-04-12T16:24:39.438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777168465" sldId="277"/>
      <ac:picMk id="5" creationId="{9285C982-D10D-4F3A-8964-EB41CAA88E0D}"/>
    </ac:deMkLst>
    <p188:txBody>
      <a:bodyPr/>
      <a:lstStyle/>
      <a:p>
        <a:r>
          <a:rPr lang="sl-SI"/>
          <a:t>14
</a:t>
        </a:r>
      </a:p>
    </p188:txBody>
  </p188:cm>
  <p188:cm id="{3FBC24A3-B015-45B9-9D3D-F5849B005377}" authorId="{C6F2067D-C351-4052-C3C5-B9A94ED1B56D}" created="2022-04-12T16:25:01.099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777168465" sldId="277"/>
      <ac:picMk id="8" creationId="{A291E1AF-4115-4282-B2FE-8F606C019ADE}"/>
    </ac:deMkLst>
    <p188:txBody>
      <a:bodyPr/>
      <a:lstStyle/>
      <a:p>
        <a:r>
          <a:rPr lang="sl-SI"/>
          <a:t>17
</a:t>
        </a:r>
      </a:p>
    </p188:txBody>
  </p188:cm>
  <p188:cm id="{593CAC7E-0FFC-4E94-BC8D-66433D54D19E}" authorId="{C6F2067D-C351-4052-C3C5-B9A94ED1B56D}" created="2022-04-12T16:25:30.739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777168465" sldId="277"/>
      <ac:picMk id="16" creationId="{C0305A5C-8631-4428-868E-2FC70A2C8434}"/>
    </ac:deMkLst>
    <p188:txBody>
      <a:bodyPr/>
      <a:lstStyle/>
      <a:p>
        <a:r>
          <a:rPr lang="sl-SI"/>
          <a:t>6</a:t>
        </a:r>
      </a:p>
    </p188:txBody>
  </p188:cm>
  <p188:cm id="{1A1CB9AD-C111-470A-A8E6-EBC28EF31568}" authorId="{C6F2067D-C351-4052-C3C5-B9A94ED1B56D}" created="2022-04-12T16:33:34.746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777168465" sldId="277"/>
      <ac:picMk id="9" creationId="{08397847-3EC8-41A8-845B-2FBD81FACC24}"/>
    </ac:deMkLst>
    <p188:txBody>
      <a:bodyPr/>
      <a:lstStyle/>
      <a:p>
        <a:r>
          <a:rPr lang="sl-SI"/>
          <a:t>20
</a:t>
        </a:r>
      </a:p>
    </p188:txBody>
  </p188:cm>
  <p188:cm id="{4748F57B-0D8B-4B67-A957-4D71D3588FDD}" authorId="{C6F2067D-C351-4052-C3C5-B9A94ED1B56D}" created="2022-04-13T11:03:57.751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777168465" sldId="277"/>
      <ac:picMk id="10" creationId="{B04AA810-EACD-4DFC-9DCC-E0C693123864}"/>
    </ac:deMkLst>
    <p188:txBody>
      <a:bodyPr/>
      <a:lstStyle/>
      <a:p>
        <a:r>
          <a:rPr lang="sl-SI"/>
          <a:t>54</a:t>
        </a:r>
      </a:p>
    </p188:txBody>
  </p188:cm>
</p188:cmLst>
</file>

<file path=ppt/comments/modernComment_116_CE50F583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09D1DCBD-7F80-4BE8-8E0C-307B18F55DC9}" authorId="{C6F2067D-C351-4052-C3C5-B9A94ED1B56D}" created="2022-04-13T08:09:41.893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3461412227" sldId="278"/>
      <ac:picMk id="9" creationId="{4CE520FE-C4F6-43B8-B031-17947DA23B4B}"/>
    </ac:deMkLst>
    <p188:txBody>
      <a:bodyPr/>
      <a:lstStyle/>
      <a:p>
        <a:r>
          <a:rPr lang="sl-SI"/>
          <a:t>51</a:t>
        </a:r>
      </a:p>
    </p188:txBody>
  </p188:cm>
  <p188:cm id="{C1995BBA-5F22-4E54-A50D-3DBB42C45C7D}" authorId="{C6F2067D-C351-4052-C3C5-B9A94ED1B56D}" created="2022-04-13T08:12:09.070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3461412227" sldId="278"/>
      <ac:picMk id="5" creationId="{D2C874A5-9A3A-423F-80E9-B6066E1F20A5}"/>
    </ac:deMkLst>
    <p188:txBody>
      <a:bodyPr/>
      <a:lstStyle/>
      <a:p>
        <a:r>
          <a:rPr lang="sl-SI"/>
          <a:t>6</a:t>
        </a:r>
      </a:p>
    </p188:txBody>
  </p188:cm>
  <p188:cm id="{1B91BB14-4C02-4575-9D70-DEECE526D0A9}" authorId="{C6F2067D-C351-4052-C3C5-B9A94ED1B56D}" created="2022-04-13T08:12:16.118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3461412227" sldId="278"/>
      <ac:picMk id="4" creationId="{36793C1F-057D-4B6B-9D4A-9F59918B829B}"/>
    </ac:deMkLst>
    <p188:txBody>
      <a:bodyPr/>
      <a:lstStyle/>
      <a:p>
        <a:r>
          <a:rPr lang="sl-SI"/>
          <a:t>5</a:t>
        </a:r>
      </a:p>
    </p188:txBody>
  </p188:cm>
</p188:cmLst>
</file>

<file path=ppt/comments/modernComment_117_A9D910F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4F929065-FE77-4949-A180-D8BB560F99C7}" authorId="{C6F2067D-C351-4052-C3C5-B9A94ED1B56D}" created="2022-04-12T17:47:15.682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849575153" sldId="279"/>
      <ac:picMk id="14" creationId="{5CCB4BE9-CBDD-45AF-AA81-7DCEE4C1DEE0}"/>
    </ac:deMkLst>
    <p188:txBody>
      <a:bodyPr/>
      <a:lstStyle/>
      <a:p>
        <a:r>
          <a:rPr lang="sl-SI"/>
          <a:t>[51]</a:t>
        </a:r>
      </a:p>
    </p188:txBody>
  </p188:cm>
  <p188:cm id="{1D89904C-A593-429D-BDC5-8CF3F3D75546}" authorId="{C6F2067D-C351-4052-C3C5-B9A94ED1B56D}" created="2022-04-13T10:48:01.310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849575153" sldId="279"/>
      <ac:picMk id="7" creationId="{B8D96EC5-A7EA-4DD7-9156-AA907DF54DEE}"/>
    </ac:deMkLst>
    <p188:txBody>
      <a:bodyPr/>
      <a:lstStyle/>
      <a:p>
        <a:r>
          <a:rPr lang="sl-SI"/>
          <a:t>5</a:t>
        </a:r>
      </a:p>
    </p188:txBody>
  </p188:cm>
  <p188:cm id="{EF79BCEA-040D-45B1-9119-1B5707125466}" authorId="{C6F2067D-C351-4052-C3C5-B9A94ED1B56D}" created="2022-04-13T11:07:22.455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849575153" sldId="279"/>
      <ac:picMk id="18" creationId="{D8221DEE-20B2-42A7-95A7-353C353DA5D7}"/>
    </ac:deMkLst>
    <p188:txBody>
      <a:bodyPr/>
      <a:lstStyle/>
      <a:p>
        <a:r>
          <a:rPr lang="sl-SI"/>
          <a:t>54</a:t>
        </a:r>
      </a:p>
    </p188:txBody>
  </p188:cm>
  <p188:cm id="{2F47BF09-6D45-461A-BDEA-3B0A6B42C9EC}" authorId="{C6F2067D-C351-4052-C3C5-B9A94ED1B56D}" created="2022-04-14T08:11:47.550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849575153" sldId="279"/>
      <ac:picMk id="4" creationId="{05AE727E-5F2F-448B-B67B-8E426C9AD95E}"/>
    </ac:deMkLst>
    <p188:txBody>
      <a:bodyPr/>
      <a:lstStyle/>
      <a:p>
        <a:r>
          <a:rPr lang="sl-SI"/>
          <a:t>43</a:t>
        </a:r>
      </a:p>
    </p188:txBody>
  </p188:cm>
  <p188:cm id="{1921EFB3-95DE-4F71-9834-CA810FC54839}" authorId="{C6F2067D-C351-4052-C3C5-B9A94ED1B56D}" created="2022-04-14T08:30:34.169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849575153" sldId="279"/>
      <ac:picMk id="15" creationId="{1A77BCA0-EEE7-4F69-8A51-C23D6C7089FE}"/>
    </ac:deMkLst>
    <p188:txBody>
      <a:bodyPr/>
      <a:lstStyle/>
      <a:p>
        <a:r>
          <a:rPr lang="sl-SI"/>
          <a:t>56</a:t>
        </a:r>
      </a:p>
    </p188:txBody>
  </p188:cm>
</p188:cmLst>
</file>

<file path=ppt/comments/modernComment_118_9A12B3C3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4CFEAFB9-4F8C-48F3-A25F-645440A475FC}" authorId="{C6F2067D-C351-4052-C3C5-B9A94ED1B56D}" created="2022-04-14T07:46:13.397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584916931" sldId="280"/>
      <ac:picMk id="9" creationId="{157CEC1B-36E1-4CFC-944A-F6C0BF7E768F}"/>
    </ac:deMkLst>
    <p188:txBody>
      <a:bodyPr/>
      <a:lstStyle/>
      <a:p>
        <a:r>
          <a:rPr lang="sl-SI"/>
          <a:t>22</a:t>
        </a:r>
      </a:p>
    </p188:txBody>
  </p188:cm>
</p188:cmLst>
</file>

<file path=ppt/comments/modernComment_119_E8B4A55E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0E5CF8D8-E29A-4DA8-8407-D2796CCC609C}" authorId="{C6F2067D-C351-4052-C3C5-B9A94ED1B56D}" created="2022-04-14T07:37:10.145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3904152926" sldId="281"/>
      <ac:picMk id="5" creationId="{85FA5BB3-5F27-498A-A5B1-638AB5C57B3F}"/>
    </ac:deMkLst>
    <p188:txBody>
      <a:bodyPr/>
      <a:lstStyle/>
      <a:p>
        <a:r>
          <a:rPr lang="sl-SI"/>
          <a:t>45</a:t>
        </a:r>
      </a:p>
    </p188:txBody>
  </p188:cm>
</p188:cmLst>
</file>

<file path=ppt/comments/modernComment_121_E14051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D948302D-850B-4F1B-B608-B7FB52290592}" authorId="{C6F2067D-C351-4052-C3C5-B9A94ED1B56D}" created="2022-04-13T10:45:03.150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36193050" sldId="289"/>
      <ac:picMk id="6" creationId="{CA1D2712-165F-47E1-B96B-7C27BD1694DA}"/>
    </ac:deMkLst>
    <p188:txBody>
      <a:bodyPr/>
      <a:lstStyle/>
      <a:p>
        <a:r>
          <a:rPr lang="sl-SI"/>
          <a:t>53
</a:t>
        </a:r>
      </a:p>
    </p188:txBody>
  </p188:cm>
  <p188:cm id="{05EB6093-CAAE-49E0-B066-75100DA353EE}" authorId="{C6F2067D-C351-4052-C3C5-B9A94ED1B56D}" created="2022-04-13T14:53:26.989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36193050" sldId="289"/>
      <ac:picMk id="19" creationId="{42663209-40E7-4D5F-8D68-EB48F75F7800}"/>
    </ac:deMkLst>
    <p188:txBody>
      <a:bodyPr/>
      <a:lstStyle/>
      <a:p>
        <a:r>
          <a:rPr lang="sl-SI"/>
          <a:t>5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značba mesta glav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sl-SI"/>
          </a:p>
        </p:txBody>
      </p:sp>
      <p:sp>
        <p:nvSpPr>
          <p:cNvPr id="3" name="Označba mesta datum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F7146C8-862D-42FE-A0BD-CFE330564DFF}" type="datetimeFigureOut">
              <a:rPr lang="sl-SI" smtClean="0"/>
              <a:t>14. 04. 2022</a:t>
            </a:fld>
            <a:endParaRPr lang="sl-SI"/>
          </a:p>
        </p:txBody>
      </p:sp>
      <p:sp>
        <p:nvSpPr>
          <p:cNvPr id="4" name="Označba mesta stranske slik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sl-SI"/>
          </a:p>
        </p:txBody>
      </p:sp>
      <p:sp>
        <p:nvSpPr>
          <p:cNvPr id="5" name="Označba mesta opomb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sl-SI"/>
              <a:t>Kliknite za urejanje slogov besedila matrice</a:t>
            </a:r>
          </a:p>
          <a:p>
            <a:pPr lvl="1"/>
            <a:r>
              <a:rPr lang="sl-SI"/>
              <a:t>Druga raven</a:t>
            </a:r>
          </a:p>
          <a:p>
            <a:pPr lvl="2"/>
            <a:r>
              <a:rPr lang="sl-SI"/>
              <a:t>Tretja raven</a:t>
            </a:r>
          </a:p>
          <a:p>
            <a:pPr lvl="3"/>
            <a:r>
              <a:rPr lang="sl-SI"/>
              <a:t>Četrta raven</a:t>
            </a:r>
          </a:p>
          <a:p>
            <a:pPr lvl="4"/>
            <a:r>
              <a:rPr lang="sl-SI"/>
              <a:t>Peta raven</a:t>
            </a:r>
          </a:p>
        </p:txBody>
      </p:sp>
      <p:sp>
        <p:nvSpPr>
          <p:cNvPr id="6" name="Označba mesta no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sl-SI"/>
          </a:p>
        </p:txBody>
      </p:sp>
      <p:sp>
        <p:nvSpPr>
          <p:cNvPr id="7" name="Označba mesta številke diapoz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705F0E0-E88B-4C5C-8D43-68FAFD3B86B6}" type="slidenum">
              <a:rPr lang="sl-SI" smtClean="0"/>
              <a:t>‹#›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31125527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značba mesta stranske slik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Označba mesta opomb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l-SI"/>
          </a:p>
        </p:txBody>
      </p:sp>
      <p:sp>
        <p:nvSpPr>
          <p:cNvPr id="4" name="Označba mesta številke diapoz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05F0E0-E88B-4C5C-8D43-68FAFD3B86B6}" type="slidenum">
              <a:rPr lang="sl-SI" smtClean="0"/>
              <a:t>1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191548233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značba mesta stranske slik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Označba mesta opomb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sl-SI" sz="1200" dirty="0" err="1">
                <a:ea typeface="Calibri" panose="020F0502020204030204" pitchFamily="34" charset="0"/>
                <a:cs typeface="Times New Roman" panose="02020603050405020304" pitchFamily="18" charset="0"/>
              </a:rPr>
              <a:t>Samorazvijajoče</a:t>
            </a:r>
            <a:r>
              <a:rPr lang="sl-SI" sz="1200" dirty="0">
                <a:ea typeface="Calibri" panose="020F0502020204030204" pitchFamily="34" charset="0"/>
                <a:cs typeface="Times New Roman" panose="02020603050405020304" pitchFamily="18" charset="0"/>
              </a:rPr>
              <a:t> se modele lahko razdelimo v različne kategorije gleda na njihovo strukturo, način učenja, nivo avtonomije adaptacije </a:t>
            </a:r>
            <a:r>
              <a:rPr lang="en-US" sz="12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[39]</a:t>
            </a:r>
            <a:endParaRPr lang="sl-SI" sz="12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sl-SI" dirty="0"/>
          </a:p>
          <a:p>
            <a:endParaRPr lang="sl-SI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[3] 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Angelov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P. P., &amp; 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Filev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D. P. (2004). An Approach to Online Identification of Takagi-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Sugeno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Fuzzy Models. IEEE Transactions on Systems, Man, and Cybernetics, Part B: Cybernetics, 34(1), 484–498.</a:t>
            </a:r>
            <a:endParaRPr lang="sl-SI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[5] 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Dovžan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D., 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Logar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V., &amp; Škrjanc, I. (2015). Implementation of an Evolving Fuzzy Model (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eFuMo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 in a Monitoring System for a Waste-Water Treatment Process. IEEE Transactions on Fuzzy Systems, 23(5), 1761–1776.</a:t>
            </a:r>
            <a:endParaRPr lang="sl-SI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[7] 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Leite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D., 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Andonovski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G., 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Skrjanc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I., &amp; 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Gomide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F. (2020). Optimal rule-based granular systems from data streams. IEEE Transactions on Fuzzy Systems, 28(3), 583–596.</a:t>
            </a:r>
            <a:endParaRPr lang="sl-SI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[10] 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Leite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D., Škrjanc, I., &amp; 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Gomide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F. (2020). An overview on evolving systems and learning from stream data. Evolving Systems, 11(2), 181–198. </a:t>
            </a:r>
            <a:endParaRPr lang="sl-SI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[11] 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Leite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D., Costa, P., &amp; 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Gomide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F. (2010). Granular Approach for Evolving System Modeling. Lecture Notes in Computer Science (Including Subseries Lecture Notes in Artificial Intelligence and Lecture Notes in Bioinformatics), 6178 LNAI, 340–349.</a:t>
            </a:r>
            <a:endParaRPr lang="sl-SI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[16] 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Dovzan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D., &amp; 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Skrjanc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I. (2020). Fuzzy Space Partitioning Based on Hyperplanes Defined by Eigenvectors for Takagi-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Sugeno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Fuzzy Model Identification. IEEE Transactions on Industrial Electronics, 67(6), 5144–5153.</a:t>
            </a:r>
            <a:endParaRPr lang="sl-SI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[42] </a:t>
            </a:r>
            <a:r>
              <a:rPr lang="en-US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Lemos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A., </a:t>
            </a:r>
            <a:r>
              <a:rPr lang="en-US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Caminhas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W., &amp; </a:t>
            </a:r>
            <a:r>
              <a:rPr lang="en-US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Gomide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F. (2010). Evolving fuzzy linear regression trees. </a:t>
            </a:r>
            <a:r>
              <a:rPr lang="en-US" sz="1800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2010 IEEE World Congress on Computational Intelligence, WCCI 2010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endParaRPr lang="sl-SI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sl-SI" dirty="0"/>
          </a:p>
        </p:txBody>
      </p:sp>
      <p:sp>
        <p:nvSpPr>
          <p:cNvPr id="4" name="Označba mesta številke diapoz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05F0E0-E88B-4C5C-8D43-68FAFD3B86B6}" type="slidenum">
              <a:rPr lang="sl-SI" smtClean="0"/>
              <a:t>2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27291168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[10] 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Leite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D., Škrjanc, I., &amp; 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Gomide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F. (2020). An overview on evolving systems and learning from stream data. Evolving Systems, 11(2), 181–198. </a:t>
            </a:r>
            <a:endParaRPr lang="sl-SI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[12] 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Lughofer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E. (2013). On-line assurance of interpretability criteria in evolving fuzzy systems – Achievements, new concepts and open issues. Information Sciences, 251, 22–46.</a:t>
            </a:r>
            <a:endParaRPr lang="sl-SI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sl-SI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05F0E0-E88B-4C5C-8D43-68FAFD3B86B6}" type="slidenum">
              <a:rPr lang="sl-SI" smtClean="0"/>
              <a:t>3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691690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značba mesta stranske slik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Označba mesta opomb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/>
            </a:pP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[10] 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Leite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D., Škrjanc, I., &amp; 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Gomide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F. (2020). An overview on evolving systems and learning from stream data. Evolving Systems, 11(2), 181–198. </a:t>
            </a:r>
            <a:endParaRPr lang="sl-SI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/>
            </a:pP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[45] Angelov, P. P., 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Gu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X., &amp; Principe, J. C. (2018). 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Autonomous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learning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multimodel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systems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from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data 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streams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. IEEE 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Transactions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on 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Fuzzy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Systems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26(4), 2213–2224. </a:t>
            </a:r>
            <a:endParaRPr lang="sl-SI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[31] </a:t>
            </a:r>
            <a:r>
              <a:rPr lang="en-US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Blazic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S., &amp; </a:t>
            </a:r>
            <a:r>
              <a:rPr lang="en-US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Skrjanc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I. (2020). Hybrid system identification by incremental fuzzy C-regression clustering. </a:t>
            </a:r>
            <a:r>
              <a:rPr lang="en-US" sz="1800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IEEE International Conference on Fuzzy Systems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800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2020-July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endParaRPr lang="sl-SI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sl-SI" dirty="0"/>
          </a:p>
        </p:txBody>
      </p:sp>
      <p:sp>
        <p:nvSpPr>
          <p:cNvPr id="4" name="Označba mesta številke diapoz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05F0E0-E88B-4C5C-8D43-68FAFD3B86B6}" type="slidenum">
              <a:rPr lang="sl-SI" smtClean="0"/>
              <a:t>4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340859586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značba mesta stranske slik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Označba mesta opomb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l-SI"/>
          </a:p>
        </p:txBody>
      </p:sp>
      <p:sp>
        <p:nvSpPr>
          <p:cNvPr id="4" name="Označba mesta številke diapoz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05F0E0-E88B-4C5C-8D43-68FAFD3B86B6}" type="slidenum">
              <a:rPr lang="sl-SI" smtClean="0"/>
              <a:t>5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23367029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[10] </a:t>
            </a:r>
            <a:r>
              <a:rPr lang="en-US" sz="12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Leite</a:t>
            </a:r>
            <a:r>
              <a:rPr lang="en-US" sz="12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D., Škrjanc, I., &amp; </a:t>
            </a:r>
            <a:r>
              <a:rPr lang="en-US" sz="12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Gomide</a:t>
            </a:r>
            <a:r>
              <a:rPr lang="en-US" sz="12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F. (2020). An overview on evolving systems and learning from stream data. Evolving Systems, 11(2), 181–198. </a:t>
            </a:r>
            <a:endParaRPr lang="sl-SI" sz="12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[41] 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Angelov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P., &amp; 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Yager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R. (2011). Simplified fuzzy rule-based systems using non-parametric antecedents and relative data density. IEEE SSCI 2011: Symposium Series on Computational Intelligence - EAIS 2011: 2011 IEEE Workshop on Evolving and Adaptive Intelligent Systems, 62–69.</a:t>
            </a:r>
            <a:endParaRPr lang="sl-SI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[4]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Kasabov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N. K., &amp; Song, Q. (2002). DENFIS: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Dynamic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evolving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neural-fuzzy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inference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system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and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its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application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for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time-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series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prediction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sl-SI" sz="1800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IEEE </a:t>
            </a:r>
            <a:r>
              <a:rPr lang="sl-SI" sz="1800" i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Transactions</a:t>
            </a:r>
            <a:r>
              <a:rPr lang="sl-SI" sz="1800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on </a:t>
            </a:r>
            <a:r>
              <a:rPr lang="sl-SI" sz="1800" i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Fuzzy</a:t>
            </a:r>
            <a:r>
              <a:rPr lang="sl-SI" sz="1800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i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Systems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sl-SI" sz="1800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(2), 144–154. </a:t>
            </a:r>
            <a:endParaRPr lang="sl-SI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sl-SI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sl-SI" sz="12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sl-SI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05F0E0-E88B-4C5C-8D43-68FAFD3B86B6}" type="slidenum">
              <a:rPr lang="sl-SI" smtClean="0"/>
              <a:t>6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225641911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značba mesta stranske slik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Označba mesta opomb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l-SI" sz="1200" dirty="0"/>
              <a:t>Razločljivost (</a:t>
            </a:r>
            <a:r>
              <a:rPr lang="en-US" sz="1200" dirty="0"/>
              <a:t>Distinguishability </a:t>
            </a:r>
            <a:r>
              <a:rPr lang="sl-SI" sz="1200" dirty="0"/>
              <a:t>) – brez prekrivanja (</a:t>
            </a:r>
            <a:r>
              <a:rPr lang="sl-SI" sz="1200" dirty="0" err="1"/>
              <a:t>overlapping</a:t>
            </a:r>
            <a:r>
              <a:rPr lang="sl-SI" sz="1200" dirty="0"/>
              <a:t>), brez odvečnih struktur</a:t>
            </a:r>
            <a:r>
              <a:rPr lang="en-US" sz="1200" dirty="0"/>
              <a:t> [12]</a:t>
            </a:r>
            <a:endParaRPr lang="sl-SI" sz="1200" dirty="0"/>
          </a:p>
          <a:p>
            <a:r>
              <a:rPr lang="sl-SI" sz="1200" dirty="0"/>
              <a:t>Preprostost (</a:t>
            </a:r>
            <a:r>
              <a:rPr lang="en-US" sz="1200" dirty="0"/>
              <a:t>simplicity </a:t>
            </a:r>
            <a:r>
              <a:rPr lang="sl-SI" sz="1200" dirty="0"/>
              <a:t>) – čim manj rojev, kompromis med natančnostjo in </a:t>
            </a:r>
            <a:r>
              <a:rPr lang="sl-SI" sz="1200" dirty="0" err="1"/>
              <a:t>kompleksnotjo</a:t>
            </a:r>
            <a:endParaRPr lang="sl-SI" sz="1200" dirty="0"/>
          </a:p>
          <a:p>
            <a:r>
              <a:rPr lang="sl-SI" sz="1200" dirty="0"/>
              <a:t>Konsistentnost (</a:t>
            </a:r>
            <a:r>
              <a:rPr lang="en-US" sz="1200" dirty="0"/>
              <a:t>consistency</a:t>
            </a:r>
            <a:r>
              <a:rPr lang="sl-SI" sz="1200" dirty="0"/>
              <a:t>) – roji z različnimi posledičnimi deli morajo biti ločeni</a:t>
            </a:r>
          </a:p>
          <a:p>
            <a:r>
              <a:rPr lang="sl-SI" sz="1200" dirty="0"/>
              <a:t>Pokritost (c</a:t>
            </a:r>
            <a:r>
              <a:rPr lang="en-US" sz="1200" dirty="0"/>
              <a:t>overage</a:t>
            </a:r>
            <a:r>
              <a:rPr lang="sl-SI" sz="1200" dirty="0"/>
              <a:t>)</a:t>
            </a:r>
            <a:r>
              <a:rPr lang="en-US" sz="1200" dirty="0"/>
              <a:t> </a:t>
            </a:r>
            <a:r>
              <a:rPr lang="sl-SI" sz="1200" dirty="0"/>
              <a:t>in popolnost modela (</a:t>
            </a:r>
            <a:r>
              <a:rPr lang="en-US" sz="1200" dirty="0"/>
              <a:t>completeness</a:t>
            </a:r>
            <a:r>
              <a:rPr lang="sl-SI" sz="1200" dirty="0"/>
              <a:t>) - celoten prostor naj bi bil pokrit z roji </a:t>
            </a:r>
          </a:p>
          <a:p>
            <a:r>
              <a:rPr lang="sl-SI" sz="1200" dirty="0" err="1"/>
              <a:t>Interpretabilnost</a:t>
            </a:r>
            <a:r>
              <a:rPr lang="sl-SI" sz="1200" dirty="0"/>
              <a:t> posledičnega dela</a:t>
            </a:r>
          </a:p>
          <a:p>
            <a:r>
              <a:rPr lang="sl-SI" sz="1200" dirty="0"/>
              <a:t>Pomembnost </a:t>
            </a:r>
            <a:r>
              <a:rPr lang="sl-SI" sz="1200" dirty="0" err="1"/>
              <a:t>značilk</a:t>
            </a:r>
            <a:endParaRPr lang="sl-SI" sz="1200" dirty="0"/>
          </a:p>
          <a:p>
            <a:r>
              <a:rPr lang="sl-SI" sz="1200" dirty="0"/>
              <a:t>Pomembnost pravil </a:t>
            </a:r>
          </a:p>
          <a:p>
            <a:endParaRPr lang="sl-SI" sz="1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[12] 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Lughofer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E. (2013). On-line assurance of interpretability criteria in evolving fuzzy systems – Achievements, new concepts and open issues. Information Sciences, 251, 22–46.</a:t>
            </a:r>
            <a:endParaRPr lang="sl-SI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sl-SI" dirty="0"/>
          </a:p>
        </p:txBody>
      </p:sp>
      <p:sp>
        <p:nvSpPr>
          <p:cNvPr id="4" name="Označba mesta številke diapoz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05F0E0-E88B-4C5C-8D43-68FAFD3B86B6}" type="slidenum">
              <a:rPr lang="sl-SI" smtClean="0"/>
              <a:t>7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152052875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značba mesta stranske slik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Označba mesta opomb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l-SI" sz="12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Dejanska porazdelitev podatkov se lahko zelo razlikuje od </a:t>
            </a:r>
            <a:r>
              <a:rPr lang="sl-SI" sz="1200" dirty="0" err="1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pripadnostnih</a:t>
            </a:r>
            <a:r>
              <a:rPr lang="sl-SI" sz="12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funkciji. </a:t>
            </a:r>
          </a:p>
          <a:p>
            <a:endParaRPr lang="sl-SI" sz="1200" dirty="0">
              <a:latin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[45] Angelov, P. P., 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Gu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X., &amp; Principe, J. C. (2018). 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Autonomous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learning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multimodel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systems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from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data 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streams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. IEEE 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Transactions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on 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Fuzzy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Systems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26(4), 2213–2224.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[3] 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Angelov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P. P., &amp; 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Filev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D. P. (2004). An Approach to Online Identification of Takagi-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Sugeno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Fuzzy Models. IEEE Transactions on Systems, Man, and Cybernetics, Part B: Cybernetics, 34(1), 484–498.</a:t>
            </a:r>
            <a:endParaRPr lang="sl-SI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[9] Porto, A., &amp; 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Gomide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F. (2022). Evolving 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hyperbox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fuzzy modeling. Evolving Systems, 1, 1–12. </a:t>
            </a:r>
            <a:endParaRPr lang="sl-SI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[11] 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Leite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D., Costa, P., &amp; 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Gomide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F. (2010). Granular Approach for Evolving System Modeling. Lecture Notes in Computer Science (Including Subseries Lecture Notes in Artificial Intelligence and Lecture Notes in Bioinformatics), 6178 LNAI, 340–349.</a:t>
            </a:r>
            <a:endParaRPr lang="sl-SI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[41] 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Angelov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P., &amp; 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Yager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R. (2011). Simplified fuzzy rule-based systems using non-parametric antecedents and relative data density. IEEE SSCI 2011: Symposium Series on Computational Intelligence - EAIS 2011: 2011 IEEE Workshop on Evolving and Adaptive Intelligent Systems, 62–69.</a:t>
            </a:r>
            <a:endParaRPr lang="sl-SI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[46] Angelov, P., &amp; 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Yager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R. (2012). A 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new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type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of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simplified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fuzzy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rule-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based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system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. 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International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Journal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of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General 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Systems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41(2), 163–185.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[5] 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Dovžan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D., 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Logar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V., &amp; Škrjanc, I. (2015). Implementation of an Evolving Fuzzy Model (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eFuMo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 in a Monitoring System for a Waste-Water Treatment Process. IEEE Transactions on Fuzzy Systems, 23(5), 1761–1776.</a:t>
            </a:r>
            <a:endParaRPr lang="sl-SI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[9] Porto, A., &amp; 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Gomide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F. (2022). Evolving 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hyperbox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fuzzy modeling. Evolving Systems, 1, 1–12. </a:t>
            </a:r>
            <a:endParaRPr lang="sl-SI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[43] </a:t>
            </a:r>
            <a:r>
              <a:rPr lang="en-US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Skrjanc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I. (2020). Cluster-Volume-Based Merging Approach for Incrementally Evolving Fuzzy Gaussian Clustering-</a:t>
            </a:r>
            <a:r>
              <a:rPr lang="en-US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eGAUSS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+. </a:t>
            </a:r>
            <a:r>
              <a:rPr lang="en-US" sz="1800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IEEE Transactions on Fuzzy Systems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800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28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(9), 2222–2231. </a:t>
            </a:r>
            <a:endParaRPr lang="sl-SI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[16] 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Dovzan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D., &amp; 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Skrjanc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I. (2020). Fuzzy Space Partitioning Based on Hyperplanes Defined by Eigenvectors for Takagi-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Sugeno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Fuzzy Model Identification. IEEE Transactions on Industrial Electronics, 67(6), 5144–5153.</a:t>
            </a:r>
            <a:endParaRPr lang="sl-SI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[54]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Leite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D.,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Ballini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R., Costa, P., &amp;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Gomide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F. (2012).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Evolving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fuzzy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granular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modeling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from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nonstationary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fuzzy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data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streams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sl-SI" sz="1800" i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Evolving</a:t>
            </a:r>
            <a:r>
              <a:rPr lang="sl-SI" sz="1800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i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Systems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sl-SI" sz="1800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(2), 65–79. </a:t>
            </a:r>
            <a:endParaRPr lang="sl-SI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sl-SI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sl-SI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sl-SI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sl-SI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sl-SI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sl-SI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sl-SI" dirty="0"/>
          </a:p>
        </p:txBody>
      </p:sp>
      <p:sp>
        <p:nvSpPr>
          <p:cNvPr id="4" name="Označba mesta številke diapoz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05F0E0-E88B-4C5C-8D43-68FAFD3B86B6}" type="slidenum">
              <a:rPr lang="sl-SI" smtClean="0"/>
              <a:t>8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16431525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značba mesta stranske slik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Označba mesta opomb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sl-SI" sz="1800" dirty="0" err="1"/>
              <a:t>incremental</a:t>
            </a:r>
            <a:r>
              <a:rPr lang="sl-SI" sz="1800" dirty="0"/>
              <a:t> </a:t>
            </a:r>
            <a:r>
              <a:rPr lang="sl-SI" sz="1800" dirty="0" err="1"/>
              <a:t>fuzzy</a:t>
            </a:r>
            <a:r>
              <a:rPr lang="sl-SI" sz="1800" dirty="0"/>
              <a:t> C-</a:t>
            </a:r>
            <a:r>
              <a:rPr lang="sl-SI" sz="1800" dirty="0" err="1"/>
              <a:t>regression</a:t>
            </a:r>
            <a:r>
              <a:rPr lang="sl-SI" sz="1800" dirty="0"/>
              <a:t> </a:t>
            </a:r>
            <a:r>
              <a:rPr lang="sl-SI" sz="1800" dirty="0" err="1"/>
              <a:t>clustering</a:t>
            </a:r>
            <a:r>
              <a:rPr lang="sl-SI" sz="1800" dirty="0"/>
              <a:t> -&gt; 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The parameters of the consequent part are the prototypes used in clustering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Hyperplane parameters can be shared between in the premise and consequent part of the locally linear models. </a:t>
            </a:r>
            <a:endParaRPr lang="sl-SI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sl-SI" dirty="0"/>
          </a:p>
          <a:p>
            <a:r>
              <a:rPr lang="sl-SI" sz="1200" dirty="0" err="1"/>
              <a:t>Subtractive</a:t>
            </a:r>
            <a:r>
              <a:rPr lang="sl-SI" sz="1200" dirty="0"/>
              <a:t> </a:t>
            </a:r>
            <a:r>
              <a:rPr lang="sl-SI" sz="1200" dirty="0" err="1"/>
              <a:t>Clustering</a:t>
            </a:r>
            <a:r>
              <a:rPr lang="sl-SI" sz="1200" dirty="0"/>
              <a:t>  a </a:t>
            </a:r>
            <a:r>
              <a:rPr lang="sl-SI" sz="1200" dirty="0" err="1"/>
              <a:t>version</a:t>
            </a:r>
            <a:r>
              <a:rPr lang="sl-SI" sz="1200" dirty="0"/>
              <a:t> </a:t>
            </a:r>
            <a:r>
              <a:rPr lang="sl-SI" sz="1200" dirty="0" err="1"/>
              <a:t>of</a:t>
            </a:r>
            <a:r>
              <a:rPr lang="sl-SI" sz="1200" dirty="0"/>
              <a:t> </a:t>
            </a:r>
            <a:r>
              <a:rPr lang="sl-SI" sz="1200" dirty="0" err="1"/>
              <a:t>mountain</a:t>
            </a:r>
            <a:r>
              <a:rPr lang="sl-SI" sz="1200" dirty="0"/>
              <a:t> </a:t>
            </a:r>
            <a:r>
              <a:rPr lang="sl-SI" sz="1200" dirty="0" err="1"/>
              <a:t>clustering</a:t>
            </a:r>
            <a:endParaRPr lang="sl-SI" sz="1200" dirty="0"/>
          </a:p>
          <a:p>
            <a:endParaRPr lang="sl-SI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Stability refers to the long-term solution convergence and Plasticity to the dynamic concept change handling [12, 49]</a:t>
            </a:r>
            <a:endParaRPr lang="sl-SI" sz="12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sl-SI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[3] 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Angelov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P. P., &amp; 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Filev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D. P. (2004). An Approach to Online Identification of Takagi-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Sugeno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Fuzzy Models. IEEE Transactions on Systems, Man, and Cybernetics, Part B: Cybernetics, 34(1), 484–498.</a:t>
            </a:r>
            <a:endParaRPr lang="sl-SI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[46] Angelov, P., &amp; 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Yager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R. (2012). A 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new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type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of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simplified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fuzzy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rule-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based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system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. 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International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Journal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of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General 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Systems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41(2), 163–185.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[5] 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Dovžan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D., 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Logar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V., &amp; Škrjanc, I. (2015). Implementation of an Evolving Fuzzy Model (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eFuMo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 in a Monitoring System for a Waste-Water Treatment Process. IEEE Transactions on Fuzzy Systems, 23(5), 1761–1776.</a:t>
            </a:r>
            <a:endParaRPr lang="sl-SI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[13] 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Dovžan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D., &amp; Škrjanc, I. (2011). Recursive clustering based on a Gustafson-Kessel</a:t>
            </a:r>
            <a:r>
              <a:rPr lang="en-US" sz="1800" dirty="0">
                <a:solidFill>
                  <a:srgbClr val="FF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algorithm. Evolving Systems, 2(1), 15–24. </a:t>
            </a:r>
            <a:endParaRPr lang="sl-SI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[14] Soleimani-B, H., Lucas, C., &amp; 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Araabi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B. N. (2010). Recursive Gath-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Geva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clustering as a basis for evolving neuro-fuzzy modeling. Evolving Systems, 1(1), 59–71. </a:t>
            </a:r>
            <a:endParaRPr lang="sl-SI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[4]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Kasabov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N. K., &amp; Song, Q. (2002). DENFIS: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Dynamic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evolving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neural-fuzzy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inference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system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and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its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application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for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time-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series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prediction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sl-SI" sz="1800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IEEE </a:t>
            </a:r>
            <a:r>
              <a:rPr lang="sl-SI" sz="1800" i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Transactions</a:t>
            </a:r>
            <a:r>
              <a:rPr lang="sl-SI" sz="1800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on </a:t>
            </a:r>
            <a:r>
              <a:rPr lang="sl-SI" sz="1800" i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Fuzzy</a:t>
            </a:r>
            <a:r>
              <a:rPr lang="sl-SI" sz="1800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i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Systems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sl-SI" sz="1800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(2), 144–154. </a:t>
            </a:r>
            <a:endParaRPr lang="sl-SI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[31] </a:t>
            </a:r>
            <a:r>
              <a:rPr lang="en-US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Blazic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S., &amp; </a:t>
            </a:r>
            <a:r>
              <a:rPr lang="en-US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Skrjanc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I. (2020). Hybrid system identification by incremental fuzzy C-regression clustering. </a:t>
            </a:r>
            <a:r>
              <a:rPr lang="en-US" sz="1800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IEEE International Conference on Fuzzy Systems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800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2020-July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endParaRPr lang="sl-SI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[39] </a:t>
            </a:r>
            <a:r>
              <a:rPr lang="en-US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Andonovski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G., </a:t>
            </a:r>
            <a:r>
              <a:rPr lang="en-US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Mušič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G., </a:t>
            </a:r>
            <a:r>
              <a:rPr lang="en-US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Blažič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S., &amp; Škrjanc, I. (2018). Evolving model identification for process monitoring and prediction of non-linear systems. </a:t>
            </a:r>
            <a:r>
              <a:rPr lang="en-US" sz="1800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Engineering Applications of Artificial Intelligence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800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68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214–221.</a:t>
            </a:r>
            <a:endParaRPr lang="sl-SI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[41] 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Angelov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P., &amp; 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Yager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R. (2011). Simplified fuzzy rule-based systems using non-parametric antecedents and relative data density. IEEE SSCI 2011: Symposium Series on Computational Intelligence - EAIS 2011: 2011 IEEE Workshop on Evolving and Adaptive Intelligent Systems, 62–69.</a:t>
            </a:r>
            <a:endParaRPr lang="sl-SI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[8] D. 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Leite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I. Škrjanc, and F. 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Gomide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“An overview on evolving systems and learning from stream data,” Evolving Systems, vol. 11, no. 2, pp. 181–198, Jun. 2020.</a:t>
            </a:r>
            <a:endParaRPr lang="sl-SI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[49]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Lughofer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E. D. (2008). FLEXFIS: A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robust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incremental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learning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approach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for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evolving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Takagi-Sugeno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fuzzy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models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sl-SI" sz="1800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IEEE </a:t>
            </a:r>
            <a:r>
              <a:rPr lang="sl-SI" sz="1800" i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Transactions</a:t>
            </a:r>
            <a:r>
              <a:rPr lang="sl-SI" sz="1800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on </a:t>
            </a:r>
            <a:r>
              <a:rPr lang="sl-SI" sz="1800" i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Fuzzy</a:t>
            </a:r>
            <a:r>
              <a:rPr lang="sl-SI" sz="1800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i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Systems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sl-SI" sz="1800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16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(6), 1393–1410. </a:t>
            </a:r>
            <a:endParaRPr lang="sl-SI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[43] </a:t>
            </a:r>
            <a:r>
              <a:rPr lang="en-US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Skrjanc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I. (2020). Cluster-Volume-Based Merging Approach for Incrementally Evolving Fuzzy Gaussian Clustering-</a:t>
            </a:r>
            <a:r>
              <a:rPr lang="en-US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eGAUSS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+. </a:t>
            </a:r>
            <a:r>
              <a:rPr lang="en-US" sz="1800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IEEE Transactions on Fuzzy Systems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800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28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(9), 2222–2231. </a:t>
            </a:r>
            <a:endParaRPr lang="sl-SI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sl-SI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sl-SI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sl-SI" sz="1800" dirty="0">
              <a:effectLst/>
              <a:latin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sl-SI" dirty="0"/>
          </a:p>
        </p:txBody>
      </p:sp>
      <p:sp>
        <p:nvSpPr>
          <p:cNvPr id="4" name="Označba mesta številke diapoz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05F0E0-E88B-4C5C-8D43-68FAFD3B86B6}" type="slidenum">
              <a:rPr lang="sl-SI" smtClean="0"/>
              <a:t>9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295186258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značba mesta stranske slik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Označba mesta opomb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[4]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Kasabov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N. K., &amp; Song, Q. (2002). DENFIS: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Dynamic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evolving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neural-fuzzy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inference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system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and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its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application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for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time-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series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prediction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sl-SI" sz="1800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IEEE </a:t>
            </a:r>
            <a:r>
              <a:rPr lang="sl-SI" sz="1800" i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Transactions</a:t>
            </a:r>
            <a:r>
              <a:rPr lang="sl-SI" sz="1800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on </a:t>
            </a:r>
            <a:r>
              <a:rPr lang="sl-SI" sz="1800" i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Fuzzy</a:t>
            </a:r>
            <a:r>
              <a:rPr lang="sl-SI" sz="1800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i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Systems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sl-SI" sz="1800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(2), 144–154. </a:t>
            </a:r>
            <a:endParaRPr lang="sl-SI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[5] 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Dovžan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D., 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Logar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V., &amp; Škrjanc, I. (2015). Implementation of an Evolving Fuzzy Model (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eFuMo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 in a Monitoring System for a Waste-Water Treatment Process. IEEE Transactions on Fuzzy Systems, 23(5), 1761–1776.</a:t>
            </a:r>
            <a:endParaRPr lang="sl-SI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[49]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Lughofer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E. D. (2008). FLEXFIS: A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robust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incremental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learning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approach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for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evolving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Takagi-Sugeno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fuzzy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models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sl-SI" sz="1800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IEEE </a:t>
            </a:r>
            <a:r>
              <a:rPr lang="sl-SI" sz="1800" i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Transactions</a:t>
            </a:r>
            <a:r>
              <a:rPr lang="sl-SI" sz="1800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on </a:t>
            </a:r>
            <a:r>
              <a:rPr lang="sl-SI" sz="1800" i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Fuzzy</a:t>
            </a:r>
            <a:r>
              <a:rPr lang="sl-SI" sz="1800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i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Systems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sl-SI" sz="1800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16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(6), 1393–1410. </a:t>
            </a:r>
            <a:endParaRPr lang="sl-SI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[3] 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Angelov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P. P., &amp; 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Filev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D. P. (2004). An Approach to Online Identification of Takagi-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Sugeno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Fuzzy Models. IEEE Transactions on Systems, Man, and Cybernetics, Part B: Cybernetics, 34(1), 484–498.</a:t>
            </a:r>
            <a:endParaRPr lang="sl-SI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[39] </a:t>
            </a:r>
            <a:r>
              <a:rPr lang="en-US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Andonovski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G., </a:t>
            </a:r>
            <a:r>
              <a:rPr lang="en-US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Mušič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G., </a:t>
            </a:r>
            <a:r>
              <a:rPr lang="en-US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Blažič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S., &amp; Škrjanc, I. (2018). Evolving model identification for process monitoring and prediction of non-linear systems. </a:t>
            </a:r>
            <a:r>
              <a:rPr lang="en-US" sz="1800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Engineering Applications of Artificial Intelligence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800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68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214–221.</a:t>
            </a:r>
            <a:endParaRPr lang="sl-SI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[45] Angelov, P. P., 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Gu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X., &amp; Principe, J. C. (2018). 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Autonomous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learning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multimodel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systems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from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data 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streams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. IEEE 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Transactions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on 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Fuzzy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Systems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26(4), 2213–2224.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sl-SI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sl-SI" dirty="0"/>
          </a:p>
          <a:p>
            <a:endParaRPr lang="sl-SI" dirty="0"/>
          </a:p>
        </p:txBody>
      </p:sp>
      <p:sp>
        <p:nvSpPr>
          <p:cNvPr id="4" name="Označba mesta številke diapoz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05F0E0-E88B-4C5C-8D43-68FAFD3B86B6}" type="slidenum">
              <a:rPr lang="sl-SI" smtClean="0"/>
              <a:t>10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100651105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značba mesta stranske slik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Označba mesta opomb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. Rule merging is not the same as fuzzy set merging [12] as multiple fuzzy sets can be associated with a rule depending on the formulation</a:t>
            </a:r>
            <a:endParaRPr lang="sl-SI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sl-SI" sz="1800" dirty="0">
              <a:effectLst/>
              <a:latin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[6] 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Lughofer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E., &amp; Sayed-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Mouchaweh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M. (2015). Autonomous data stream clustering implementing split-and-merge concepts – Towards a plug-and-play approach. Information Sciences, 304, 54–79.</a:t>
            </a:r>
            <a:endParaRPr lang="sl-SI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[49]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Lughofer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E. D. (2008). FLEXFIS: A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robust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incremental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learning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approach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for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evolving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Takagi-Sugeno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fuzzy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models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sl-SI" sz="1800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IEEE </a:t>
            </a:r>
            <a:r>
              <a:rPr lang="sl-SI" sz="1800" i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Transactions</a:t>
            </a:r>
            <a:r>
              <a:rPr lang="sl-SI" sz="1800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on </a:t>
            </a:r>
            <a:r>
              <a:rPr lang="sl-SI" sz="1800" i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Fuzzy</a:t>
            </a:r>
            <a:r>
              <a:rPr lang="sl-SI" sz="1800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i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Systems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sl-SI" sz="1800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16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(6), 1393–1410. </a:t>
            </a:r>
            <a:endParaRPr lang="sl-SI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[12] 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Lughofer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E. (2013). On-line assurance of interpretability criteria in evolving fuzzy systems – Achievements, new concepts and open issues. Information Sciences, 251, 22–46.</a:t>
            </a:r>
            <a:endParaRPr lang="sl-SI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[53]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Lughofer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E. (2008).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Extensions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vector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quantization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for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incremental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clustering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sl-SI" sz="1800" i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Pattern</a:t>
            </a:r>
            <a:r>
              <a:rPr lang="sl-SI" sz="1800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i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Recognition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sl-SI" sz="1800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41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(3), 995–1011.</a:t>
            </a:r>
            <a:endParaRPr lang="sl-SI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sl-SI" dirty="0"/>
          </a:p>
        </p:txBody>
      </p:sp>
      <p:sp>
        <p:nvSpPr>
          <p:cNvPr id="4" name="Označba mesta številke diapoz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05F0E0-E88B-4C5C-8D43-68FAFD3B86B6}" type="slidenum">
              <a:rPr lang="sl-SI" smtClean="0"/>
              <a:t>11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397711374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[5] 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Dovžan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D., 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Logar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V., &amp; Škrjanc, I. (2015). Implementation of an Evolving Fuzzy Model (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eFuMo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 in a Monitoring System for a Waste-Water Treatment Process. IEEE Transactions on Fuzzy Systems, 23(5), 1761–1776.</a:t>
            </a:r>
            <a:endParaRPr lang="sl-SI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[6] 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Lughofer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E., &amp; Sayed-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Mouchaweh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M. (2015). Autonomous data stream clustering implementing split-and-merge concepts – Towards a plug-and-play approach. Information Sciences, 304, 54–79.</a:t>
            </a:r>
            <a:endParaRPr lang="sl-SI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[14] Soleimani-B, H., Lucas, C., &amp; 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Araabi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B. N. (2010). Recursive Gath-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Geva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clustering as a basis for evolving neuro-fuzzy modeling. Evolving Systems, 1(1), 59–71. </a:t>
            </a:r>
            <a:endParaRPr lang="sl-SI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[17] E. Lima, M. Hell, R. 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Ballini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F. 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Gomide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Evolving fuzzy modeling using participatory learning, in: P. 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Angelov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D. 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Filev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N. 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Kasabov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(Eds.), 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EvolvingIntelligent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Systems: Methodology and Applications, John Wiley &amp; Sons, New York, 2010, pp. 67–86.</a:t>
            </a:r>
            <a:endParaRPr lang="sl-SI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[19] 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Andonovski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G., 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Lughofer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E., &amp; 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Skrjanc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I. (2021). Evolving Fuzzy Model Identification of Nonlinear Wiener-Hammerstein Processes. IEEE Access, 9, 158470–158480. </a:t>
            </a:r>
            <a:endParaRPr lang="sl-SI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[54]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Leite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D.,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Ballini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R., Costa, P., &amp;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Gomide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F. (2012).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Evolving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fuzzy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granular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modeling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from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nonstationary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fuzzy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data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streams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sl-SI" sz="1800" i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Evolving</a:t>
            </a:r>
            <a:r>
              <a:rPr lang="sl-SI" sz="1800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i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Systems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sl-SI" sz="1800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(2), 65–79. </a:t>
            </a:r>
            <a:endParaRPr lang="sl-SI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[20] 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Lughofer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E., 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Bouchot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J. L., &amp; Shaker, A. (2011). On-line elimination of local redundancies in evolving fuzzy systems. Evolving Systems, 2(3), 165–187. </a:t>
            </a:r>
            <a:endParaRPr lang="sl-SI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sl-SI" dirty="0"/>
          </a:p>
          <a:p>
            <a:endParaRPr lang="sl-SI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05F0E0-E88B-4C5C-8D43-68FAFD3B86B6}" type="slidenum">
              <a:rPr lang="sl-SI" smtClean="0"/>
              <a:t>12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72799565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značba mesta stranske slik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Označba mesta opomb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[43] </a:t>
            </a:r>
            <a:r>
              <a:rPr lang="en-US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Skrjanc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I. (2020). Cluster-Volume-Based Merging Approach for Incrementally Evolving Fuzzy Gaussian Clustering-</a:t>
            </a:r>
            <a:r>
              <a:rPr lang="en-US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eGAUSS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+. </a:t>
            </a:r>
            <a:r>
              <a:rPr lang="en-US" sz="1800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IEEE Transactions on Fuzzy Systems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800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28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(9), 2222–2231. </a:t>
            </a:r>
            <a:endParaRPr lang="sl-SI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[51] 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Garcia, C.,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Leite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D., &amp;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Skrjanc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I. (2020).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Incremental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Missing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-Data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Imputation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for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Evolving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Fuzzy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Granular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Prediction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sl-SI" sz="1800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IEEE </a:t>
            </a:r>
            <a:r>
              <a:rPr lang="sl-SI" sz="1800" i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Transactions</a:t>
            </a:r>
            <a:r>
              <a:rPr lang="sl-SI" sz="1800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on </a:t>
            </a:r>
            <a:r>
              <a:rPr lang="sl-SI" sz="1800" i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Fuzzy</a:t>
            </a:r>
            <a:r>
              <a:rPr lang="sl-SI" sz="1800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i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Systems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sl-SI" sz="1800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28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(10), 2348–2362.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[54]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Leite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D.,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Ballini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R., Costa, P., &amp;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Gomide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F. (2012).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Evolving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fuzzy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granular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modeling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from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nonstationary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fuzzy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data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streams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sl-SI" sz="1800" i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Evolving</a:t>
            </a:r>
            <a:r>
              <a:rPr lang="sl-SI" sz="1800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i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Systems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sl-SI" sz="1800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(2), 65–79.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[5] 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Dovžan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D., Logar, V., &amp; Škrjanc, I. (2015). Implementation of an Evolving Fuzzy Model (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eFuMo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 in a Monitoring System for a Waste-Water Treatment Process. IEEE Transactions on Fuzzy Systems, 23(5), 1761–1776.</a:t>
            </a:r>
            <a:endParaRPr lang="sl-SI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sl-SI" sz="2800" dirty="0"/>
              <a:t>[56]Pratama, M., </a:t>
            </a:r>
            <a:r>
              <a:rPr lang="sl-SI" sz="2800" dirty="0" err="1"/>
              <a:t>Anavatti</a:t>
            </a:r>
            <a:r>
              <a:rPr lang="sl-SI" sz="2800" dirty="0"/>
              <a:t>, S. G., &amp; </a:t>
            </a:r>
            <a:r>
              <a:rPr lang="sl-SI" sz="2800" dirty="0" err="1"/>
              <a:t>Lughofer</a:t>
            </a:r>
            <a:r>
              <a:rPr lang="sl-SI" sz="2800" dirty="0"/>
              <a:t>, E. (2014). </a:t>
            </a:r>
            <a:r>
              <a:rPr lang="sl-SI" sz="2800" dirty="0" err="1"/>
              <a:t>Genefis</a:t>
            </a:r>
            <a:r>
              <a:rPr lang="sl-SI" sz="2800" dirty="0"/>
              <a:t>: </a:t>
            </a:r>
            <a:r>
              <a:rPr lang="sl-SI" sz="2800" dirty="0" err="1"/>
              <a:t>Toward</a:t>
            </a:r>
            <a:r>
              <a:rPr lang="sl-SI" sz="2800" dirty="0"/>
              <a:t> </a:t>
            </a:r>
            <a:r>
              <a:rPr lang="sl-SI" sz="2800" dirty="0" err="1"/>
              <a:t>an</a:t>
            </a:r>
            <a:r>
              <a:rPr lang="sl-SI" sz="2800" dirty="0"/>
              <a:t> </a:t>
            </a:r>
            <a:r>
              <a:rPr lang="sl-SI" sz="2800" dirty="0" err="1"/>
              <a:t>effective</a:t>
            </a:r>
            <a:r>
              <a:rPr lang="sl-SI" sz="2800" dirty="0"/>
              <a:t> </a:t>
            </a:r>
            <a:r>
              <a:rPr lang="sl-SI" sz="2800" dirty="0" err="1"/>
              <a:t>localist</a:t>
            </a:r>
            <a:r>
              <a:rPr lang="sl-SI" sz="2800" dirty="0"/>
              <a:t> </a:t>
            </a:r>
            <a:r>
              <a:rPr lang="sl-SI" sz="2800" dirty="0" err="1"/>
              <a:t>network</a:t>
            </a:r>
            <a:r>
              <a:rPr lang="sl-SI" sz="2800" dirty="0"/>
              <a:t>. </a:t>
            </a:r>
            <a:r>
              <a:rPr lang="sl-SI" sz="2800" i="1" dirty="0"/>
              <a:t>IEEE </a:t>
            </a:r>
            <a:r>
              <a:rPr lang="sl-SI" sz="2800" i="1" dirty="0" err="1"/>
              <a:t>Transactions</a:t>
            </a:r>
            <a:r>
              <a:rPr lang="sl-SI" sz="2800" i="1" dirty="0"/>
              <a:t> on </a:t>
            </a:r>
            <a:r>
              <a:rPr lang="sl-SI" sz="2800" i="1" dirty="0" err="1"/>
              <a:t>Fuzzy</a:t>
            </a:r>
            <a:r>
              <a:rPr lang="sl-SI" sz="2800" i="1" dirty="0"/>
              <a:t> </a:t>
            </a:r>
            <a:r>
              <a:rPr lang="sl-SI" sz="2800" i="1" dirty="0" err="1"/>
              <a:t>Systems</a:t>
            </a:r>
            <a:r>
              <a:rPr lang="sl-SI" sz="2800" dirty="0"/>
              <a:t>, </a:t>
            </a:r>
            <a:r>
              <a:rPr lang="sl-SI" sz="2800" i="1" dirty="0"/>
              <a:t>22</a:t>
            </a:r>
            <a:r>
              <a:rPr lang="sl-SI" sz="2800" dirty="0"/>
              <a:t>(3), 547–562. https://doi.org/10.1109/TFUZZ.2013.2264938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sl-SI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Označba mesta številke diapoz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05F0E0-E88B-4C5C-8D43-68FAFD3B86B6}" type="slidenum">
              <a:rPr lang="sl-SI" smtClean="0"/>
              <a:t>13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239787463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značba mesta stranske slik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Označba mesta opomb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[5] 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Dovžan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D., Logar, V., &amp; Škrjanc, I. (2015). Implementation of an Evolving Fuzzy Model (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eFuMo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 in a Monitoring System for a Waste-Water Treatment Process. IEEE Transactions on Fuzzy Systems, 23(5), 1761–1776.</a:t>
            </a:r>
            <a:endParaRPr lang="sl-SI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[6] 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Lughofer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E., &amp; Sayed-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Mouchaweh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M. (2015). Autonomous data stream clustering implementing split-and-merge concepts – Towards a plug-and-play approach. Information Sciences, 304, 54–79.</a:t>
            </a:r>
            <a:endParaRPr lang="sl-SI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[51] 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Garcia, C.,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Leite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D., &amp;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Skrjanc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I. (2020).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Incremental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Missing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-Data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Imputation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for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Evolving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Fuzzy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Granular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Prediction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sl-SI" sz="1800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IEEE </a:t>
            </a:r>
            <a:r>
              <a:rPr lang="sl-SI" sz="1800" i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Transactions</a:t>
            </a:r>
            <a:r>
              <a:rPr lang="sl-SI" sz="1800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on </a:t>
            </a:r>
            <a:r>
              <a:rPr lang="sl-SI" sz="1800" i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Fuzzy</a:t>
            </a:r>
            <a:r>
              <a:rPr lang="sl-SI" sz="1800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i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Systems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sl-SI" sz="1800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28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(10), 2348–2362. </a:t>
            </a:r>
            <a:endParaRPr lang="sl-SI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[53]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Lughofer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E. (2008).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Extensions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vector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quantization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for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incremental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clustering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sl-SI" sz="1800" i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Pattern</a:t>
            </a:r>
            <a:r>
              <a:rPr lang="sl-SI" sz="1800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i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Recognition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sl-SI" sz="1800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41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(3), 995–1011.</a:t>
            </a:r>
            <a:endParaRPr lang="sl-SI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sl-SI" dirty="0"/>
          </a:p>
        </p:txBody>
      </p:sp>
      <p:sp>
        <p:nvSpPr>
          <p:cNvPr id="4" name="Označba mesta številke diapoz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05F0E0-E88B-4C5C-8D43-68FAFD3B86B6}" type="slidenum">
              <a:rPr lang="sl-SI" smtClean="0"/>
              <a:t>14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326501877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značba mesta stranske slik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Označba mesta opomb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[49]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Lughofer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E. D. (2008). FLEXFIS: A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robust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incremental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learning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approach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for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evolving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Takagi-Sugeno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fuzzy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models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sl-SI" sz="1800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IEEE </a:t>
            </a:r>
            <a:r>
              <a:rPr lang="sl-SI" sz="1800" i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Transactions</a:t>
            </a:r>
            <a:r>
              <a:rPr lang="sl-SI" sz="1800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on </a:t>
            </a:r>
            <a:r>
              <a:rPr lang="sl-SI" sz="1800" i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Fuzzy</a:t>
            </a:r>
            <a:r>
              <a:rPr lang="sl-SI" sz="1800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i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Systems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sl-SI" sz="1800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16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(6), 1393–1410.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[53]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Lughofer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E. (2008).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Extensions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vector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quantization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for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incremental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clustering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sl-SI" sz="1800" i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Pattern</a:t>
            </a:r>
            <a:r>
              <a:rPr lang="sl-SI" sz="1800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i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Recognition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sl-SI" sz="1800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41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(3), 995–1011.</a:t>
            </a:r>
            <a:endParaRPr lang="sl-SI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[51] 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Garcia, C.,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Leite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D., &amp;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Skrjanc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I. (2020).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Incremental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Missing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-Data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Imputation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for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Evolving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Fuzzy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Granular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Prediction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sl-SI" sz="1800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IEEE </a:t>
            </a:r>
            <a:r>
              <a:rPr lang="sl-SI" sz="1800" i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Transactions</a:t>
            </a:r>
            <a:r>
              <a:rPr lang="sl-SI" sz="1800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on </a:t>
            </a:r>
            <a:r>
              <a:rPr lang="sl-SI" sz="1800" i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Fuzzy</a:t>
            </a:r>
            <a:r>
              <a:rPr lang="sl-SI" sz="1800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i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Systems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sl-SI" sz="1800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28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(10), 2348–2362. </a:t>
            </a:r>
            <a:endParaRPr lang="sl-SI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[5] 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Dovžan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D., Logar, V., &amp; Škrjanc, I. (2015). Implementation of an Evolving Fuzzy Model (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eFuMo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 in a Monitoring System for a Waste-Water Treatment Process. IEEE Transactions on Fuzzy Systems, 23(5), 1761–1776.</a:t>
            </a:r>
            <a:endParaRPr lang="sl-SI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sl-SI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sl-SI" dirty="0"/>
          </a:p>
        </p:txBody>
      </p:sp>
      <p:sp>
        <p:nvSpPr>
          <p:cNvPr id="4" name="Označba mesta številke diapoz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05F0E0-E88B-4C5C-8D43-68FAFD3B86B6}" type="slidenum">
              <a:rPr lang="sl-SI" smtClean="0"/>
              <a:t>15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197378805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značba mesta stranske slik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Označba mesta opomb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[48] 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Leite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D., &amp; Škrjanc, I. (2019). 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Ensemble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of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evolving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optimal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granular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experts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OWA 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aggregation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and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time 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series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prediction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. 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Information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Sciences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504, 95–112. </a:t>
            </a:r>
          </a:p>
          <a:p>
            <a:pPr marL="0" marR="0" lvl="0" indent="0" algn="l" defTabSz="914400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/>
            </a:pPr>
            <a:r>
              <a:rPr lang="en-US" sz="18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[41] 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Angelov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P., &amp; 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Yager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R. (2011). Simplified fuzzy rule-based systems using non-parametric antecedents and relative data density. IEEE SSCI 2011: Symposium Series on Computational Intelligence - EAIS 2011: 2011 IEEE Workshop on Evolving and Adaptive Intelligent Systems, 62–69.</a:t>
            </a:r>
            <a:endParaRPr lang="sl-SI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/>
            </a:pP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[45] Angelov, P. P., 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Gu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X., &amp; Principe, J. C. (2018). 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Autonomous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learning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multimodel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systems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from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data 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streams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. IEEE 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Transactions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on 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Fuzzy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Systems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26(4), 2213–2224. </a:t>
            </a:r>
          </a:p>
          <a:p>
            <a:pPr marL="0" marR="0" lvl="0" indent="0" algn="l" defTabSz="914400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/>
            </a:pP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[22] Rong, H. J., Sundararajan, N., Huang, G. bin, &amp; 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Saratchandran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P. (2006). Sequential Adaptive Fuzzy Inference System (SAFIS) for nonlinear system identification and prediction. Fuzzy Sets and Systems, 157(9), 1260–1275. </a:t>
            </a:r>
            <a:endParaRPr lang="sl-SI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/>
            </a:pP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[5] 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Dovžan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D., Logar, V., &amp; Škrjanc, I. (2015). Implementation of an Evolving Fuzzy Model (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eFuMo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 in a Monitoring System for a Waste-Water Treatment Process. IEEE Transactions on Fuzzy Systems, 23(5), 1761–1776.</a:t>
            </a:r>
            <a:endParaRPr lang="sl-SI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/>
            </a:pP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[39] 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Andonovski, G., Mušič, G., Blažič, S., &amp; Škrjanc, I. (2018). Evolving model identification for process monitoring and prediction of non-linear systems. </a:t>
            </a:r>
            <a:r>
              <a:rPr lang="en-US" sz="1800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Engineering Applications of Artificial Intelligence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800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68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214–221.</a:t>
            </a:r>
            <a:endParaRPr lang="sl-SI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endParaRPr lang="sl-SI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Označba mesta številke diapoz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05F0E0-E88B-4C5C-8D43-68FAFD3B86B6}" type="slidenum">
              <a:rPr lang="sl-SI" smtClean="0"/>
              <a:t>16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222836648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značba mesta stranske slik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Označba mesta opomb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auxiliary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model – Replacing an unmeasurable variable (like the noise) in the regressor/information matrix by using an estimation of the variable instead of the real value. </a:t>
            </a:r>
            <a:endParaRPr lang="sl-SI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Hierhical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principle – decomposes the system into multiple where multiple regressors are used in every optimization. ( used to identify multivariable systems or noise transfer functions). </a:t>
            </a:r>
            <a:endParaRPr lang="sl-SI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Combining both approaches an unknown variable can be optimized in one optimization, used to estimate another regression variable and finally used in another optimization. </a:t>
            </a:r>
            <a:endParaRPr lang="sl-SI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instrumental variables – the output of the system is replaced by the model prediction (both are present)</a:t>
            </a:r>
            <a:endParaRPr lang="sl-SI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Correntropy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-  a Mercer's kernel (usually Gaussian) of the error values in the optimization criteria function used to lower the effect of outlier samples 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[47]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. </a:t>
            </a:r>
            <a:endParaRPr lang="sl-SI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endParaRPr lang="sl-SI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[15] 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Nelles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O. (2001). Nonlinear System Identification. Nonlinear System Identification.</a:t>
            </a:r>
            <a:endParaRPr lang="sl-SI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/>
            </a:pP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[45] Angelov, P. P., 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Gu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X., &amp; Principe, J. C. (2018). 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Autonomous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learning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multimodel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systems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from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data 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streams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. IEEE 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Transactions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on 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Fuzzy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Systems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26(4), 2213–2224.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[47]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Lughofer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E. (2021).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Improving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the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robustness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recursive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consequent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parameters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learning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in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evolving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neuro-fuzzy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systems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sl-SI" sz="1800" i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Information</a:t>
            </a:r>
            <a:r>
              <a:rPr lang="sl-SI" sz="1800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i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Sciences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sl-SI" sz="1800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545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555–574.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[55]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Bao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R. J.,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Rong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H. J., Angelov, P. P.,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Chen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B., &amp;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Wong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P. K. (2018).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Correntropy-Based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Evolving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Fuzzy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Neural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System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sl-SI" sz="1800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IEEE </a:t>
            </a:r>
            <a:r>
              <a:rPr lang="sl-SI" sz="1800" i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Transactions</a:t>
            </a:r>
            <a:r>
              <a:rPr lang="sl-SI" sz="1800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on </a:t>
            </a:r>
            <a:r>
              <a:rPr lang="sl-SI" sz="1800" i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Fuzzy</a:t>
            </a:r>
            <a:r>
              <a:rPr lang="sl-SI" sz="1800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1800" i="1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Systems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sl-SI" sz="1800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26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(3), 1324–1338. </a:t>
            </a:r>
            <a:endParaRPr lang="sl-SI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sl-SI" dirty="0"/>
          </a:p>
        </p:txBody>
      </p:sp>
      <p:sp>
        <p:nvSpPr>
          <p:cNvPr id="4" name="Označba mesta številke diapoz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05F0E0-E88B-4C5C-8D43-68FAFD3B86B6}" type="slidenum">
              <a:rPr lang="sl-SI" smtClean="0"/>
              <a:t>17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21312662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značba mesta stranske slik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Označba mesta opomb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sl-SI" sz="1200" dirty="0"/>
              <a:t>Ansambel/skupina (</a:t>
            </a:r>
            <a:r>
              <a:rPr lang="sl-SI" sz="1200" dirty="0" err="1"/>
              <a:t>Ensamble</a:t>
            </a:r>
            <a:r>
              <a:rPr lang="sl-SI" sz="1200" dirty="0"/>
              <a:t> </a:t>
            </a:r>
            <a:r>
              <a:rPr lang="sl-SI" sz="1200" dirty="0" err="1"/>
              <a:t>learning</a:t>
            </a:r>
            <a:r>
              <a:rPr lang="sl-SI" sz="1200" dirty="0"/>
              <a:t>) modelov je sestavljena iz več različnih </a:t>
            </a:r>
            <a:r>
              <a:rPr lang="sl-SI" sz="1200" dirty="0" err="1"/>
              <a:t>samorazvijajočih</a:t>
            </a:r>
            <a:r>
              <a:rPr lang="sl-SI" sz="1200" dirty="0"/>
              <a:t> se modelov, ki jih paralelno učimo na istem problemu z različnimi parametri </a:t>
            </a:r>
            <a:r>
              <a:rPr lang="en-US" sz="1200" dirty="0"/>
              <a:t>[10, 48]</a:t>
            </a:r>
            <a:r>
              <a:rPr lang="sl-SI" sz="1200" dirty="0"/>
              <a:t>. Posamezni </a:t>
            </a:r>
            <a:r>
              <a:rPr lang="sl-SI" sz="1200" dirty="0" err="1"/>
              <a:t>samorazvijajoči</a:t>
            </a:r>
            <a:r>
              <a:rPr lang="sl-SI" sz="1200" dirty="0"/>
              <a:t> se modeli v ansamblu se lahko razlikujejo po strukturi, številu parametrov, različnih omejitvah, </a:t>
            </a:r>
            <a:r>
              <a:rPr lang="sl-SI" sz="1200" dirty="0" err="1"/>
              <a:t>kriterijski</a:t>
            </a:r>
            <a:r>
              <a:rPr lang="sl-SI" sz="1200" dirty="0"/>
              <a:t> funkciji ali celo tipu modela. </a:t>
            </a:r>
            <a:r>
              <a:rPr lang="en-US" sz="12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Extreme Learning Machines (ELMs) (2009) </a:t>
            </a:r>
            <a:r>
              <a:rPr lang="sl-SI" sz="12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(naključna inicializacija parametrov in strukture)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sl-SI" sz="1200" dirty="0"/>
              <a:t>Ansambli </a:t>
            </a:r>
            <a:r>
              <a:rPr lang="sl-SI" sz="1200" dirty="0" err="1"/>
              <a:t>samorazvijajočih</a:t>
            </a:r>
            <a:r>
              <a:rPr lang="sl-SI" sz="1200" dirty="0"/>
              <a:t> se modelov v obliki omrežja [44].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sl-SI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[10] 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Leite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D., Škrjanc, I., &amp; 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Gomide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F. (2020). An overview on evolving systems and learning from stream data. Evolving Systems, 11(2), 181–198. </a:t>
            </a:r>
            <a:endParaRPr lang="sl-SI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[44] Gu, X. (2021). Multilayer Ensemble Evolving Fuzzy Inference System. </a:t>
            </a:r>
            <a:r>
              <a:rPr lang="en-US" sz="1800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IEEE Transactions on Fuzzy Systems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800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29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(8), 2425–2431.</a:t>
            </a:r>
            <a:endParaRPr lang="sl-SI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[48] 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Leite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D., &amp; Škrjanc, I. (2019). 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Ensemble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of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evolving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optimal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granular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experts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OWA 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aggregation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and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time 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series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prediction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. 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Information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Sciences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504, 95–112.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sl-SI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sl-SI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sl-SI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sl-SI" sz="1200" dirty="0"/>
          </a:p>
          <a:p>
            <a:endParaRPr lang="sl-SI" dirty="0"/>
          </a:p>
        </p:txBody>
      </p:sp>
      <p:sp>
        <p:nvSpPr>
          <p:cNvPr id="4" name="Označba mesta številke diapoz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05F0E0-E88B-4C5C-8D43-68FAFD3B86B6}" type="slidenum">
              <a:rPr lang="sl-SI" smtClean="0"/>
              <a:t>18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108697504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[10] 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Leite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D., Škrjanc, I., &amp; </a:t>
            </a:r>
            <a:r>
              <a:rPr lang="en-US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Gomide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F. (2020). An overview on evolving systems and learning from stream data. Evolving Systems, 11(2), 181–198. </a:t>
            </a:r>
            <a:endParaRPr lang="sl-SI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sl-SI" sz="2800" dirty="0"/>
              <a:t>[27] Škrjanc, I., Iglesias, J., </a:t>
            </a:r>
            <a:r>
              <a:rPr lang="sl-SI" sz="2800" dirty="0" err="1"/>
              <a:t>Sanchis</a:t>
            </a:r>
            <a:r>
              <a:rPr lang="sl-SI" sz="2800" dirty="0"/>
              <a:t>, A., </a:t>
            </a:r>
            <a:r>
              <a:rPr lang="sl-SI" sz="2800" dirty="0" err="1"/>
              <a:t>Leite</a:t>
            </a:r>
            <a:r>
              <a:rPr lang="sl-SI" sz="2800" dirty="0"/>
              <a:t>, D., </a:t>
            </a:r>
            <a:r>
              <a:rPr lang="sl-SI" sz="2800" dirty="0" err="1"/>
              <a:t>Lughofer</a:t>
            </a:r>
            <a:r>
              <a:rPr lang="sl-SI" sz="2800" dirty="0"/>
              <a:t>, E., &amp; </a:t>
            </a:r>
            <a:r>
              <a:rPr lang="sl-SI" sz="2800" dirty="0" err="1"/>
              <a:t>Gomide</a:t>
            </a:r>
            <a:r>
              <a:rPr lang="sl-SI" sz="2800" dirty="0"/>
              <a:t>, F. (2019). </a:t>
            </a:r>
            <a:r>
              <a:rPr lang="sl-SI" sz="2800" dirty="0" err="1"/>
              <a:t>Evolving</a:t>
            </a:r>
            <a:r>
              <a:rPr lang="sl-SI" sz="2800" dirty="0"/>
              <a:t> </a:t>
            </a:r>
            <a:r>
              <a:rPr lang="sl-SI" sz="2800" dirty="0" err="1"/>
              <a:t>fuzzy</a:t>
            </a:r>
            <a:r>
              <a:rPr lang="sl-SI" sz="2800" dirty="0"/>
              <a:t> </a:t>
            </a:r>
            <a:r>
              <a:rPr lang="sl-SI" sz="2800" dirty="0" err="1"/>
              <a:t>and</a:t>
            </a:r>
            <a:r>
              <a:rPr lang="sl-SI" sz="2800" dirty="0"/>
              <a:t> </a:t>
            </a:r>
            <a:r>
              <a:rPr lang="sl-SI" sz="2800" dirty="0" err="1"/>
              <a:t>neuro-fuzzy</a:t>
            </a:r>
            <a:r>
              <a:rPr lang="sl-SI" sz="2800" dirty="0"/>
              <a:t> </a:t>
            </a:r>
            <a:r>
              <a:rPr lang="sl-SI" sz="2800" dirty="0" err="1"/>
              <a:t>approaches</a:t>
            </a:r>
            <a:r>
              <a:rPr lang="sl-SI" sz="2800" dirty="0"/>
              <a:t> in </a:t>
            </a:r>
            <a:r>
              <a:rPr lang="sl-SI" sz="2800" dirty="0" err="1"/>
              <a:t>clustering</a:t>
            </a:r>
            <a:r>
              <a:rPr lang="sl-SI" sz="2800" dirty="0"/>
              <a:t>, </a:t>
            </a:r>
            <a:r>
              <a:rPr lang="sl-SI" sz="2800" dirty="0" err="1"/>
              <a:t>regression</a:t>
            </a:r>
            <a:r>
              <a:rPr lang="sl-SI" sz="2800" dirty="0"/>
              <a:t>, </a:t>
            </a:r>
            <a:r>
              <a:rPr lang="sl-SI" sz="2800" dirty="0" err="1"/>
              <a:t>identification</a:t>
            </a:r>
            <a:r>
              <a:rPr lang="sl-SI" sz="2800" dirty="0"/>
              <a:t>, </a:t>
            </a:r>
            <a:r>
              <a:rPr lang="sl-SI" sz="2800" dirty="0" err="1"/>
              <a:t>and</a:t>
            </a:r>
            <a:r>
              <a:rPr lang="sl-SI" sz="2800" dirty="0"/>
              <a:t> </a:t>
            </a:r>
            <a:r>
              <a:rPr lang="sl-SI" sz="2800" dirty="0" err="1"/>
              <a:t>classification</a:t>
            </a:r>
            <a:r>
              <a:rPr lang="sl-SI" sz="2800" dirty="0"/>
              <a:t>: A </a:t>
            </a:r>
            <a:r>
              <a:rPr lang="sl-SI" sz="2800" dirty="0" err="1"/>
              <a:t>Survey</a:t>
            </a:r>
            <a:r>
              <a:rPr lang="sl-SI" sz="2800" dirty="0"/>
              <a:t>. </a:t>
            </a:r>
            <a:r>
              <a:rPr lang="sl-SI" sz="2800" i="1" dirty="0" err="1"/>
              <a:t>Information</a:t>
            </a:r>
            <a:r>
              <a:rPr lang="sl-SI" sz="2800" i="1" dirty="0"/>
              <a:t> </a:t>
            </a:r>
            <a:r>
              <a:rPr lang="sl-SI" sz="2800" i="1" dirty="0" err="1"/>
              <a:t>Sciences</a:t>
            </a:r>
            <a:r>
              <a:rPr lang="sl-SI" sz="2800" dirty="0"/>
              <a:t>, </a:t>
            </a:r>
            <a:r>
              <a:rPr lang="sl-SI" sz="2800" i="1" dirty="0"/>
              <a:t>490</a:t>
            </a:r>
            <a:r>
              <a:rPr lang="sl-SI" sz="2800" dirty="0"/>
              <a:t>, 344–368</a:t>
            </a:r>
            <a:endParaRPr lang="sl-SI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05F0E0-E88B-4C5C-8D43-68FAFD3B86B6}" type="slidenum">
              <a:rPr lang="sl-SI" smtClean="0"/>
              <a:t>19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196046369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značba mesta stranske slik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Označba mesta opomb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l-SI"/>
          </a:p>
        </p:txBody>
      </p:sp>
      <p:sp>
        <p:nvSpPr>
          <p:cNvPr id="4" name="Označba mesta številke diapoz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05F0E0-E88B-4C5C-8D43-68FAFD3B86B6}" type="slidenum">
              <a:rPr lang="sl-SI" smtClean="0"/>
              <a:t>20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331761455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l-SI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05F0E0-E88B-4C5C-8D43-68FAFD3B86B6}" type="slidenum">
              <a:rPr lang="sl-SI" smtClean="0"/>
              <a:t>21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144489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l-SI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05F0E0-E88B-4C5C-8D43-68FAFD3B86B6}" type="slidenum">
              <a:rPr lang="sl-SI" smtClean="0"/>
              <a:t>22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36314515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Naslovni diapozitiv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1032CD49-A233-4197-9AA3-6F2AB65120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sl-SI"/>
              <a:t>Kliknite, če želite urediti slog naslova matrice</a:t>
            </a:r>
          </a:p>
        </p:txBody>
      </p:sp>
      <p:sp>
        <p:nvSpPr>
          <p:cNvPr id="3" name="Podnaslov 2">
            <a:extLst>
              <a:ext uri="{FF2B5EF4-FFF2-40B4-BE49-F238E27FC236}">
                <a16:creationId xmlns:a16="http://schemas.microsoft.com/office/drawing/2014/main" id="{6EFFF0B7-57F6-4F12-9710-DE0DCE1DF79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sl-SI"/>
              <a:t>Kliknite, če želite urediti slog podnaslova matrice</a:t>
            </a:r>
          </a:p>
        </p:txBody>
      </p:sp>
      <p:sp>
        <p:nvSpPr>
          <p:cNvPr id="4" name="Označba mesta datuma 3">
            <a:extLst>
              <a:ext uri="{FF2B5EF4-FFF2-40B4-BE49-F238E27FC236}">
                <a16:creationId xmlns:a16="http://schemas.microsoft.com/office/drawing/2014/main" id="{EF1F9E85-9961-4609-9BFB-8E81321A9C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80CCEB-6994-4547-95E9-063D0DFE2005}" type="datetime1">
              <a:rPr lang="sl-SI" smtClean="0"/>
              <a:t>14. 04. 2022</a:t>
            </a:fld>
            <a:endParaRPr lang="sl-SI"/>
          </a:p>
        </p:txBody>
      </p:sp>
      <p:sp>
        <p:nvSpPr>
          <p:cNvPr id="5" name="Označba mesta noge 4">
            <a:extLst>
              <a:ext uri="{FF2B5EF4-FFF2-40B4-BE49-F238E27FC236}">
                <a16:creationId xmlns:a16="http://schemas.microsoft.com/office/drawing/2014/main" id="{FFFD832F-05F7-4F5D-8838-FF49008CBB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l-SI"/>
          </a:p>
        </p:txBody>
      </p:sp>
      <p:sp>
        <p:nvSpPr>
          <p:cNvPr id="6" name="Označba mesta številke diapozitiva 5">
            <a:extLst>
              <a:ext uri="{FF2B5EF4-FFF2-40B4-BE49-F238E27FC236}">
                <a16:creationId xmlns:a16="http://schemas.microsoft.com/office/drawing/2014/main" id="{55CF10D5-A40D-40CB-B935-71EB263D0F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658395-0858-4046-BAB6-178FB2A7F14B}" type="slidenum">
              <a:rPr lang="sl-SI" smtClean="0"/>
              <a:t>‹#›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25457331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aslov in vsebin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4E287F75-838B-4F3A-ABD5-BC12A25C31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l-SI"/>
              <a:t>Kliknite, če želite urediti slog naslova matrice</a:t>
            </a:r>
          </a:p>
        </p:txBody>
      </p:sp>
      <p:sp>
        <p:nvSpPr>
          <p:cNvPr id="3" name="Označba mesta vsebine 2">
            <a:extLst>
              <a:ext uri="{FF2B5EF4-FFF2-40B4-BE49-F238E27FC236}">
                <a16:creationId xmlns:a16="http://schemas.microsoft.com/office/drawing/2014/main" id="{9B890AA8-DD34-4B84-BC74-2EF1BA1CF9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sl-SI"/>
              <a:t>Kliknite za urejanje slogov besedila matrice</a:t>
            </a:r>
          </a:p>
          <a:p>
            <a:pPr lvl="1"/>
            <a:r>
              <a:rPr lang="sl-SI"/>
              <a:t>Druga raven</a:t>
            </a:r>
          </a:p>
          <a:p>
            <a:pPr lvl="2"/>
            <a:r>
              <a:rPr lang="sl-SI"/>
              <a:t>Tretja raven</a:t>
            </a:r>
          </a:p>
          <a:p>
            <a:pPr lvl="3"/>
            <a:r>
              <a:rPr lang="sl-SI"/>
              <a:t>Četrta raven</a:t>
            </a:r>
          </a:p>
          <a:p>
            <a:pPr lvl="4"/>
            <a:r>
              <a:rPr lang="sl-SI"/>
              <a:t>Peta raven</a:t>
            </a:r>
          </a:p>
        </p:txBody>
      </p:sp>
      <p:sp>
        <p:nvSpPr>
          <p:cNvPr id="4" name="Označba mesta datuma 3">
            <a:extLst>
              <a:ext uri="{FF2B5EF4-FFF2-40B4-BE49-F238E27FC236}">
                <a16:creationId xmlns:a16="http://schemas.microsoft.com/office/drawing/2014/main" id="{094F650C-4371-4B51-BC6E-7E4A203437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35674E-E745-4B5A-B361-1FBB3F2C0E25}" type="datetime1">
              <a:rPr lang="sl-SI" smtClean="0"/>
              <a:t>14. 04. 2022</a:t>
            </a:fld>
            <a:endParaRPr lang="sl-SI"/>
          </a:p>
        </p:txBody>
      </p:sp>
      <p:sp>
        <p:nvSpPr>
          <p:cNvPr id="5" name="Označba mesta noge 4">
            <a:extLst>
              <a:ext uri="{FF2B5EF4-FFF2-40B4-BE49-F238E27FC236}">
                <a16:creationId xmlns:a16="http://schemas.microsoft.com/office/drawing/2014/main" id="{52374A62-E0F6-4E52-BA93-66726F3AA0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l-SI"/>
          </a:p>
        </p:txBody>
      </p:sp>
      <p:sp>
        <p:nvSpPr>
          <p:cNvPr id="6" name="Označba mesta številke diapozitiva 5">
            <a:extLst>
              <a:ext uri="{FF2B5EF4-FFF2-40B4-BE49-F238E27FC236}">
                <a16:creationId xmlns:a16="http://schemas.microsoft.com/office/drawing/2014/main" id="{DF5B07B0-9E52-4767-9ED9-BE1955BCAF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658395-0858-4046-BAB6-178FB2A7F14B}" type="slidenum">
              <a:rPr lang="sl-SI" smtClean="0"/>
              <a:t>‹#›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9337757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Glava odsek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B42EAFEA-32E3-4E21-A6BA-94F17404C1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sl-SI"/>
              <a:t>Kliknite, če želite urediti slog naslova matrice</a:t>
            </a:r>
          </a:p>
        </p:txBody>
      </p:sp>
      <p:sp>
        <p:nvSpPr>
          <p:cNvPr id="3" name="Označba mesta besedila 2">
            <a:extLst>
              <a:ext uri="{FF2B5EF4-FFF2-40B4-BE49-F238E27FC236}">
                <a16:creationId xmlns:a16="http://schemas.microsoft.com/office/drawing/2014/main" id="{AE80980C-8223-4387-BC60-5561F9C323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sl-SI"/>
              <a:t>Kliknite za urejanje slogov besedila matrice</a:t>
            </a:r>
          </a:p>
        </p:txBody>
      </p:sp>
      <p:sp>
        <p:nvSpPr>
          <p:cNvPr id="4" name="Označba mesta datuma 3">
            <a:extLst>
              <a:ext uri="{FF2B5EF4-FFF2-40B4-BE49-F238E27FC236}">
                <a16:creationId xmlns:a16="http://schemas.microsoft.com/office/drawing/2014/main" id="{4EB24716-8269-452E-B6CE-4C121479AA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B2BA14-1BEC-4C69-8669-987D3BB86C80}" type="datetime1">
              <a:rPr lang="sl-SI" smtClean="0"/>
              <a:t>14. 04. 2022</a:t>
            </a:fld>
            <a:endParaRPr lang="sl-SI"/>
          </a:p>
        </p:txBody>
      </p:sp>
      <p:sp>
        <p:nvSpPr>
          <p:cNvPr id="5" name="Označba mesta noge 4">
            <a:extLst>
              <a:ext uri="{FF2B5EF4-FFF2-40B4-BE49-F238E27FC236}">
                <a16:creationId xmlns:a16="http://schemas.microsoft.com/office/drawing/2014/main" id="{99B36C37-3780-48D7-AC60-CABD24E0A0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l-SI"/>
          </a:p>
        </p:txBody>
      </p:sp>
      <p:sp>
        <p:nvSpPr>
          <p:cNvPr id="6" name="Označba mesta številke diapozitiva 5">
            <a:extLst>
              <a:ext uri="{FF2B5EF4-FFF2-40B4-BE49-F238E27FC236}">
                <a16:creationId xmlns:a16="http://schemas.microsoft.com/office/drawing/2014/main" id="{753B6270-15A5-435C-BB13-75D3B2C781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658395-0858-4046-BAB6-178FB2A7F14B}" type="slidenum">
              <a:rPr lang="sl-SI" smtClean="0"/>
              <a:t>‹#›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41998775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e vsebin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501E56ED-D773-4286-BBC8-F2C69EB954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l-SI"/>
              <a:t>Kliknite, če želite urediti slog naslova matrice</a:t>
            </a:r>
          </a:p>
        </p:txBody>
      </p:sp>
      <p:sp>
        <p:nvSpPr>
          <p:cNvPr id="3" name="Označba mesta vsebine 2">
            <a:extLst>
              <a:ext uri="{FF2B5EF4-FFF2-40B4-BE49-F238E27FC236}">
                <a16:creationId xmlns:a16="http://schemas.microsoft.com/office/drawing/2014/main" id="{DA69B248-9A4B-42B3-B12F-E708D215E5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sl-SI"/>
              <a:t>Kliknite za urejanje slogov besedila matrice</a:t>
            </a:r>
          </a:p>
          <a:p>
            <a:pPr lvl="1"/>
            <a:r>
              <a:rPr lang="sl-SI"/>
              <a:t>Druga raven</a:t>
            </a:r>
          </a:p>
          <a:p>
            <a:pPr lvl="2"/>
            <a:r>
              <a:rPr lang="sl-SI"/>
              <a:t>Tretja raven</a:t>
            </a:r>
          </a:p>
          <a:p>
            <a:pPr lvl="3"/>
            <a:r>
              <a:rPr lang="sl-SI"/>
              <a:t>Četrta raven</a:t>
            </a:r>
          </a:p>
          <a:p>
            <a:pPr lvl="4"/>
            <a:r>
              <a:rPr lang="sl-SI"/>
              <a:t>Peta raven</a:t>
            </a:r>
          </a:p>
        </p:txBody>
      </p:sp>
      <p:sp>
        <p:nvSpPr>
          <p:cNvPr id="4" name="Označba mesta vsebine 3">
            <a:extLst>
              <a:ext uri="{FF2B5EF4-FFF2-40B4-BE49-F238E27FC236}">
                <a16:creationId xmlns:a16="http://schemas.microsoft.com/office/drawing/2014/main" id="{848D702F-F820-45FA-A321-19061AAAF9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sl-SI"/>
              <a:t>Kliknite za urejanje slogov besedila matrice</a:t>
            </a:r>
          </a:p>
          <a:p>
            <a:pPr lvl="1"/>
            <a:r>
              <a:rPr lang="sl-SI"/>
              <a:t>Druga raven</a:t>
            </a:r>
          </a:p>
          <a:p>
            <a:pPr lvl="2"/>
            <a:r>
              <a:rPr lang="sl-SI"/>
              <a:t>Tretja raven</a:t>
            </a:r>
          </a:p>
          <a:p>
            <a:pPr lvl="3"/>
            <a:r>
              <a:rPr lang="sl-SI"/>
              <a:t>Četrta raven</a:t>
            </a:r>
          </a:p>
          <a:p>
            <a:pPr lvl="4"/>
            <a:r>
              <a:rPr lang="sl-SI"/>
              <a:t>Peta raven</a:t>
            </a:r>
          </a:p>
        </p:txBody>
      </p:sp>
      <p:sp>
        <p:nvSpPr>
          <p:cNvPr id="5" name="Označba mesta datuma 4">
            <a:extLst>
              <a:ext uri="{FF2B5EF4-FFF2-40B4-BE49-F238E27FC236}">
                <a16:creationId xmlns:a16="http://schemas.microsoft.com/office/drawing/2014/main" id="{E0E081EC-9D76-4904-AE2D-2ADB389ED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6D0069-D9D2-4691-9326-92279138C27E}" type="datetime1">
              <a:rPr lang="sl-SI" smtClean="0"/>
              <a:t>14. 04. 2022</a:t>
            </a:fld>
            <a:endParaRPr lang="sl-SI"/>
          </a:p>
        </p:txBody>
      </p:sp>
      <p:sp>
        <p:nvSpPr>
          <p:cNvPr id="6" name="Označba mesta noge 5">
            <a:extLst>
              <a:ext uri="{FF2B5EF4-FFF2-40B4-BE49-F238E27FC236}">
                <a16:creationId xmlns:a16="http://schemas.microsoft.com/office/drawing/2014/main" id="{174BB75E-5FC8-4FA1-9861-C9DFB75BD9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l-SI"/>
          </a:p>
        </p:txBody>
      </p:sp>
      <p:sp>
        <p:nvSpPr>
          <p:cNvPr id="7" name="Označba mesta številke diapozitiva 6">
            <a:extLst>
              <a:ext uri="{FF2B5EF4-FFF2-40B4-BE49-F238E27FC236}">
                <a16:creationId xmlns:a16="http://schemas.microsoft.com/office/drawing/2014/main" id="{CC7E6800-D8E2-46BE-85E6-E73C7549CA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658395-0858-4046-BAB6-178FB2A7F14B}" type="slidenum">
              <a:rPr lang="sl-SI" smtClean="0"/>
              <a:t>‹#›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10672712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rimerjav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80A8C428-A5CE-4DB7-A690-CB1AF51D43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sl-SI"/>
              <a:t>Kliknite, če želite urediti slog naslova matrice</a:t>
            </a:r>
          </a:p>
        </p:txBody>
      </p:sp>
      <p:sp>
        <p:nvSpPr>
          <p:cNvPr id="3" name="Označba mesta besedila 2">
            <a:extLst>
              <a:ext uri="{FF2B5EF4-FFF2-40B4-BE49-F238E27FC236}">
                <a16:creationId xmlns:a16="http://schemas.microsoft.com/office/drawing/2014/main" id="{A7D4574F-5753-4479-9F72-DC3E5A9504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l-SI"/>
              <a:t>Kliknite za urejanje slogov besedila matrice</a:t>
            </a:r>
          </a:p>
        </p:txBody>
      </p:sp>
      <p:sp>
        <p:nvSpPr>
          <p:cNvPr id="4" name="Označba mesta vsebine 3">
            <a:extLst>
              <a:ext uri="{FF2B5EF4-FFF2-40B4-BE49-F238E27FC236}">
                <a16:creationId xmlns:a16="http://schemas.microsoft.com/office/drawing/2014/main" id="{E6ECDF5F-854A-4191-BADA-CFDD05FEC7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sl-SI"/>
              <a:t>Kliknite za urejanje slogov besedila matrice</a:t>
            </a:r>
          </a:p>
          <a:p>
            <a:pPr lvl="1"/>
            <a:r>
              <a:rPr lang="sl-SI"/>
              <a:t>Druga raven</a:t>
            </a:r>
          </a:p>
          <a:p>
            <a:pPr lvl="2"/>
            <a:r>
              <a:rPr lang="sl-SI"/>
              <a:t>Tretja raven</a:t>
            </a:r>
          </a:p>
          <a:p>
            <a:pPr lvl="3"/>
            <a:r>
              <a:rPr lang="sl-SI"/>
              <a:t>Četrta raven</a:t>
            </a:r>
          </a:p>
          <a:p>
            <a:pPr lvl="4"/>
            <a:r>
              <a:rPr lang="sl-SI"/>
              <a:t>Peta raven</a:t>
            </a:r>
          </a:p>
        </p:txBody>
      </p:sp>
      <p:sp>
        <p:nvSpPr>
          <p:cNvPr id="5" name="Označba mesta besedila 4">
            <a:extLst>
              <a:ext uri="{FF2B5EF4-FFF2-40B4-BE49-F238E27FC236}">
                <a16:creationId xmlns:a16="http://schemas.microsoft.com/office/drawing/2014/main" id="{BA781ADF-0146-4A92-A08D-81F2CA798A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l-SI"/>
              <a:t>Kliknite za urejanje slogov besedila matrice</a:t>
            </a:r>
          </a:p>
        </p:txBody>
      </p:sp>
      <p:sp>
        <p:nvSpPr>
          <p:cNvPr id="6" name="Označba mesta vsebine 5">
            <a:extLst>
              <a:ext uri="{FF2B5EF4-FFF2-40B4-BE49-F238E27FC236}">
                <a16:creationId xmlns:a16="http://schemas.microsoft.com/office/drawing/2014/main" id="{DD32BB10-E956-4ABA-AF93-97659B16E85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sl-SI"/>
              <a:t>Kliknite za urejanje slogov besedila matrice</a:t>
            </a:r>
          </a:p>
          <a:p>
            <a:pPr lvl="1"/>
            <a:r>
              <a:rPr lang="sl-SI"/>
              <a:t>Druga raven</a:t>
            </a:r>
          </a:p>
          <a:p>
            <a:pPr lvl="2"/>
            <a:r>
              <a:rPr lang="sl-SI"/>
              <a:t>Tretja raven</a:t>
            </a:r>
          </a:p>
          <a:p>
            <a:pPr lvl="3"/>
            <a:r>
              <a:rPr lang="sl-SI"/>
              <a:t>Četrta raven</a:t>
            </a:r>
          </a:p>
          <a:p>
            <a:pPr lvl="4"/>
            <a:r>
              <a:rPr lang="sl-SI"/>
              <a:t>Peta raven</a:t>
            </a:r>
          </a:p>
        </p:txBody>
      </p:sp>
      <p:sp>
        <p:nvSpPr>
          <p:cNvPr id="7" name="Označba mesta datuma 6">
            <a:extLst>
              <a:ext uri="{FF2B5EF4-FFF2-40B4-BE49-F238E27FC236}">
                <a16:creationId xmlns:a16="http://schemas.microsoft.com/office/drawing/2014/main" id="{4F4F1853-F755-49FE-92C7-C05E946668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97B458-7746-4E38-93C9-2364CA79D665}" type="datetime1">
              <a:rPr lang="sl-SI" smtClean="0"/>
              <a:t>14. 04. 2022</a:t>
            </a:fld>
            <a:endParaRPr lang="sl-SI"/>
          </a:p>
        </p:txBody>
      </p:sp>
      <p:sp>
        <p:nvSpPr>
          <p:cNvPr id="8" name="Označba mesta noge 7">
            <a:extLst>
              <a:ext uri="{FF2B5EF4-FFF2-40B4-BE49-F238E27FC236}">
                <a16:creationId xmlns:a16="http://schemas.microsoft.com/office/drawing/2014/main" id="{45CA5D85-20D5-4074-A482-37B2F07B8D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l-SI"/>
          </a:p>
        </p:txBody>
      </p:sp>
      <p:sp>
        <p:nvSpPr>
          <p:cNvPr id="9" name="Označba mesta številke diapozitiva 8">
            <a:extLst>
              <a:ext uri="{FF2B5EF4-FFF2-40B4-BE49-F238E27FC236}">
                <a16:creationId xmlns:a16="http://schemas.microsoft.com/office/drawing/2014/main" id="{86356C8D-D158-4325-A11A-D6EEC47FF3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658395-0858-4046-BAB6-178FB2A7F14B}" type="slidenum">
              <a:rPr lang="sl-SI" smtClean="0"/>
              <a:t>‹#›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27453687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amo naslov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54942510-358D-421D-B330-A4C3D2E893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l-SI"/>
              <a:t>Kliknite, če želite urediti slog naslova matrice</a:t>
            </a:r>
          </a:p>
        </p:txBody>
      </p:sp>
      <p:sp>
        <p:nvSpPr>
          <p:cNvPr id="3" name="Označba mesta datuma 2">
            <a:extLst>
              <a:ext uri="{FF2B5EF4-FFF2-40B4-BE49-F238E27FC236}">
                <a16:creationId xmlns:a16="http://schemas.microsoft.com/office/drawing/2014/main" id="{826CCB1F-4755-4B16-9470-ACBAEAEAA8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3ED3AD-843C-4BBB-AEB5-3F8774D112B4}" type="datetime1">
              <a:rPr lang="sl-SI" smtClean="0"/>
              <a:t>14. 04. 2022</a:t>
            </a:fld>
            <a:endParaRPr lang="sl-SI"/>
          </a:p>
        </p:txBody>
      </p:sp>
      <p:sp>
        <p:nvSpPr>
          <p:cNvPr id="4" name="Označba mesta noge 3">
            <a:extLst>
              <a:ext uri="{FF2B5EF4-FFF2-40B4-BE49-F238E27FC236}">
                <a16:creationId xmlns:a16="http://schemas.microsoft.com/office/drawing/2014/main" id="{C3E58E3C-0FDD-4E57-9654-BA584CD9B3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l-SI"/>
          </a:p>
        </p:txBody>
      </p:sp>
      <p:sp>
        <p:nvSpPr>
          <p:cNvPr id="5" name="Označba mesta številke diapozitiva 4">
            <a:extLst>
              <a:ext uri="{FF2B5EF4-FFF2-40B4-BE49-F238E27FC236}">
                <a16:creationId xmlns:a16="http://schemas.microsoft.com/office/drawing/2014/main" id="{537F0580-4F5C-49F4-A7AB-B2F1C77EB3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658395-0858-4046-BAB6-178FB2A7F14B}" type="slidenum">
              <a:rPr lang="sl-SI" smtClean="0"/>
              <a:t>‹#›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1768805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az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značba mesta datuma 1">
            <a:extLst>
              <a:ext uri="{FF2B5EF4-FFF2-40B4-BE49-F238E27FC236}">
                <a16:creationId xmlns:a16="http://schemas.microsoft.com/office/drawing/2014/main" id="{EC37822A-CF93-4C0A-AFD8-E1F34B86CA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65EC7B-5D5C-4311-93D6-61421A96773A}" type="datetime1">
              <a:rPr lang="sl-SI" smtClean="0"/>
              <a:t>14. 04. 2022</a:t>
            </a:fld>
            <a:endParaRPr lang="sl-SI"/>
          </a:p>
        </p:txBody>
      </p:sp>
      <p:sp>
        <p:nvSpPr>
          <p:cNvPr id="3" name="Označba mesta noge 2">
            <a:extLst>
              <a:ext uri="{FF2B5EF4-FFF2-40B4-BE49-F238E27FC236}">
                <a16:creationId xmlns:a16="http://schemas.microsoft.com/office/drawing/2014/main" id="{95AB7FED-11B6-4E83-8612-97305C21CE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l-SI"/>
          </a:p>
        </p:txBody>
      </p:sp>
      <p:sp>
        <p:nvSpPr>
          <p:cNvPr id="4" name="Označba mesta številke diapozitiva 3">
            <a:extLst>
              <a:ext uri="{FF2B5EF4-FFF2-40B4-BE49-F238E27FC236}">
                <a16:creationId xmlns:a16="http://schemas.microsoft.com/office/drawing/2014/main" id="{B632E7EF-5D28-4FAA-B528-4F18FD677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658395-0858-4046-BAB6-178FB2A7F14B}" type="slidenum">
              <a:rPr lang="sl-SI" smtClean="0"/>
              <a:t>‹#›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37177059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Vsebina z naslov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16A6EFB5-D777-400A-BE26-2C9492C79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sl-SI"/>
              <a:t>Kliknite, če želite urediti slog naslova matrice</a:t>
            </a:r>
          </a:p>
        </p:txBody>
      </p:sp>
      <p:sp>
        <p:nvSpPr>
          <p:cNvPr id="3" name="Označba mesta vsebine 2">
            <a:extLst>
              <a:ext uri="{FF2B5EF4-FFF2-40B4-BE49-F238E27FC236}">
                <a16:creationId xmlns:a16="http://schemas.microsoft.com/office/drawing/2014/main" id="{49AAB80C-68F0-40AE-8673-2368356D3B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sl-SI"/>
              <a:t>Kliknite za urejanje slogov besedila matrice</a:t>
            </a:r>
          </a:p>
          <a:p>
            <a:pPr lvl="1"/>
            <a:r>
              <a:rPr lang="sl-SI"/>
              <a:t>Druga raven</a:t>
            </a:r>
          </a:p>
          <a:p>
            <a:pPr lvl="2"/>
            <a:r>
              <a:rPr lang="sl-SI"/>
              <a:t>Tretja raven</a:t>
            </a:r>
          </a:p>
          <a:p>
            <a:pPr lvl="3"/>
            <a:r>
              <a:rPr lang="sl-SI"/>
              <a:t>Četrta raven</a:t>
            </a:r>
          </a:p>
          <a:p>
            <a:pPr lvl="4"/>
            <a:r>
              <a:rPr lang="sl-SI"/>
              <a:t>Peta raven</a:t>
            </a:r>
          </a:p>
        </p:txBody>
      </p:sp>
      <p:sp>
        <p:nvSpPr>
          <p:cNvPr id="4" name="Označba mesta besedila 3">
            <a:extLst>
              <a:ext uri="{FF2B5EF4-FFF2-40B4-BE49-F238E27FC236}">
                <a16:creationId xmlns:a16="http://schemas.microsoft.com/office/drawing/2014/main" id="{E14CFEEB-A9F2-45A4-9158-ACEE4B85E5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l-SI"/>
              <a:t>Kliknite za urejanje slogov besedila matrice</a:t>
            </a:r>
          </a:p>
        </p:txBody>
      </p:sp>
      <p:sp>
        <p:nvSpPr>
          <p:cNvPr id="5" name="Označba mesta datuma 4">
            <a:extLst>
              <a:ext uri="{FF2B5EF4-FFF2-40B4-BE49-F238E27FC236}">
                <a16:creationId xmlns:a16="http://schemas.microsoft.com/office/drawing/2014/main" id="{01F79932-998F-4C26-B4D5-F1420CD560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4E2CC-5107-4577-BC25-41FA1918EE4A}" type="datetime1">
              <a:rPr lang="sl-SI" smtClean="0"/>
              <a:t>14. 04. 2022</a:t>
            </a:fld>
            <a:endParaRPr lang="sl-SI"/>
          </a:p>
        </p:txBody>
      </p:sp>
      <p:sp>
        <p:nvSpPr>
          <p:cNvPr id="6" name="Označba mesta noge 5">
            <a:extLst>
              <a:ext uri="{FF2B5EF4-FFF2-40B4-BE49-F238E27FC236}">
                <a16:creationId xmlns:a16="http://schemas.microsoft.com/office/drawing/2014/main" id="{47FB5AB7-4EC9-4C8D-A4CA-83CBC977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l-SI"/>
          </a:p>
        </p:txBody>
      </p:sp>
      <p:sp>
        <p:nvSpPr>
          <p:cNvPr id="7" name="Označba mesta številke diapozitiva 6">
            <a:extLst>
              <a:ext uri="{FF2B5EF4-FFF2-40B4-BE49-F238E27FC236}">
                <a16:creationId xmlns:a16="http://schemas.microsoft.com/office/drawing/2014/main" id="{05E9AF04-21F2-418B-8205-B54E251DC1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658395-0858-4046-BAB6-178FB2A7F14B}" type="slidenum">
              <a:rPr lang="sl-SI" smtClean="0"/>
              <a:t>‹#›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3930544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Naslov in slik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2240E261-29E2-44DE-8A7F-A26D28221B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sl-SI"/>
              <a:t>Kliknite, če želite urediti slog naslova matrice</a:t>
            </a:r>
          </a:p>
        </p:txBody>
      </p:sp>
      <p:sp>
        <p:nvSpPr>
          <p:cNvPr id="3" name="Označba mesta slike 2">
            <a:extLst>
              <a:ext uri="{FF2B5EF4-FFF2-40B4-BE49-F238E27FC236}">
                <a16:creationId xmlns:a16="http://schemas.microsoft.com/office/drawing/2014/main" id="{97383E1B-2DF1-43CE-85FA-60BA34A9507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sl-SI"/>
          </a:p>
        </p:txBody>
      </p:sp>
      <p:sp>
        <p:nvSpPr>
          <p:cNvPr id="4" name="Označba mesta besedila 3">
            <a:extLst>
              <a:ext uri="{FF2B5EF4-FFF2-40B4-BE49-F238E27FC236}">
                <a16:creationId xmlns:a16="http://schemas.microsoft.com/office/drawing/2014/main" id="{AC8C094A-31C6-4FFC-B2A4-54C57684DC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l-SI"/>
              <a:t>Kliknite za urejanje slogov besedila matrice</a:t>
            </a:r>
          </a:p>
        </p:txBody>
      </p:sp>
      <p:sp>
        <p:nvSpPr>
          <p:cNvPr id="5" name="Označba mesta datuma 4">
            <a:extLst>
              <a:ext uri="{FF2B5EF4-FFF2-40B4-BE49-F238E27FC236}">
                <a16:creationId xmlns:a16="http://schemas.microsoft.com/office/drawing/2014/main" id="{9A7224F3-3A89-473C-8728-F03FE62319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427BA9-EF28-4817-A53F-50ECE5AC9F09}" type="datetime1">
              <a:rPr lang="sl-SI" smtClean="0"/>
              <a:t>14. 04. 2022</a:t>
            </a:fld>
            <a:endParaRPr lang="sl-SI"/>
          </a:p>
        </p:txBody>
      </p:sp>
      <p:sp>
        <p:nvSpPr>
          <p:cNvPr id="6" name="Označba mesta noge 5">
            <a:extLst>
              <a:ext uri="{FF2B5EF4-FFF2-40B4-BE49-F238E27FC236}">
                <a16:creationId xmlns:a16="http://schemas.microsoft.com/office/drawing/2014/main" id="{A4C0DBE8-A3FB-446D-AF4C-43E333D5AF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l-SI"/>
          </a:p>
        </p:txBody>
      </p:sp>
      <p:sp>
        <p:nvSpPr>
          <p:cNvPr id="7" name="Označba mesta številke diapozitiva 6">
            <a:extLst>
              <a:ext uri="{FF2B5EF4-FFF2-40B4-BE49-F238E27FC236}">
                <a16:creationId xmlns:a16="http://schemas.microsoft.com/office/drawing/2014/main" id="{F6A2C9F2-BE80-4516-B2E8-B9B6E19A73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658395-0858-4046-BAB6-178FB2A7F14B}" type="slidenum">
              <a:rPr lang="sl-SI" smtClean="0"/>
              <a:t>‹#›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20077492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slov in navpično besedi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BDB849C1-5B3B-4800-B0C9-E43746B0BD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l-SI"/>
              <a:t>Kliknite, če želite urediti slog naslova matrice</a:t>
            </a:r>
          </a:p>
        </p:txBody>
      </p:sp>
      <p:sp>
        <p:nvSpPr>
          <p:cNvPr id="3" name="Označba mesta navpičnega besedila 2">
            <a:extLst>
              <a:ext uri="{FF2B5EF4-FFF2-40B4-BE49-F238E27FC236}">
                <a16:creationId xmlns:a16="http://schemas.microsoft.com/office/drawing/2014/main" id="{A1835D80-44AD-4672-BA84-4FFFEE6A22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sl-SI"/>
              <a:t>Kliknite za urejanje slogov besedila matrice</a:t>
            </a:r>
          </a:p>
          <a:p>
            <a:pPr lvl="1"/>
            <a:r>
              <a:rPr lang="sl-SI"/>
              <a:t>Druga raven</a:t>
            </a:r>
          </a:p>
          <a:p>
            <a:pPr lvl="2"/>
            <a:r>
              <a:rPr lang="sl-SI"/>
              <a:t>Tretja raven</a:t>
            </a:r>
          </a:p>
          <a:p>
            <a:pPr lvl="3"/>
            <a:r>
              <a:rPr lang="sl-SI"/>
              <a:t>Četrta raven</a:t>
            </a:r>
          </a:p>
          <a:p>
            <a:pPr lvl="4"/>
            <a:r>
              <a:rPr lang="sl-SI"/>
              <a:t>Peta raven</a:t>
            </a:r>
          </a:p>
        </p:txBody>
      </p:sp>
      <p:sp>
        <p:nvSpPr>
          <p:cNvPr id="4" name="Označba mesta datuma 3">
            <a:extLst>
              <a:ext uri="{FF2B5EF4-FFF2-40B4-BE49-F238E27FC236}">
                <a16:creationId xmlns:a16="http://schemas.microsoft.com/office/drawing/2014/main" id="{3AA05B76-4E57-4AD6-ADD3-07BADEE49E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DCF640-D33E-4F67-9EAB-E94BCE00F3FC}" type="datetime1">
              <a:rPr lang="sl-SI" smtClean="0"/>
              <a:t>14. 04. 2022</a:t>
            </a:fld>
            <a:endParaRPr lang="sl-SI"/>
          </a:p>
        </p:txBody>
      </p:sp>
      <p:sp>
        <p:nvSpPr>
          <p:cNvPr id="5" name="Označba mesta noge 4">
            <a:extLst>
              <a:ext uri="{FF2B5EF4-FFF2-40B4-BE49-F238E27FC236}">
                <a16:creationId xmlns:a16="http://schemas.microsoft.com/office/drawing/2014/main" id="{C5F1722D-4F59-4990-84FD-062757C114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l-SI"/>
          </a:p>
        </p:txBody>
      </p:sp>
      <p:sp>
        <p:nvSpPr>
          <p:cNvPr id="6" name="Označba mesta številke diapozitiva 5">
            <a:extLst>
              <a:ext uri="{FF2B5EF4-FFF2-40B4-BE49-F238E27FC236}">
                <a16:creationId xmlns:a16="http://schemas.microsoft.com/office/drawing/2014/main" id="{897042A2-3CAB-44CA-B016-F969EA85C1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658395-0858-4046-BAB6-178FB2A7F14B}" type="slidenum">
              <a:rPr lang="sl-SI" smtClean="0"/>
              <a:t>‹#›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39073700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Navpični naslov in besedi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vpični naslov 1">
            <a:extLst>
              <a:ext uri="{FF2B5EF4-FFF2-40B4-BE49-F238E27FC236}">
                <a16:creationId xmlns:a16="http://schemas.microsoft.com/office/drawing/2014/main" id="{F80D2B4E-3F88-4F5B-86B4-E1D40B14D7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sl-SI"/>
              <a:t>Kliknite, če želite urediti slog naslova matrice</a:t>
            </a:r>
          </a:p>
        </p:txBody>
      </p:sp>
      <p:sp>
        <p:nvSpPr>
          <p:cNvPr id="3" name="Označba mesta navpičnega besedila 2">
            <a:extLst>
              <a:ext uri="{FF2B5EF4-FFF2-40B4-BE49-F238E27FC236}">
                <a16:creationId xmlns:a16="http://schemas.microsoft.com/office/drawing/2014/main" id="{D82353E9-1BA0-4314-98BE-D9C63D13722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sl-SI"/>
              <a:t>Kliknite za urejanje slogov besedila matrice</a:t>
            </a:r>
          </a:p>
          <a:p>
            <a:pPr lvl="1"/>
            <a:r>
              <a:rPr lang="sl-SI"/>
              <a:t>Druga raven</a:t>
            </a:r>
          </a:p>
          <a:p>
            <a:pPr lvl="2"/>
            <a:r>
              <a:rPr lang="sl-SI"/>
              <a:t>Tretja raven</a:t>
            </a:r>
          </a:p>
          <a:p>
            <a:pPr lvl="3"/>
            <a:r>
              <a:rPr lang="sl-SI"/>
              <a:t>Četrta raven</a:t>
            </a:r>
          </a:p>
          <a:p>
            <a:pPr lvl="4"/>
            <a:r>
              <a:rPr lang="sl-SI"/>
              <a:t>Peta raven</a:t>
            </a:r>
          </a:p>
        </p:txBody>
      </p:sp>
      <p:sp>
        <p:nvSpPr>
          <p:cNvPr id="4" name="Označba mesta datuma 3">
            <a:extLst>
              <a:ext uri="{FF2B5EF4-FFF2-40B4-BE49-F238E27FC236}">
                <a16:creationId xmlns:a16="http://schemas.microsoft.com/office/drawing/2014/main" id="{F2A5E5B7-3633-4892-8DCA-D01BDF0ED3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735167-1F5A-475D-9616-850BB40C41DC}" type="datetime1">
              <a:rPr lang="sl-SI" smtClean="0"/>
              <a:t>14. 04. 2022</a:t>
            </a:fld>
            <a:endParaRPr lang="sl-SI"/>
          </a:p>
        </p:txBody>
      </p:sp>
      <p:sp>
        <p:nvSpPr>
          <p:cNvPr id="5" name="Označba mesta noge 4">
            <a:extLst>
              <a:ext uri="{FF2B5EF4-FFF2-40B4-BE49-F238E27FC236}">
                <a16:creationId xmlns:a16="http://schemas.microsoft.com/office/drawing/2014/main" id="{8A282688-7701-40C0-9807-627A2503E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l-SI"/>
          </a:p>
        </p:txBody>
      </p:sp>
      <p:sp>
        <p:nvSpPr>
          <p:cNvPr id="6" name="Označba mesta številke diapozitiva 5">
            <a:extLst>
              <a:ext uri="{FF2B5EF4-FFF2-40B4-BE49-F238E27FC236}">
                <a16:creationId xmlns:a16="http://schemas.microsoft.com/office/drawing/2014/main" id="{B1F78D97-010D-420D-B3A9-B035333FDA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658395-0858-4046-BAB6-178FB2A7F14B}" type="slidenum">
              <a:rPr lang="sl-SI" smtClean="0"/>
              <a:t>‹#›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27944786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značba mesta naslova 1">
            <a:extLst>
              <a:ext uri="{FF2B5EF4-FFF2-40B4-BE49-F238E27FC236}">
                <a16:creationId xmlns:a16="http://schemas.microsoft.com/office/drawing/2014/main" id="{D8F8CC49-1378-4F3F-B59D-1A69A65485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sl-SI"/>
              <a:t>Kliknite, če želite urediti slog naslova matrice</a:t>
            </a:r>
          </a:p>
        </p:txBody>
      </p:sp>
      <p:sp>
        <p:nvSpPr>
          <p:cNvPr id="3" name="Označba mesta besedila 2">
            <a:extLst>
              <a:ext uri="{FF2B5EF4-FFF2-40B4-BE49-F238E27FC236}">
                <a16:creationId xmlns:a16="http://schemas.microsoft.com/office/drawing/2014/main" id="{A66EA9CE-2B8E-4475-A578-66DC54FE99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l-SI"/>
              <a:t>Kliknite za urejanje slogov besedila matrice</a:t>
            </a:r>
          </a:p>
          <a:p>
            <a:pPr lvl="1"/>
            <a:r>
              <a:rPr lang="sl-SI"/>
              <a:t>Druga raven</a:t>
            </a:r>
          </a:p>
          <a:p>
            <a:pPr lvl="2"/>
            <a:r>
              <a:rPr lang="sl-SI"/>
              <a:t>Tretja raven</a:t>
            </a:r>
          </a:p>
          <a:p>
            <a:pPr lvl="3"/>
            <a:r>
              <a:rPr lang="sl-SI"/>
              <a:t>Četrta raven</a:t>
            </a:r>
          </a:p>
          <a:p>
            <a:pPr lvl="4"/>
            <a:r>
              <a:rPr lang="sl-SI"/>
              <a:t>Peta raven</a:t>
            </a:r>
          </a:p>
        </p:txBody>
      </p:sp>
      <p:sp>
        <p:nvSpPr>
          <p:cNvPr id="4" name="Označba mesta datuma 3">
            <a:extLst>
              <a:ext uri="{FF2B5EF4-FFF2-40B4-BE49-F238E27FC236}">
                <a16:creationId xmlns:a16="http://schemas.microsoft.com/office/drawing/2014/main" id="{01FCBD9E-58FE-4905-AA34-81D3197EB7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F562519-ECC3-4463-A116-565D4AEA2FEE}" type="datetime1">
              <a:rPr lang="sl-SI" smtClean="0"/>
              <a:t>14. 04. 2022</a:t>
            </a:fld>
            <a:endParaRPr lang="sl-SI"/>
          </a:p>
        </p:txBody>
      </p:sp>
      <p:sp>
        <p:nvSpPr>
          <p:cNvPr id="5" name="Označba mesta noge 4">
            <a:extLst>
              <a:ext uri="{FF2B5EF4-FFF2-40B4-BE49-F238E27FC236}">
                <a16:creationId xmlns:a16="http://schemas.microsoft.com/office/drawing/2014/main" id="{CEF538BB-7C00-44E6-9380-47D84ACD94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sl-SI"/>
          </a:p>
        </p:txBody>
      </p:sp>
      <p:sp>
        <p:nvSpPr>
          <p:cNvPr id="6" name="Označba mesta številke diapozitiva 5">
            <a:extLst>
              <a:ext uri="{FF2B5EF4-FFF2-40B4-BE49-F238E27FC236}">
                <a16:creationId xmlns:a16="http://schemas.microsoft.com/office/drawing/2014/main" id="{537BE936-F085-4911-AC60-7BE0632432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658395-0858-4046-BAB6-178FB2A7F14B}" type="slidenum">
              <a:rPr lang="sl-SI" smtClean="0"/>
              <a:t>‹#›</a:t>
            </a:fld>
            <a:endParaRPr lang="sl-SI"/>
          </a:p>
        </p:txBody>
      </p:sp>
    </p:spTree>
    <p:extLst>
      <p:ext uri="{BB962C8B-B14F-4D97-AF65-F5344CB8AC3E}">
        <p14:creationId xmlns:p14="http://schemas.microsoft.com/office/powerpoint/2010/main" val="27141416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l-SI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F_F96E047F.xml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E_C901B684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microsoft.com/office/2018/10/relationships/comments" Target="../comments/modernComment_110_FAD9860D.xml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Relationship Id="rId9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microsoft.com/office/2018/10/relationships/comments" Target="../comments/modernComment_111_C1265F66.xml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2.png"/><Relationship Id="rId4" Type="http://schemas.openxmlformats.org/officeDocument/2006/relationships/image" Target="../media/image13.png"/><Relationship Id="rId9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13" Type="http://schemas.openxmlformats.org/officeDocument/2006/relationships/image" Target="../media/image26.png"/><Relationship Id="rId3" Type="http://schemas.microsoft.com/office/2018/10/relationships/comments" Target="../comments/modernComment_115_69ED7051.xml"/><Relationship Id="rId7" Type="http://schemas.openxmlformats.org/officeDocument/2006/relationships/image" Target="../media/image21.png"/><Relationship Id="rId12" Type="http://schemas.openxmlformats.org/officeDocument/2006/relationships/image" Target="../media/image2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11" Type="http://schemas.openxmlformats.org/officeDocument/2006/relationships/image" Target="../media/image2.png"/><Relationship Id="rId5" Type="http://schemas.openxmlformats.org/officeDocument/2006/relationships/image" Target="../media/image19.png"/><Relationship Id="rId10" Type="http://schemas.openxmlformats.org/officeDocument/2006/relationships/image" Target="../media/image24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Relationship Id="rId14" Type="http://schemas.openxmlformats.org/officeDocument/2006/relationships/image" Target="../media/image27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microsoft.com/office/2018/10/relationships/comments" Target="../comments/modernComment_117_A9D910F1.xml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11" Type="http://schemas.openxmlformats.org/officeDocument/2006/relationships/image" Target="../media/image34.png"/><Relationship Id="rId5" Type="http://schemas.openxmlformats.org/officeDocument/2006/relationships/image" Target="../media/image29.png"/><Relationship Id="rId10" Type="http://schemas.openxmlformats.org/officeDocument/2006/relationships/image" Target="../media/image33.png"/><Relationship Id="rId4" Type="http://schemas.openxmlformats.org/officeDocument/2006/relationships/image" Target="../media/image28.png"/><Relationship Id="rId9" Type="http://schemas.openxmlformats.org/officeDocument/2006/relationships/image" Target="../media/image3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microsoft.com/office/2018/10/relationships/comments" Target="../comments/modernComment_116_CE50F583.xml"/><Relationship Id="rId7" Type="http://schemas.openxmlformats.org/officeDocument/2006/relationships/image" Target="../media/image3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36.png"/><Relationship Id="rId10" Type="http://schemas.openxmlformats.org/officeDocument/2006/relationships/image" Target="../media/image40.png"/><Relationship Id="rId4" Type="http://schemas.openxmlformats.org/officeDocument/2006/relationships/image" Target="../media/image35.png"/><Relationship Id="rId9" Type="http://schemas.openxmlformats.org/officeDocument/2006/relationships/image" Target="../media/image39.png"/></Relationships>
</file>

<file path=ppt/slides/_rels/slide15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21_E14051A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16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8_9A12B3C3.xml"/><Relationship Id="rId7" Type="http://schemas.openxmlformats.org/officeDocument/2006/relationships/image" Target="../media/image4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9_E8B4A55E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openxmlformats.org/officeDocument/2006/relationships/image" Target="../media/image46.png"/></Relationships>
</file>

<file path=ppt/slides/_rels/slide18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A_3451E80B.xml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png"/><Relationship Id="rId3" Type="http://schemas.openxmlformats.org/officeDocument/2006/relationships/image" Target="../media/image50.png"/><Relationship Id="rId7" Type="http://schemas.openxmlformats.org/officeDocument/2006/relationships/image" Target="../media/image5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png"/><Relationship Id="rId5" Type="http://schemas.openxmlformats.org/officeDocument/2006/relationships/image" Target="../media/image2.png"/><Relationship Id="rId4" Type="http://schemas.openxmlformats.org/officeDocument/2006/relationships/image" Target="../media/image5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7" Type="http://schemas.openxmlformats.org/officeDocument/2006/relationships/image" Target="../media/image5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3.png"/><Relationship Id="rId3" Type="http://schemas.openxmlformats.org/officeDocument/2006/relationships/image" Target="../media/image59.PNG"/><Relationship Id="rId7" Type="http://schemas.openxmlformats.org/officeDocument/2006/relationships/image" Target="../media/image6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61.PNG"/><Relationship Id="rId10" Type="http://schemas.openxmlformats.org/officeDocument/2006/relationships/image" Target="../media/image65.png"/><Relationship Id="rId4" Type="http://schemas.openxmlformats.org/officeDocument/2006/relationships/image" Target="../media/image60.PNG"/><Relationship Id="rId9" Type="http://schemas.openxmlformats.org/officeDocument/2006/relationships/image" Target="../media/image6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odnaslov 2">
            <a:extLst>
              <a:ext uri="{FF2B5EF4-FFF2-40B4-BE49-F238E27FC236}">
                <a16:creationId xmlns:a16="http://schemas.microsoft.com/office/drawing/2014/main" id="{454E3BB4-99D4-4D73-914D-9E311F546EFE}"/>
              </a:ext>
            </a:extLst>
          </p:cNvPr>
          <p:cNvSpPr txBox="1">
            <a:spLocks/>
          </p:cNvSpPr>
          <p:nvPr/>
        </p:nvSpPr>
        <p:spPr>
          <a:xfrm>
            <a:off x="2895536" y="4547323"/>
            <a:ext cx="6400925" cy="9189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sl-SI" sz="2000" dirty="0"/>
          </a:p>
        </p:txBody>
      </p:sp>
      <p:sp>
        <p:nvSpPr>
          <p:cNvPr id="6" name="PoljeZBesedilom 5">
            <a:extLst>
              <a:ext uri="{FF2B5EF4-FFF2-40B4-BE49-F238E27FC236}">
                <a16:creationId xmlns:a16="http://schemas.microsoft.com/office/drawing/2014/main" id="{E82744B7-692C-4BF4-9CDE-E39040EB63DB}"/>
              </a:ext>
            </a:extLst>
          </p:cNvPr>
          <p:cNvSpPr txBox="1"/>
          <p:nvPr/>
        </p:nvSpPr>
        <p:spPr>
          <a:xfrm>
            <a:off x="741616" y="5304935"/>
            <a:ext cx="21539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l-SI" sz="2000" b="0" i="0" u="none" strike="noStrike" baseline="0" dirty="0">
                <a:latin typeface="CMR17"/>
              </a:rPr>
              <a:t>Miha O</a:t>
            </a:r>
            <a:r>
              <a:rPr lang="en-US" sz="2000" dirty="0">
                <a:latin typeface="CMR17"/>
              </a:rPr>
              <a:t>ž</a:t>
            </a:r>
            <a:r>
              <a:rPr lang="sl-SI" sz="2000" b="0" i="0" u="none" strike="noStrike" baseline="0" dirty="0" err="1">
                <a:latin typeface="CMR17"/>
              </a:rPr>
              <a:t>bot</a:t>
            </a:r>
            <a:endParaRPr lang="sl-SI" sz="2000" dirty="0"/>
          </a:p>
        </p:txBody>
      </p:sp>
      <p:sp>
        <p:nvSpPr>
          <p:cNvPr id="7" name="PoljeZBesedilom 6">
            <a:extLst>
              <a:ext uri="{FF2B5EF4-FFF2-40B4-BE49-F238E27FC236}">
                <a16:creationId xmlns:a16="http://schemas.microsoft.com/office/drawing/2014/main" id="{C6D9A6BD-2F85-4AC9-8AA3-AFA6C58DCEBF}"/>
              </a:ext>
            </a:extLst>
          </p:cNvPr>
          <p:cNvSpPr txBox="1"/>
          <p:nvPr/>
        </p:nvSpPr>
        <p:spPr>
          <a:xfrm>
            <a:off x="741616" y="5823762"/>
            <a:ext cx="564802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l-SI" sz="2000" b="0" i="0" u="none" strike="noStrike" baseline="0" dirty="0">
                <a:latin typeface="CMR12"/>
              </a:rPr>
              <a:t>Mentor: prof. dr. Igor </a:t>
            </a:r>
            <a:r>
              <a:rPr lang="en-US" sz="2000" dirty="0">
                <a:latin typeface="CMR12"/>
              </a:rPr>
              <a:t>Š</a:t>
            </a:r>
            <a:r>
              <a:rPr lang="sl-SI" sz="2000" b="0" i="0" u="none" strike="noStrike" baseline="0" dirty="0" err="1">
                <a:latin typeface="CMR12"/>
              </a:rPr>
              <a:t>krjanc</a:t>
            </a:r>
            <a:r>
              <a:rPr lang="sl-SI" sz="2000" b="0" i="0" u="none" strike="noStrike" baseline="0" dirty="0">
                <a:latin typeface="CMR12"/>
              </a:rPr>
              <a:t>, univ. dipl. In</a:t>
            </a:r>
            <a:r>
              <a:rPr lang="en-US" sz="2000" dirty="0">
                <a:latin typeface="CMR12"/>
              </a:rPr>
              <a:t>ž.</a:t>
            </a:r>
            <a:r>
              <a:rPr lang="sl-SI" sz="2000" b="0" i="0" u="none" strike="noStrike" baseline="0" dirty="0">
                <a:latin typeface="CMR12"/>
              </a:rPr>
              <a:t> el.</a:t>
            </a:r>
            <a:endParaRPr lang="sl-SI" sz="2000" dirty="0"/>
          </a:p>
        </p:txBody>
      </p:sp>
      <p:pic>
        <p:nvPicPr>
          <p:cNvPr id="8" name="Slika 7">
            <a:extLst>
              <a:ext uri="{FF2B5EF4-FFF2-40B4-BE49-F238E27FC236}">
                <a16:creationId xmlns:a16="http://schemas.microsoft.com/office/drawing/2014/main" id="{A74E07DE-D6ED-4615-9AC8-958D66DC106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99611" y="445641"/>
            <a:ext cx="2180053" cy="1877765"/>
          </a:xfrm>
          <a:prstGeom prst="rect">
            <a:avLst/>
          </a:prstGeom>
        </p:spPr>
      </p:pic>
      <p:sp>
        <p:nvSpPr>
          <p:cNvPr id="9" name="PoljeZBesedilom 8">
            <a:extLst>
              <a:ext uri="{FF2B5EF4-FFF2-40B4-BE49-F238E27FC236}">
                <a16:creationId xmlns:a16="http://schemas.microsoft.com/office/drawing/2014/main" id="{6DA218C9-C330-4154-AE98-7F01B3DE7357}"/>
              </a:ext>
            </a:extLst>
          </p:cNvPr>
          <p:cNvSpPr txBox="1"/>
          <p:nvPr/>
        </p:nvSpPr>
        <p:spPr>
          <a:xfrm>
            <a:off x="9113179" y="5823762"/>
            <a:ext cx="29865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MR12"/>
              </a:rPr>
              <a:t>Ljubljana, </a:t>
            </a:r>
            <a:r>
              <a:rPr lang="sl-SI" sz="2000" dirty="0">
                <a:latin typeface="CMR12"/>
              </a:rPr>
              <a:t>14. april </a:t>
            </a:r>
            <a:r>
              <a:rPr lang="en-US" sz="2000" dirty="0">
                <a:latin typeface="CMR12"/>
              </a:rPr>
              <a:t>202</a:t>
            </a:r>
            <a:r>
              <a:rPr lang="sl-SI" sz="2000" dirty="0">
                <a:latin typeface="CMR12"/>
              </a:rPr>
              <a:t>2</a:t>
            </a:r>
            <a:endParaRPr lang="sl-SI" sz="2000" dirty="0"/>
          </a:p>
        </p:txBody>
      </p:sp>
      <p:sp>
        <p:nvSpPr>
          <p:cNvPr id="13" name="PoljeZBesedilom 12">
            <a:extLst>
              <a:ext uri="{FF2B5EF4-FFF2-40B4-BE49-F238E27FC236}">
                <a16:creationId xmlns:a16="http://schemas.microsoft.com/office/drawing/2014/main" id="{D1708218-1CC5-4DF6-926B-EA887227088E}"/>
              </a:ext>
            </a:extLst>
          </p:cNvPr>
          <p:cNvSpPr txBox="1"/>
          <p:nvPr/>
        </p:nvSpPr>
        <p:spPr>
          <a:xfrm>
            <a:off x="1053771" y="2555841"/>
            <a:ext cx="10671735" cy="21544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l-SI" sz="4800" dirty="0" err="1">
                <a:effectLst/>
                <a:latin typeface="+mj-lt"/>
                <a:ea typeface="Calibri" panose="020F0502020204030204" pitchFamily="34" charset="0"/>
              </a:rPr>
              <a:t>Samorazvijajoči</a:t>
            </a:r>
            <a:r>
              <a:rPr lang="sl-SI" sz="4800" dirty="0">
                <a:effectLst/>
                <a:latin typeface="+mj-lt"/>
                <a:ea typeface="Calibri" panose="020F0502020204030204" pitchFamily="34" charset="0"/>
              </a:rPr>
              <a:t> se sistemi na podlagi toka podatkov v modeliranju in vodenju</a:t>
            </a:r>
          </a:p>
          <a:p>
            <a:pPr algn="ctr"/>
            <a:br>
              <a:rPr lang="sl-SI" dirty="0"/>
            </a:br>
            <a:r>
              <a:rPr lang="sl-SI" sz="2000" dirty="0"/>
              <a:t>Seminarska naloga 1</a:t>
            </a:r>
            <a:endParaRPr lang="sl-SI" dirty="0"/>
          </a:p>
        </p:txBody>
      </p:sp>
      <p:pic>
        <p:nvPicPr>
          <p:cNvPr id="15" name="Slika 14">
            <a:extLst>
              <a:ext uri="{FF2B5EF4-FFF2-40B4-BE49-F238E27FC236}">
                <a16:creationId xmlns:a16="http://schemas.microsoft.com/office/drawing/2014/main" id="{AC4A757F-79FE-4EAF-B0B9-7FF99122315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1704" y="130556"/>
            <a:ext cx="1168059" cy="487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4916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78" name="Rectangle 124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slov 1">
            <a:extLst>
              <a:ext uri="{FF2B5EF4-FFF2-40B4-BE49-F238E27FC236}">
                <a16:creationId xmlns:a16="http://schemas.microsoft.com/office/drawing/2014/main" id="{8136DCA3-1C99-4E16-B8D6-3B1003181F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sl-SI" sz="5000">
                <a:effectLst/>
                <a:latin typeface="+mj-lt"/>
                <a:ea typeface="Calibri" panose="020F0502020204030204" pitchFamily="34" charset="0"/>
              </a:rPr>
              <a:t>Samorazvijajoči se (inteligentni) sistemi</a:t>
            </a:r>
            <a:endParaRPr lang="sl-SI" sz="5000"/>
          </a:p>
        </p:txBody>
      </p:sp>
      <p:sp>
        <p:nvSpPr>
          <p:cNvPr id="127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6" name="Označba mesta vsebine 2">
            <a:extLst>
              <a:ext uri="{FF2B5EF4-FFF2-40B4-BE49-F238E27FC236}">
                <a16:creationId xmlns:a16="http://schemas.microsoft.com/office/drawing/2014/main" id="{E0BEF5DF-8F40-4BAD-97E9-BA7D1BA9D3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pPr>
              <a:spcAft>
                <a:spcPts val="800"/>
              </a:spcAft>
            </a:pPr>
            <a:r>
              <a:rPr lang="sl-SI" sz="1800" b="1" dirty="0" err="1">
                <a:effectLst/>
                <a:ea typeface="Calibri" panose="020F0502020204030204" pitchFamily="34" charset="0"/>
              </a:rPr>
              <a:t>Samorazvijajoči</a:t>
            </a:r>
            <a:r>
              <a:rPr lang="sl-SI" sz="1800" b="1" dirty="0">
                <a:effectLst/>
                <a:ea typeface="Calibri" panose="020F0502020204030204" pitchFamily="34" charset="0"/>
              </a:rPr>
              <a:t> se (</a:t>
            </a:r>
            <a:r>
              <a:rPr lang="sl-SI" sz="1800" b="1" dirty="0"/>
              <a:t>inteligentni</a:t>
            </a:r>
            <a:r>
              <a:rPr lang="sl-SI" sz="1800" b="1" dirty="0">
                <a:effectLst/>
                <a:ea typeface="Calibri" panose="020F0502020204030204" pitchFamily="34" charset="0"/>
              </a:rPr>
              <a:t>) sistemi </a:t>
            </a:r>
            <a:r>
              <a:rPr lang="sl-SI" sz="1800" dirty="0">
                <a:effectLst/>
                <a:ea typeface="Calibri" panose="020F0502020204030204" pitchFamily="34" charset="0"/>
              </a:rPr>
              <a:t>(</a:t>
            </a:r>
            <a:r>
              <a:rPr lang="en-US" sz="1800" i="1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evolving </a:t>
            </a:r>
            <a:r>
              <a:rPr lang="sl-SI" sz="1800" i="1" dirty="0"/>
              <a:t>inteligent</a:t>
            </a:r>
            <a:r>
              <a:rPr lang="sl-SI" sz="18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i="1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systems</a:t>
            </a:r>
            <a:r>
              <a:rPr lang="sl-SI" sz="18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)</a:t>
            </a:r>
            <a:r>
              <a:rPr lang="en-US" sz="18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18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adaptirajo (</a:t>
            </a:r>
            <a:r>
              <a:rPr lang="en-US" sz="1800" i="1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adapt</a:t>
            </a:r>
            <a:r>
              <a:rPr lang="sl-SI" sz="18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) tako </a:t>
            </a:r>
            <a:r>
              <a:rPr lang="sl-SI" sz="1800" dirty="0">
                <a:ea typeface="Calibri" panose="020F0502020204030204" pitchFamily="34" charset="0"/>
                <a:cs typeface="Times New Roman" panose="02020603050405020304" pitchFamily="18" charset="0"/>
              </a:rPr>
              <a:t>svoje </a:t>
            </a:r>
            <a:r>
              <a:rPr lang="sl-SI" sz="1800" b="1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parametre</a:t>
            </a:r>
            <a:r>
              <a:rPr lang="sl-SI" sz="18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kot tudi </a:t>
            </a:r>
            <a:r>
              <a:rPr lang="sl-SI" sz="1800" b="1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strukturo</a:t>
            </a:r>
            <a:r>
              <a:rPr lang="en-US" sz="18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1800" dirty="0">
                <a:ea typeface="Calibri" panose="020F0502020204030204" pitchFamily="34" charset="0"/>
                <a:cs typeface="Times New Roman" panose="02020603050405020304" pitchFamily="18" charset="0"/>
              </a:rPr>
              <a:t>z</a:t>
            </a:r>
            <a:r>
              <a:rPr lang="sl-SI" sz="18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1800" b="1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enkratnim prehodom</a:t>
            </a:r>
            <a:r>
              <a:rPr lang="sl-SI" sz="18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1800" dirty="0">
                <a:ea typeface="Calibri" panose="020F0502020204030204" pitchFamily="34" charset="0"/>
                <a:cs typeface="Times New Roman" panose="02020603050405020304" pitchFamily="18" charset="0"/>
              </a:rPr>
              <a:t>čez podatke </a:t>
            </a:r>
            <a:r>
              <a:rPr lang="sl-SI" sz="1800" i="1" dirty="0"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sz="1800" i="1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single-pass</a:t>
            </a:r>
            <a:r>
              <a:rPr lang="sl-SI" sz="1800" dirty="0">
                <a:ea typeface="Calibri" panose="020F0502020204030204" pitchFamily="34" charset="0"/>
                <a:cs typeface="Times New Roman" panose="02020603050405020304" pitchFamily="18" charset="0"/>
              </a:rPr>
              <a:t>) </a:t>
            </a:r>
            <a:r>
              <a:rPr lang="en-US" sz="18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[</a:t>
            </a:r>
            <a:r>
              <a:rPr lang="sl-SI" sz="18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1(</a:t>
            </a:r>
            <a:r>
              <a:rPr lang="sl-SI" sz="1800" dirty="0">
                <a:ea typeface="Calibri" panose="020F0502020204030204" pitchFamily="34" charset="0"/>
                <a:cs typeface="Times New Roman" panose="02020603050405020304" pitchFamily="18" charset="0"/>
              </a:rPr>
              <a:t>3)</a:t>
            </a:r>
            <a:r>
              <a:rPr lang="en-US" sz="18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] in </a:t>
            </a:r>
            <a:r>
              <a:rPr lang="sl-SI" sz="1800" b="1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v realnem času </a:t>
            </a:r>
            <a:r>
              <a:rPr lang="sl-SI" sz="18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sl-SI" sz="1800" i="1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real time</a:t>
            </a:r>
            <a:r>
              <a:rPr lang="sl-SI" sz="18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) </a:t>
            </a:r>
            <a:r>
              <a:rPr lang="en-US" sz="18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[</a:t>
            </a:r>
            <a:r>
              <a:rPr lang="sl-SI" sz="1800" dirty="0">
                <a:ea typeface="Calibri" panose="020F0502020204030204" pitchFamily="34" charset="0"/>
                <a:cs typeface="Times New Roman" panose="02020603050405020304" pitchFamily="18" charset="0"/>
              </a:rPr>
              <a:t>2(</a:t>
            </a:r>
            <a:r>
              <a:rPr lang="en-US" sz="18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43</a:t>
            </a:r>
            <a:r>
              <a:rPr lang="sl-SI" sz="18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)</a:t>
            </a:r>
            <a:r>
              <a:rPr lang="en-US" sz="18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].</a:t>
            </a:r>
            <a:r>
              <a:rPr lang="sl-SI" sz="18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</a:p>
          <a:p>
            <a:pPr>
              <a:spcAft>
                <a:spcPts val="800"/>
              </a:spcAft>
            </a:pPr>
            <a:r>
              <a:rPr lang="sl-SI" sz="1800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Okolje</a:t>
            </a:r>
            <a:r>
              <a:rPr lang="sl-SI" sz="1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(</a:t>
            </a:r>
            <a:r>
              <a:rPr lang="sl-SI" sz="1800" i="1" dirty="0" err="1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environment</a:t>
            </a:r>
            <a:r>
              <a:rPr lang="sl-SI" sz="1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), v katerem gradimo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samorazvijajoči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1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model, je </a:t>
            </a:r>
            <a:r>
              <a:rPr lang="sl-SI" sz="1800" b="1" dirty="0" err="1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nezanano</a:t>
            </a:r>
            <a:r>
              <a:rPr lang="sl-SI" sz="1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in model je 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zgrajen </a:t>
            </a:r>
            <a:r>
              <a:rPr lang="sl-SI" sz="18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brez a priori informacij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(središča rojev, števila pravil itd.).</a:t>
            </a:r>
            <a:endParaRPr lang="sl-SI" sz="18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800"/>
              </a:spcAft>
            </a:pPr>
            <a:r>
              <a:rPr lang="sl-SI" sz="1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Strukturo lahko sestavljajo: </a:t>
            </a:r>
            <a:r>
              <a:rPr lang="sl-SI" sz="1800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mehka pravila</a:t>
            </a:r>
            <a:r>
              <a:rPr lang="sl-SI" sz="1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(</a:t>
            </a:r>
            <a:r>
              <a:rPr lang="sl-SI" sz="1800" i="1" dirty="0" err="1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fuzzy</a:t>
            </a:r>
            <a:r>
              <a:rPr lang="sl-SI" sz="1800" i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1800" i="1" dirty="0" err="1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rules</a:t>
            </a:r>
            <a:r>
              <a:rPr lang="sl-SI" sz="1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 [1(3),3(5)], </a:t>
            </a:r>
            <a:r>
              <a:rPr lang="sl-SI" sz="1800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informacijske granule </a:t>
            </a:r>
            <a:r>
              <a:rPr lang="sl-SI" sz="1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sl-SI" sz="1800" i="1" dirty="0" err="1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information</a:t>
            </a:r>
            <a:r>
              <a:rPr lang="sl-SI" sz="1800" i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1800" i="1" dirty="0" err="1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granules</a:t>
            </a:r>
            <a:r>
              <a:rPr lang="sl-SI" sz="1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 [4(7),5 (11)], </a:t>
            </a:r>
            <a:r>
              <a:rPr lang="sl-SI" sz="1800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nevroni</a:t>
            </a:r>
            <a:r>
              <a:rPr lang="sl-SI" sz="1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(</a:t>
            </a:r>
            <a:r>
              <a:rPr lang="sl-SI" sz="1800" i="1" dirty="0" err="1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neurons</a:t>
            </a:r>
            <a:r>
              <a:rPr lang="sl-SI" sz="1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 [6(10)], </a:t>
            </a:r>
            <a:r>
              <a:rPr lang="sl-SI" sz="1800" b="1" dirty="0"/>
              <a:t>odločitvena</a:t>
            </a:r>
            <a:r>
              <a:rPr lang="sl-SI" sz="1200" b="0" i="0" dirty="0">
                <a:solidFill>
                  <a:srgbClr val="000000"/>
                </a:solidFill>
                <a:effectLst/>
                <a:latin typeface="Verdana" panose="020B0604030504040204" pitchFamily="34" charset="0"/>
              </a:rPr>
              <a:t> </a:t>
            </a:r>
            <a:r>
              <a:rPr lang="sl-SI" sz="1800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drevesa</a:t>
            </a:r>
            <a:r>
              <a:rPr lang="sl-SI" sz="1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(</a:t>
            </a:r>
            <a:r>
              <a:rPr lang="sl-SI" sz="1800" i="1" dirty="0" err="1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decision</a:t>
            </a:r>
            <a:r>
              <a:rPr lang="sl-SI" sz="1800" i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1800" i="1" dirty="0" err="1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tree</a:t>
            </a:r>
            <a:r>
              <a:rPr lang="sl-SI" sz="1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 [7(42)], </a:t>
            </a:r>
            <a:r>
              <a:rPr lang="sl-SI" sz="1800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intervalni modeli </a:t>
            </a:r>
            <a:r>
              <a:rPr lang="sl-SI" sz="1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sl-SI" sz="1800" i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interval</a:t>
            </a:r>
            <a:r>
              <a:rPr lang="sl-SI" sz="1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 idr. </a:t>
            </a:r>
          </a:p>
          <a:p>
            <a:pPr>
              <a:spcAft>
                <a:spcPts val="800"/>
              </a:spcAft>
            </a:pPr>
            <a:r>
              <a:rPr lang="sl-SI" sz="1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Te strukture so uporabljene zaradi večje </a:t>
            </a:r>
            <a:r>
              <a:rPr lang="sl-SI" sz="1800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transparentnosti</a:t>
            </a:r>
            <a:r>
              <a:rPr lang="sl-SI" sz="1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in </a:t>
            </a:r>
            <a:r>
              <a:rPr lang="sl-SI" sz="1800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lingvistične </a:t>
            </a:r>
            <a:r>
              <a:rPr lang="sl-SI" sz="1800" b="1" dirty="0" err="1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interpretabilnosti</a:t>
            </a:r>
            <a:r>
              <a:rPr lang="sl-SI" sz="1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od drugih modelov črne škatle (</a:t>
            </a:r>
            <a:r>
              <a:rPr lang="sl-SI" sz="1800" i="1" dirty="0" err="1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black-box</a:t>
            </a:r>
            <a:r>
              <a:rPr lang="sl-SI" sz="1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 [6(10)]. </a:t>
            </a:r>
          </a:p>
          <a:p>
            <a:pPr>
              <a:spcAft>
                <a:spcPts val="800"/>
              </a:spcAft>
            </a:pPr>
            <a:endParaRPr lang="sl-SI" sz="18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5" name="Slika 4">
            <a:extLst>
              <a:ext uri="{FF2B5EF4-FFF2-40B4-BE49-F238E27FC236}">
                <a16:creationId xmlns:a16="http://schemas.microsoft.com/office/drawing/2014/main" id="{38EB6AD1-FCB2-43A6-AD58-F89A152F907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1704" y="130556"/>
            <a:ext cx="1168059" cy="487300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278C075-9F0E-4B74-A73C-6BBE2DF00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658395-0858-4046-BAB6-178FB2A7F14B}" type="slidenum">
              <a:rPr lang="sl-SI" smtClean="0"/>
              <a:t>2</a:t>
            </a:fld>
            <a:endParaRPr lang="sl-SI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ED5F910-92AB-4FEF-8283-1ED6658F7DBE}"/>
              </a:ext>
            </a:extLst>
          </p:cNvPr>
          <p:cNvSpPr txBox="1"/>
          <p:nvPr/>
        </p:nvSpPr>
        <p:spPr>
          <a:xfrm>
            <a:off x="313044" y="5521146"/>
            <a:ext cx="1061866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[1][3] Angelov, P. P., &amp;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Filev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, D. P. (2004). An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Approach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to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Online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Identification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of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Takagi-Sugeno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Fuzzy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Models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. IEEE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Transactions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on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Systems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, Man,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Cybernetics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, Part B: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Cybernetics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, 34(1), 484–498.</a:t>
            </a:r>
          </a:p>
          <a:p>
            <a:r>
              <a:rPr lang="sl-SI" sz="900" dirty="0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[2]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[43] </a:t>
            </a:r>
            <a:r>
              <a:rPr lang="en-US" sz="900" dirty="0" err="1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Skrjanc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I. (2020). Cluster-Volume-Based Merging Approach for Incrementally Evolving Fuzzy Gaussian Clustering-</a:t>
            </a:r>
            <a:r>
              <a:rPr lang="en-US" sz="900" dirty="0" err="1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eGAUSS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+. </a:t>
            </a:r>
            <a:r>
              <a:rPr lang="en-US" sz="900" i="1" dirty="0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IEEE Transactions on Fuzzy Systems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900" i="1" dirty="0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28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(9), 2222–2231. </a:t>
            </a:r>
            <a:endParaRPr lang="sl-SI" sz="900" dirty="0">
              <a:solidFill>
                <a:schemeClr val="bg1">
                  <a:lumMod val="50000"/>
                </a:schemeClr>
              </a:solidFill>
            </a:endParaRPr>
          </a:p>
          <a:p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[3][5] Dovžan, D., Logar, V., &amp; Škrjanc, I. (2015).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Implementation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of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an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Evolving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Fuzzy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Model (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eFuMo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) in a Monitoring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System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for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a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Waste-Water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Treatment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Process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. IEEE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Transactions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on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Fuzzy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Systems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, 23(5), 1761–1776.</a:t>
            </a:r>
          </a:p>
          <a:p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[4][7]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Leite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, D., Andonovski, G.,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Skrjanc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, I., &amp;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Gomide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, F. (2020).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Optimal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rule-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based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granular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systems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from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data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streams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. IEEE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Transactions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on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Fuzzy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Systems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, 28(3), 583–596.</a:t>
            </a:r>
          </a:p>
          <a:p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[5][11]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Leite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, D., Costa, P., &amp;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Gomide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, F. (2010).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Granular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Approach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for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Evolving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System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Modeling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.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Lecture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Notes in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Computer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Science (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Including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Subseries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Lecture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Notes in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Artificial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Intelligence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Lecture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Notes in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Bioinformatics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), 6178 LNAI, 340–349.</a:t>
            </a:r>
          </a:p>
          <a:p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[6][10]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Leite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, D., Škrjanc, I., &amp;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Gomide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, F. (2020). An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overview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on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evolving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systems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learning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from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stream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data.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Evolving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Systems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, 11(2), 181–198. </a:t>
            </a:r>
          </a:p>
          <a:p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[7][42]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Lemos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, A.,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Caminhas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, W., &amp;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Gomide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, F. (2010).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Evolving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fuzzy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linear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regression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trees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. 2010 IEEE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World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Congress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on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Computational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Intelligence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, WCCI 2010. </a:t>
            </a:r>
          </a:p>
        </p:txBody>
      </p:sp>
    </p:spTree>
    <p:extLst>
      <p:ext uri="{BB962C8B-B14F-4D97-AF65-F5344CB8AC3E}">
        <p14:creationId xmlns:p14="http://schemas.microsoft.com/office/powerpoint/2010/main" val="39043986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7" name="Rectangle 106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slov 1">
            <a:extLst>
              <a:ext uri="{FF2B5EF4-FFF2-40B4-BE49-F238E27FC236}">
                <a16:creationId xmlns:a16="http://schemas.microsoft.com/office/drawing/2014/main" id="{8028B34C-71DF-4C39-AB40-22F05570FE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sl-SI" sz="5000">
                <a:effectLst/>
                <a:latin typeface="+mj-lt"/>
                <a:ea typeface="Calibri" panose="020F0502020204030204" pitchFamily="34" charset="0"/>
              </a:rPr>
              <a:t>Samorazvijajoči se (inteligentni) sistemi</a:t>
            </a:r>
            <a:endParaRPr lang="sl-SI" sz="5000"/>
          </a:p>
        </p:txBody>
      </p:sp>
      <p:sp>
        <p:nvSpPr>
          <p:cNvPr id="168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6" name="Označba mesta vsebine 2">
            <a:extLst>
              <a:ext uri="{FF2B5EF4-FFF2-40B4-BE49-F238E27FC236}">
                <a16:creationId xmlns:a16="http://schemas.microsoft.com/office/drawing/2014/main" id="{B8D13A2C-0815-46E8-A56B-7231923908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pPr>
              <a:spcAft>
                <a:spcPts val="800"/>
              </a:spcAft>
            </a:pPr>
            <a:r>
              <a:rPr lang="sl-SI" sz="1800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</a:t>
            </a:r>
            <a:r>
              <a:rPr lang="sl-SI" sz="18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odeliranje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sl-SI" sz="18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identifikacija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sl-SI" sz="18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sklepanje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(</a:t>
            </a:r>
            <a:r>
              <a:rPr lang="en-US" sz="1800" i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inference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), </a:t>
            </a:r>
            <a:r>
              <a:rPr lang="sl-SI" sz="18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vodenje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sl-SI" sz="18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napovedovanje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(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prediction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), </a:t>
            </a:r>
            <a:r>
              <a:rPr lang="sl-SI" sz="18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rojenje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(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clustering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), </a:t>
            </a:r>
            <a:r>
              <a:rPr lang="sl-SI" sz="18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klasifikacija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sl-SI" sz="18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odkrivanje napak 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sz="1800" i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fault detection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), </a:t>
            </a:r>
            <a:r>
              <a:rPr lang="sl-SI" sz="18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detekcija anomalij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sl-SI" sz="18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razpoznavanje slik 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sz="1800" i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image recognition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 []([10]), </a:t>
            </a:r>
            <a:r>
              <a:rPr lang="sl-SI" sz="18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podpora odločanju 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decision support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), </a:t>
            </a:r>
            <a:r>
              <a:rPr lang="sl-SI" sz="18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programski senzor 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soft sensor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</a:t>
            </a:r>
            <a:r>
              <a:rPr lang="sl-SI" sz="1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[8]([12]), </a:t>
            </a:r>
            <a:r>
              <a:rPr lang="sl-SI" sz="1800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samostojno</a:t>
            </a:r>
            <a:r>
              <a:rPr lang="sl-SI" sz="1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1800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kalibriranje senzorjev</a:t>
            </a:r>
            <a:r>
              <a:rPr lang="sl-SI" sz="1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(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self-calibrating sensors</a:t>
            </a:r>
            <a:r>
              <a:rPr lang="sl-SI" sz="1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</a:t>
            </a:r>
          </a:p>
          <a:p>
            <a:pPr>
              <a:spcAft>
                <a:spcPts val="800"/>
              </a:spcAft>
            </a:pPr>
            <a:r>
              <a:rPr lang="sl-SI" sz="1800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Monografije</a:t>
            </a:r>
            <a:r>
              <a:rPr lang="sl-SI" sz="1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: </a:t>
            </a:r>
          </a:p>
          <a:p>
            <a:pPr lvl="1">
              <a:spcAft>
                <a:spcPts val="800"/>
              </a:spcAft>
            </a:pPr>
            <a:r>
              <a:rPr lang="en-US" sz="1800" dirty="0">
                <a:ea typeface="Calibri" panose="020F0502020204030204" pitchFamily="34" charset="0"/>
                <a:cs typeface="Times New Roman" panose="02020603050405020304" pitchFamily="18" charset="0"/>
              </a:rPr>
              <a:t>Evolving Connectionist Systems (2007)</a:t>
            </a:r>
            <a:r>
              <a:rPr lang="sl-SI" sz="1800" dirty="0">
                <a:ea typeface="Calibri" panose="020F0502020204030204" pitchFamily="34" charset="0"/>
                <a:cs typeface="Times New Roman" panose="02020603050405020304" pitchFamily="18" charset="0"/>
              </a:rPr>
              <a:t>,</a:t>
            </a:r>
          </a:p>
          <a:p>
            <a:pPr lvl="1">
              <a:spcAft>
                <a:spcPts val="800"/>
              </a:spcAft>
            </a:pPr>
            <a:r>
              <a:rPr lang="en-US" sz="1800" dirty="0">
                <a:ea typeface="Calibri" panose="020F0502020204030204" pitchFamily="34" charset="0"/>
                <a:cs typeface="Times New Roman" panose="02020603050405020304" pitchFamily="18" charset="0"/>
              </a:rPr>
              <a:t>Evolving Intelligent System – Methodology and Applications (2010</a:t>
            </a:r>
            <a:r>
              <a:rPr lang="sl-SI" sz="1800" dirty="0">
                <a:ea typeface="Calibri" panose="020F0502020204030204" pitchFamily="34" charset="0"/>
                <a:cs typeface="Times New Roman" panose="02020603050405020304" pitchFamily="18" charset="0"/>
              </a:rPr>
              <a:t>), </a:t>
            </a:r>
          </a:p>
          <a:p>
            <a:pPr lvl="1">
              <a:spcAft>
                <a:spcPts val="800"/>
              </a:spcAft>
            </a:pPr>
            <a:r>
              <a:rPr lang="en-US" sz="1800" dirty="0">
                <a:ea typeface="Calibri" panose="020F0502020204030204" pitchFamily="34" charset="0"/>
                <a:cs typeface="Times New Roman" panose="02020603050405020304" pitchFamily="18" charset="0"/>
              </a:rPr>
              <a:t>Evolving Fuzzy Systems Methodologies, Advanced Concepts and Applications </a:t>
            </a:r>
            <a:r>
              <a:rPr lang="sl-SI" sz="1800" dirty="0"/>
              <a:t>(</a:t>
            </a:r>
            <a:r>
              <a:rPr lang="en-US" sz="18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2011)</a:t>
            </a:r>
            <a:endParaRPr lang="sl-SI" sz="1800" dirty="0"/>
          </a:p>
        </p:txBody>
      </p:sp>
      <p:pic>
        <p:nvPicPr>
          <p:cNvPr id="6" name="Slika 4">
            <a:extLst>
              <a:ext uri="{FF2B5EF4-FFF2-40B4-BE49-F238E27FC236}">
                <a16:creationId xmlns:a16="http://schemas.microsoft.com/office/drawing/2014/main" id="{E9DBEFD9-8734-45D4-BE7D-7FBA6CD50B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1704" y="130556"/>
            <a:ext cx="1168059" cy="487300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D8A32EE-BDD3-4BFE-987F-7ECA329C79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658395-0858-4046-BAB6-178FB2A7F14B}" type="slidenum">
              <a:rPr lang="sl-SI" smtClean="0"/>
              <a:t>3</a:t>
            </a:fld>
            <a:endParaRPr lang="sl-SI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CBCB694-F4D3-4289-A2F5-836A72C0514D}"/>
              </a:ext>
            </a:extLst>
          </p:cNvPr>
          <p:cNvSpPr txBox="1"/>
          <p:nvPr/>
        </p:nvSpPr>
        <p:spPr>
          <a:xfrm>
            <a:off x="296229" y="6350395"/>
            <a:ext cx="968597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[6] </a:t>
            </a:r>
            <a:r>
              <a:rPr lang="en-US" sz="900" dirty="0" err="1">
                <a:solidFill>
                  <a:schemeClr val="bg1">
                    <a:lumMod val="50000"/>
                  </a:schemeClr>
                </a:solidFill>
              </a:rPr>
              <a:t>Leite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</a:rPr>
              <a:t>, D., Škrjanc, I., &amp; </a:t>
            </a:r>
            <a:r>
              <a:rPr lang="en-US" sz="900" dirty="0" err="1">
                <a:solidFill>
                  <a:schemeClr val="bg1">
                    <a:lumMod val="50000"/>
                  </a:schemeClr>
                </a:solidFill>
              </a:rPr>
              <a:t>Gomide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</a:rPr>
              <a:t>, F.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a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</a:rPr>
              <a:t> (2020). An overview on evolving systems and learning from stream data. Evolving Systems, 11(2), 181–198. </a:t>
            </a:r>
          </a:p>
          <a:p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[8]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sz="900" dirty="0" err="1">
                <a:solidFill>
                  <a:schemeClr val="bg1">
                    <a:lumMod val="50000"/>
                  </a:schemeClr>
                </a:solidFill>
              </a:rPr>
              <a:t>Lughofer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</a:rPr>
              <a:t>, E. (2013). On-line assurance of interpretability criteria in evolving fuzzy systems – Achievements, new concepts and open issues. Information Sciences, 251, 22–46.</a:t>
            </a:r>
          </a:p>
        </p:txBody>
      </p:sp>
    </p:spTree>
    <p:extLst>
      <p:ext uri="{BB962C8B-B14F-4D97-AF65-F5344CB8AC3E}">
        <p14:creationId xmlns:p14="http://schemas.microsoft.com/office/powerpoint/2010/main" val="12391678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9" name="Rectangle 248">
            <a:extLst>
              <a:ext uri="{FF2B5EF4-FFF2-40B4-BE49-F238E27FC236}">
                <a16:creationId xmlns:a16="http://schemas.microsoft.com/office/drawing/2014/main" id="{777A147A-9ED8-46B4-8660-1B3C2AA880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slov 1">
            <a:extLst>
              <a:ext uri="{FF2B5EF4-FFF2-40B4-BE49-F238E27FC236}">
                <a16:creationId xmlns:a16="http://schemas.microsoft.com/office/drawing/2014/main" id="{9217D8F9-7FCF-404B-BCF5-61A08D8AA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548640"/>
            <a:ext cx="3600860" cy="5431536"/>
          </a:xfrm>
        </p:spPr>
        <p:txBody>
          <a:bodyPr>
            <a:normAutofit/>
          </a:bodyPr>
          <a:lstStyle/>
          <a:p>
            <a:r>
              <a:rPr lang="sl-SI" sz="5400" dirty="0">
                <a:ea typeface="Calibri" panose="020F0502020204030204" pitchFamily="34" charset="0"/>
              </a:rPr>
              <a:t>T</a:t>
            </a:r>
            <a:r>
              <a:rPr lang="sl-SI" sz="5400" dirty="0">
                <a:effectLst/>
                <a:latin typeface="+mj-lt"/>
                <a:ea typeface="Calibri" panose="020F0502020204030204" pitchFamily="34" charset="0"/>
              </a:rPr>
              <a:t>ok podatkov</a:t>
            </a:r>
            <a:endParaRPr lang="sl-SI" sz="5400" dirty="0"/>
          </a:p>
        </p:txBody>
      </p:sp>
      <p:sp>
        <p:nvSpPr>
          <p:cNvPr id="251" name="sketch line">
            <a:extLst>
              <a:ext uri="{FF2B5EF4-FFF2-40B4-BE49-F238E27FC236}">
                <a16:creationId xmlns:a16="http://schemas.microsoft.com/office/drawing/2014/main" id="{5D6C15A0-C087-4593-8414-2B4EC1CDC3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2543983" y="3258715"/>
            <a:ext cx="4480560" cy="18288"/>
          </a:xfrm>
          <a:custGeom>
            <a:avLst/>
            <a:gdLst>
              <a:gd name="connsiteX0" fmla="*/ 0 w 4480560"/>
              <a:gd name="connsiteY0" fmla="*/ 0 h 18288"/>
              <a:gd name="connsiteX1" fmla="*/ 595274 w 4480560"/>
              <a:gd name="connsiteY1" fmla="*/ 0 h 18288"/>
              <a:gd name="connsiteX2" fmla="*/ 1100938 w 4480560"/>
              <a:gd name="connsiteY2" fmla="*/ 0 h 18288"/>
              <a:gd name="connsiteX3" fmla="*/ 1651406 w 4480560"/>
              <a:gd name="connsiteY3" fmla="*/ 0 h 18288"/>
              <a:gd name="connsiteX4" fmla="*/ 2336292 w 4480560"/>
              <a:gd name="connsiteY4" fmla="*/ 0 h 18288"/>
              <a:gd name="connsiteX5" fmla="*/ 2931566 w 4480560"/>
              <a:gd name="connsiteY5" fmla="*/ 0 h 18288"/>
              <a:gd name="connsiteX6" fmla="*/ 3482035 w 4480560"/>
              <a:gd name="connsiteY6" fmla="*/ 0 h 18288"/>
              <a:gd name="connsiteX7" fmla="*/ 4480560 w 4480560"/>
              <a:gd name="connsiteY7" fmla="*/ 0 h 18288"/>
              <a:gd name="connsiteX8" fmla="*/ 4480560 w 4480560"/>
              <a:gd name="connsiteY8" fmla="*/ 18288 h 18288"/>
              <a:gd name="connsiteX9" fmla="*/ 3840480 w 4480560"/>
              <a:gd name="connsiteY9" fmla="*/ 18288 h 18288"/>
              <a:gd name="connsiteX10" fmla="*/ 3290011 w 4480560"/>
              <a:gd name="connsiteY10" fmla="*/ 18288 h 18288"/>
              <a:gd name="connsiteX11" fmla="*/ 2560320 w 4480560"/>
              <a:gd name="connsiteY11" fmla="*/ 18288 h 18288"/>
              <a:gd name="connsiteX12" fmla="*/ 1965046 w 4480560"/>
              <a:gd name="connsiteY12" fmla="*/ 18288 h 18288"/>
              <a:gd name="connsiteX13" fmla="*/ 1459382 w 4480560"/>
              <a:gd name="connsiteY13" fmla="*/ 18288 h 18288"/>
              <a:gd name="connsiteX14" fmla="*/ 774497 w 4480560"/>
              <a:gd name="connsiteY14" fmla="*/ 18288 h 18288"/>
              <a:gd name="connsiteX15" fmla="*/ 0 w 4480560"/>
              <a:gd name="connsiteY15" fmla="*/ 18288 h 18288"/>
              <a:gd name="connsiteX16" fmla="*/ 0 w 448056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480560" h="18288" fill="none" extrusionOk="0">
                <a:moveTo>
                  <a:pt x="0" y="0"/>
                </a:moveTo>
                <a:cubicBezTo>
                  <a:pt x="267821" y="8731"/>
                  <a:pt x="334105" y="2629"/>
                  <a:pt x="595274" y="0"/>
                </a:cubicBezTo>
                <a:cubicBezTo>
                  <a:pt x="856443" y="-2629"/>
                  <a:pt x="863808" y="-13353"/>
                  <a:pt x="1100938" y="0"/>
                </a:cubicBezTo>
                <a:cubicBezTo>
                  <a:pt x="1338068" y="13353"/>
                  <a:pt x="1431663" y="-25862"/>
                  <a:pt x="1651406" y="0"/>
                </a:cubicBezTo>
                <a:cubicBezTo>
                  <a:pt x="1871149" y="25862"/>
                  <a:pt x="2173163" y="23827"/>
                  <a:pt x="2336292" y="0"/>
                </a:cubicBezTo>
                <a:cubicBezTo>
                  <a:pt x="2499421" y="-23827"/>
                  <a:pt x="2720589" y="28148"/>
                  <a:pt x="2931566" y="0"/>
                </a:cubicBezTo>
                <a:cubicBezTo>
                  <a:pt x="3142543" y="-28148"/>
                  <a:pt x="3323630" y="27022"/>
                  <a:pt x="3482035" y="0"/>
                </a:cubicBezTo>
                <a:cubicBezTo>
                  <a:pt x="3640440" y="-27022"/>
                  <a:pt x="4012110" y="-20118"/>
                  <a:pt x="4480560" y="0"/>
                </a:cubicBezTo>
                <a:cubicBezTo>
                  <a:pt x="4480958" y="7429"/>
                  <a:pt x="4480540" y="10822"/>
                  <a:pt x="4480560" y="18288"/>
                </a:cubicBezTo>
                <a:cubicBezTo>
                  <a:pt x="4314132" y="14924"/>
                  <a:pt x="4028383" y="36632"/>
                  <a:pt x="3840480" y="18288"/>
                </a:cubicBezTo>
                <a:cubicBezTo>
                  <a:pt x="3652577" y="-56"/>
                  <a:pt x="3547615" y="2848"/>
                  <a:pt x="3290011" y="18288"/>
                </a:cubicBezTo>
                <a:cubicBezTo>
                  <a:pt x="3032407" y="33728"/>
                  <a:pt x="2830268" y="8719"/>
                  <a:pt x="2560320" y="18288"/>
                </a:cubicBezTo>
                <a:cubicBezTo>
                  <a:pt x="2290372" y="27857"/>
                  <a:pt x="2147422" y="6728"/>
                  <a:pt x="1965046" y="18288"/>
                </a:cubicBezTo>
                <a:cubicBezTo>
                  <a:pt x="1782670" y="29848"/>
                  <a:pt x="1689791" y="40680"/>
                  <a:pt x="1459382" y="18288"/>
                </a:cubicBezTo>
                <a:cubicBezTo>
                  <a:pt x="1228973" y="-4104"/>
                  <a:pt x="915486" y="36501"/>
                  <a:pt x="774497" y="18288"/>
                </a:cubicBezTo>
                <a:cubicBezTo>
                  <a:pt x="633508" y="75"/>
                  <a:pt x="361442" y="-11107"/>
                  <a:pt x="0" y="18288"/>
                </a:cubicBezTo>
                <a:cubicBezTo>
                  <a:pt x="-591" y="13205"/>
                  <a:pt x="-663" y="6329"/>
                  <a:pt x="0" y="0"/>
                </a:cubicBezTo>
                <a:close/>
              </a:path>
              <a:path w="4480560" h="18288" stroke="0" extrusionOk="0">
                <a:moveTo>
                  <a:pt x="0" y="0"/>
                </a:moveTo>
                <a:cubicBezTo>
                  <a:pt x="285465" y="225"/>
                  <a:pt x="322691" y="16223"/>
                  <a:pt x="595274" y="0"/>
                </a:cubicBezTo>
                <a:cubicBezTo>
                  <a:pt x="867857" y="-16223"/>
                  <a:pt x="989129" y="-11242"/>
                  <a:pt x="1100938" y="0"/>
                </a:cubicBezTo>
                <a:cubicBezTo>
                  <a:pt x="1212747" y="11242"/>
                  <a:pt x="1574350" y="-36410"/>
                  <a:pt x="1830629" y="0"/>
                </a:cubicBezTo>
                <a:cubicBezTo>
                  <a:pt x="2086908" y="36410"/>
                  <a:pt x="2180922" y="4645"/>
                  <a:pt x="2425903" y="0"/>
                </a:cubicBezTo>
                <a:cubicBezTo>
                  <a:pt x="2670884" y="-4645"/>
                  <a:pt x="2782024" y="22929"/>
                  <a:pt x="3021178" y="0"/>
                </a:cubicBezTo>
                <a:cubicBezTo>
                  <a:pt x="3260332" y="-22929"/>
                  <a:pt x="3456982" y="-1586"/>
                  <a:pt x="3750869" y="0"/>
                </a:cubicBezTo>
                <a:cubicBezTo>
                  <a:pt x="4044756" y="1586"/>
                  <a:pt x="4302726" y="17043"/>
                  <a:pt x="4480560" y="0"/>
                </a:cubicBezTo>
                <a:cubicBezTo>
                  <a:pt x="4479674" y="5429"/>
                  <a:pt x="4481381" y="14046"/>
                  <a:pt x="4480560" y="18288"/>
                </a:cubicBezTo>
                <a:cubicBezTo>
                  <a:pt x="4279652" y="-6850"/>
                  <a:pt x="4200762" y="41566"/>
                  <a:pt x="3930091" y="18288"/>
                </a:cubicBezTo>
                <a:cubicBezTo>
                  <a:pt x="3659420" y="-4990"/>
                  <a:pt x="3456052" y="22294"/>
                  <a:pt x="3290011" y="18288"/>
                </a:cubicBezTo>
                <a:cubicBezTo>
                  <a:pt x="3123970" y="14282"/>
                  <a:pt x="2882392" y="32818"/>
                  <a:pt x="2649931" y="18288"/>
                </a:cubicBezTo>
                <a:cubicBezTo>
                  <a:pt x="2417470" y="3758"/>
                  <a:pt x="2238426" y="7337"/>
                  <a:pt x="2054657" y="18288"/>
                </a:cubicBezTo>
                <a:cubicBezTo>
                  <a:pt x="1870888" y="29239"/>
                  <a:pt x="1566368" y="45040"/>
                  <a:pt x="1324966" y="18288"/>
                </a:cubicBezTo>
                <a:cubicBezTo>
                  <a:pt x="1083564" y="-8464"/>
                  <a:pt x="787410" y="10946"/>
                  <a:pt x="595274" y="18288"/>
                </a:cubicBezTo>
                <a:cubicBezTo>
                  <a:pt x="403138" y="25630"/>
                  <a:pt x="169622" y="10499"/>
                  <a:pt x="0" y="18288"/>
                </a:cubicBezTo>
                <a:cubicBezTo>
                  <a:pt x="668" y="13665"/>
                  <a:pt x="578" y="567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2" name="Označba mesta vsebine 2">
            <a:extLst>
              <a:ext uri="{FF2B5EF4-FFF2-40B4-BE49-F238E27FC236}">
                <a16:creationId xmlns:a16="http://schemas.microsoft.com/office/drawing/2014/main" id="{E5C10B8F-0F49-47BB-9E2B-012BBFAC83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26418" y="552091"/>
            <a:ext cx="6224335" cy="5431536"/>
          </a:xfrm>
        </p:spPr>
        <p:txBody>
          <a:bodyPr anchor="ctr">
            <a:normAutofit/>
          </a:bodyPr>
          <a:lstStyle/>
          <a:p>
            <a:pPr marL="0" lvl="0" indent="0">
              <a:buNone/>
            </a:pPr>
            <a:r>
              <a:rPr lang="sl-SI" sz="1800" b="1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Tok podatkov </a:t>
            </a:r>
            <a:r>
              <a:rPr lang="sl-SI" sz="1800" dirty="0">
                <a:effectLst/>
                <a:ea typeface="Calibri" panose="020F0502020204030204" pitchFamily="34" charset="0"/>
              </a:rPr>
              <a:t>(</a:t>
            </a:r>
            <a:r>
              <a:rPr lang="sl-SI" sz="1800" i="1" dirty="0">
                <a:effectLst/>
                <a:ea typeface="Calibri" panose="020F0502020204030204" pitchFamily="34" charset="0"/>
              </a:rPr>
              <a:t>data </a:t>
            </a:r>
            <a:r>
              <a:rPr lang="sl-SI" sz="1800" i="1" dirty="0" err="1">
                <a:effectLst/>
                <a:ea typeface="Calibri" panose="020F0502020204030204" pitchFamily="34" charset="0"/>
              </a:rPr>
              <a:t>stream</a:t>
            </a:r>
            <a:r>
              <a:rPr lang="sl-SI" sz="1800" dirty="0">
                <a:effectLst/>
                <a:ea typeface="Calibri" panose="020F0502020204030204" pitchFamily="34" charset="0"/>
              </a:rPr>
              <a:t>):</a:t>
            </a:r>
            <a:endParaRPr lang="sl-SI" sz="18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buFont typeface="+mj-lt"/>
              <a:buAutoNum type="romanUcPeriod"/>
            </a:pPr>
            <a:r>
              <a:rPr lang="sl-SI" sz="18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Podatki prihajajo</a:t>
            </a:r>
            <a:r>
              <a:rPr lang="sl-SI" sz="1800" b="1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sprotno </a:t>
            </a:r>
            <a:r>
              <a:rPr lang="sl-SI" sz="18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sl-SI" sz="1800" i="1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online</a:t>
            </a:r>
            <a:r>
              <a:rPr lang="sl-SI" sz="18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) in </a:t>
            </a:r>
            <a:r>
              <a:rPr lang="sl-SI" sz="1800" b="1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posamično </a:t>
            </a:r>
            <a:r>
              <a:rPr lang="sl-SI" sz="18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sl-SI" sz="1800" i="1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one-</a:t>
            </a:r>
            <a:r>
              <a:rPr lang="sl-SI" sz="1800" i="1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by</a:t>
            </a:r>
            <a:r>
              <a:rPr lang="sl-SI" sz="1800" i="1" dirty="0">
                <a:ea typeface="Calibri" panose="020F0502020204030204" pitchFamily="34" charset="0"/>
                <a:cs typeface="Times New Roman" panose="02020603050405020304" pitchFamily="18" charset="0"/>
              </a:rPr>
              <a:t>-</a:t>
            </a:r>
            <a:r>
              <a:rPr lang="sl-SI" sz="1800" i="1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one</a:t>
            </a:r>
            <a:r>
              <a:rPr lang="sl-SI" sz="18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)</a:t>
            </a:r>
          </a:p>
          <a:p>
            <a:pPr marL="342900" lvl="0" indent="-342900">
              <a:buFont typeface="+mj-lt"/>
              <a:buAutoNum type="romanUcPeriod"/>
            </a:pPr>
            <a:r>
              <a:rPr lang="sl-SI" sz="18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Podatki</a:t>
            </a:r>
            <a:r>
              <a:rPr lang="sl-SI" sz="1800" dirty="0">
                <a:ea typeface="Calibri" panose="020F0502020204030204" pitchFamily="34" charset="0"/>
                <a:cs typeface="Times New Roman" panose="02020603050405020304" pitchFamily="18" charset="0"/>
              </a:rPr>
              <a:t> se </a:t>
            </a:r>
            <a:r>
              <a:rPr lang="sl-SI" sz="1800" b="1" dirty="0">
                <a:ea typeface="Calibri" panose="020F0502020204030204" pitchFamily="34" charset="0"/>
                <a:cs typeface="Times New Roman" panose="02020603050405020304" pitchFamily="18" charset="0"/>
              </a:rPr>
              <a:t>generirajo, dokler je proces aktiven </a:t>
            </a:r>
            <a:r>
              <a:rPr lang="sl-SI" sz="1800" dirty="0">
                <a:ea typeface="Calibri" panose="020F0502020204030204" pitchFamily="34" charset="0"/>
                <a:cs typeface="Times New Roman" panose="02020603050405020304" pitchFamily="18" charset="0"/>
              </a:rPr>
              <a:t>in njihova </a:t>
            </a:r>
            <a:r>
              <a:rPr lang="sl-SI" sz="1800" b="1" dirty="0">
                <a:ea typeface="Calibri" panose="020F0502020204030204" pitchFamily="34" charset="0"/>
                <a:cs typeface="Times New Roman" panose="02020603050405020304" pitchFamily="18" charset="0"/>
              </a:rPr>
              <a:t>količina ni omejena</a:t>
            </a:r>
            <a:endParaRPr lang="sl-SI" sz="1800" b="1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buFont typeface="+mj-lt"/>
              <a:buAutoNum type="romanUcPeriod"/>
            </a:pPr>
            <a:r>
              <a:rPr lang="sl-SI" sz="1800" dirty="0">
                <a:ea typeface="Calibri" panose="020F0502020204030204" pitchFamily="34" charset="0"/>
                <a:cs typeface="Times New Roman" panose="02020603050405020304" pitchFamily="18" charset="0"/>
              </a:rPr>
              <a:t>Lastnosti podatkov so </a:t>
            </a:r>
            <a:r>
              <a:rPr lang="sl-SI" sz="1800" b="1" dirty="0">
                <a:ea typeface="Calibri" panose="020F0502020204030204" pitchFamily="34" charset="0"/>
                <a:cs typeface="Times New Roman" panose="02020603050405020304" pitchFamily="18" charset="0"/>
              </a:rPr>
              <a:t>časovno spremenljive </a:t>
            </a:r>
            <a:r>
              <a:rPr lang="sl-SI" sz="1800" dirty="0">
                <a:ea typeface="Calibri" panose="020F0502020204030204" pitchFamily="34" charset="0"/>
                <a:cs typeface="Times New Roman" panose="02020603050405020304" pitchFamily="18" charset="0"/>
              </a:rPr>
              <a:t>so podvržene konceptualnim</a:t>
            </a:r>
            <a:r>
              <a:rPr lang="sl-SI" sz="1800" b="1" dirty="0">
                <a:ea typeface="Calibri" panose="020F0502020204030204" pitchFamily="34" charset="0"/>
                <a:cs typeface="Times New Roman" panose="02020603050405020304" pitchFamily="18" charset="0"/>
              </a:rPr>
              <a:t> lezenjem </a:t>
            </a:r>
            <a:r>
              <a:rPr lang="sl-SI" sz="1800" dirty="0"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sl-SI" sz="1800" i="1" dirty="0" err="1">
                <a:ea typeface="Calibri" panose="020F0502020204030204" pitchFamily="34" charset="0"/>
                <a:cs typeface="Times New Roman" panose="02020603050405020304" pitchFamily="18" charset="0"/>
              </a:rPr>
              <a:t>drift</a:t>
            </a:r>
            <a:r>
              <a:rPr lang="sl-SI" sz="1800" dirty="0">
                <a:ea typeface="Calibri" panose="020F0502020204030204" pitchFamily="34" charset="0"/>
                <a:cs typeface="Times New Roman" panose="02020603050405020304" pitchFamily="18" charset="0"/>
              </a:rPr>
              <a:t>) in skočnim</a:t>
            </a:r>
            <a:r>
              <a:rPr lang="sl-SI" sz="1800" b="1" dirty="0">
                <a:ea typeface="Calibri" panose="020F0502020204030204" pitchFamily="34" charset="0"/>
                <a:cs typeface="Times New Roman" panose="02020603050405020304" pitchFamily="18" charset="0"/>
              </a:rPr>
              <a:t> pomikom </a:t>
            </a:r>
            <a:r>
              <a:rPr lang="sl-SI" sz="1800" dirty="0"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sl-SI" sz="1800" i="1" dirty="0">
                <a:ea typeface="Calibri" panose="020F0502020204030204" pitchFamily="34" charset="0"/>
                <a:cs typeface="Times New Roman" panose="02020603050405020304" pitchFamily="18" charset="0"/>
              </a:rPr>
              <a:t>shift</a:t>
            </a:r>
            <a:r>
              <a:rPr lang="sl-SI" sz="1800" dirty="0">
                <a:ea typeface="Calibri" panose="020F0502020204030204" pitchFamily="34" charset="0"/>
                <a:cs typeface="Times New Roman" panose="02020603050405020304" pitchFamily="18" charset="0"/>
              </a:rPr>
              <a:t>)</a:t>
            </a:r>
          </a:p>
          <a:p>
            <a:pPr marL="342900" indent="-342900">
              <a:buFont typeface="+mj-lt"/>
              <a:buAutoNum type="romanUcPeriod"/>
            </a:pPr>
            <a:r>
              <a:rPr lang="sl-SI" sz="18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Podatki so </a:t>
            </a:r>
            <a:r>
              <a:rPr lang="sl-SI" sz="1800" b="1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nemudoma zavrženi</a:t>
            </a:r>
            <a:r>
              <a:rPr lang="sl-SI" sz="18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po procesiranju</a:t>
            </a:r>
          </a:p>
          <a:p>
            <a:pPr marL="342900" lvl="0" indent="-342900">
              <a:spcAft>
                <a:spcPts val="800"/>
              </a:spcAft>
              <a:buFont typeface="+mj-lt"/>
              <a:buAutoNum type="romanUcPeriod"/>
            </a:pPr>
            <a:r>
              <a:rPr lang="sl-SI" sz="1800" dirty="0">
                <a:ea typeface="Calibri" panose="020F0502020204030204" pitchFamily="34" charset="0"/>
                <a:cs typeface="Times New Roman" panose="02020603050405020304" pitchFamily="18" charset="0"/>
              </a:rPr>
              <a:t>Čas procesiranja podatkov</a:t>
            </a:r>
            <a:r>
              <a:rPr lang="en-US" sz="18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1800" b="1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učinkovito </a:t>
            </a:r>
            <a:r>
              <a:rPr lang="sl-SI" sz="1800" b="1" dirty="0">
                <a:ea typeface="Calibri" panose="020F0502020204030204" pitchFamily="34" charset="0"/>
                <a:cs typeface="Times New Roman" panose="02020603050405020304" pitchFamily="18" charset="0"/>
              </a:rPr>
              <a:t>narašča </a:t>
            </a:r>
            <a:r>
              <a:rPr lang="sl-SI" sz="1800" dirty="0">
                <a:ea typeface="Calibri" panose="020F0502020204030204" pitchFamily="34" charset="0"/>
                <a:cs typeface="Times New Roman" panose="02020603050405020304" pitchFamily="18" charset="0"/>
              </a:rPr>
              <a:t>z velikostjo vzorcev in številom parametrov modela. </a:t>
            </a:r>
          </a:p>
          <a:p>
            <a:pPr marL="0" indent="0">
              <a:spcAft>
                <a:spcPts val="800"/>
              </a:spcAft>
              <a:buNone/>
            </a:pPr>
            <a:r>
              <a:rPr lang="sl-SI" sz="1800" b="1" dirty="0">
                <a:ea typeface="Calibri" panose="020F0502020204030204" pitchFamily="34" charset="0"/>
                <a:cs typeface="Times New Roman" panose="02020603050405020304" pitchFamily="18" charset="0"/>
              </a:rPr>
              <a:t>visokofrekvenčno trgovanje, </a:t>
            </a:r>
            <a:r>
              <a:rPr lang="sl-SI" sz="1800" b="1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podatkovno rudarjenje</a:t>
            </a:r>
            <a:r>
              <a:rPr lang="sl-SI" sz="18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sl-SI" sz="1800" b="1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spletna varnost </a:t>
            </a:r>
            <a:r>
              <a:rPr lang="sl-SI" sz="18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sz="18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cyber security</a:t>
            </a:r>
            <a:r>
              <a:rPr lang="sl-SI" sz="1800" dirty="0">
                <a:ea typeface="Calibri" panose="020F0502020204030204" pitchFamily="34" charset="0"/>
                <a:cs typeface="Times New Roman" panose="02020603050405020304" pitchFamily="18" charset="0"/>
              </a:rPr>
              <a:t>)</a:t>
            </a:r>
            <a:r>
              <a:rPr lang="sl-SI" sz="18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sl-SI" sz="1800" b="1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medicinska prognoza</a:t>
            </a:r>
            <a:r>
              <a:rPr lang="sl-SI" sz="18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sl-SI" sz="1800" b="1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pametna proizvodnja </a:t>
            </a:r>
            <a:r>
              <a:rPr lang="sl-SI" sz="18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in</a:t>
            </a:r>
            <a:r>
              <a:rPr lang="sl-SI" sz="1800" b="1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industrija </a:t>
            </a:r>
            <a:r>
              <a:rPr lang="sl-SI" sz="18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(smart </a:t>
            </a:r>
            <a:r>
              <a:rPr lang="sl-SI" sz="18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industry</a:t>
            </a:r>
            <a:r>
              <a:rPr lang="sl-SI" sz="18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),</a:t>
            </a:r>
            <a:r>
              <a:rPr lang="sl-SI" sz="1800" b="1" dirty="0"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1800" b="1" dirty="0" err="1">
                <a:ea typeface="Calibri" panose="020F0502020204030204" pitchFamily="34" charset="0"/>
                <a:cs typeface="Times New Roman" panose="02020603050405020304" pitchFamily="18" charset="0"/>
              </a:rPr>
              <a:t>ogistika</a:t>
            </a:r>
            <a:r>
              <a:rPr lang="sl-SI" sz="1800" dirty="0"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sl-SI" sz="1800" b="1" dirty="0">
                <a:ea typeface="Calibri" panose="020F0502020204030204" pitchFamily="34" charset="0"/>
                <a:cs typeface="Times New Roman" panose="02020603050405020304" pitchFamily="18" charset="0"/>
              </a:rPr>
              <a:t>socialna omrežja</a:t>
            </a:r>
            <a:r>
              <a:rPr lang="sl-SI" sz="1800" dirty="0"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sl-SI" sz="1800" b="1" dirty="0">
                <a:ea typeface="Calibri" panose="020F0502020204030204" pitchFamily="34" charset="0"/>
                <a:cs typeface="Times New Roman" panose="02020603050405020304" pitchFamily="18" charset="0"/>
              </a:rPr>
              <a:t>internet stvari </a:t>
            </a:r>
            <a:r>
              <a:rPr lang="sl-SI" sz="1800" dirty="0"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sl-SI" sz="1800" i="1" dirty="0">
                <a:ea typeface="Calibri" panose="020F0502020204030204" pitchFamily="34" charset="0"/>
                <a:cs typeface="Times New Roman" panose="02020603050405020304" pitchFamily="18" charset="0"/>
              </a:rPr>
              <a:t>internet </a:t>
            </a:r>
            <a:r>
              <a:rPr lang="sl-SI" sz="1800" i="1" dirty="0" err="1">
                <a:ea typeface="Calibri" panose="020F0502020204030204" pitchFamily="34" charset="0"/>
                <a:cs typeface="Times New Roman" panose="02020603050405020304" pitchFamily="18" charset="0"/>
              </a:rPr>
              <a:t>of</a:t>
            </a:r>
            <a:r>
              <a:rPr lang="sl-SI" sz="1800" i="1" dirty="0"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1800" i="1" dirty="0" err="1">
                <a:ea typeface="Calibri" panose="020F0502020204030204" pitchFamily="34" charset="0"/>
                <a:cs typeface="Times New Roman" panose="02020603050405020304" pitchFamily="18" charset="0"/>
              </a:rPr>
              <a:t>things</a:t>
            </a:r>
            <a:r>
              <a:rPr lang="sl-SI" sz="1800" dirty="0">
                <a:ea typeface="Calibri" panose="020F0502020204030204" pitchFamily="34" charset="0"/>
                <a:cs typeface="Times New Roman" panose="02020603050405020304" pitchFamily="18" charset="0"/>
              </a:rPr>
              <a:t>) </a:t>
            </a:r>
            <a:r>
              <a:rPr lang="sl-SI" sz="18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[6(10)]</a:t>
            </a:r>
            <a:r>
              <a:rPr lang="sl-SI" sz="1800" dirty="0">
                <a:ea typeface="Calibri" panose="020F0502020204030204" pitchFamily="34" charset="0"/>
                <a:cs typeface="Times New Roman" panose="02020603050405020304" pitchFamily="18" charset="0"/>
              </a:rPr>
              <a:t>, [9(31)],</a:t>
            </a:r>
            <a:r>
              <a:rPr lang="en-US" sz="18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[</a:t>
            </a:r>
            <a:r>
              <a:rPr lang="sl-SI" sz="1800" dirty="0">
                <a:ea typeface="Calibri" panose="020F0502020204030204" pitchFamily="34" charset="0"/>
                <a:cs typeface="Times New Roman" panose="02020603050405020304" pitchFamily="18" charset="0"/>
              </a:rPr>
              <a:t>9</a:t>
            </a:r>
            <a:r>
              <a:rPr lang="sl-SI" sz="18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sz="18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45</a:t>
            </a:r>
            <a:r>
              <a:rPr lang="sl-SI" sz="18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)</a:t>
            </a:r>
            <a:r>
              <a:rPr lang="en-US" sz="18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]</a:t>
            </a:r>
            <a:r>
              <a:rPr lang="sl-SI" sz="18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1800" dirty="0">
                <a:ea typeface="Calibri" panose="020F0502020204030204" pitchFamily="34" charset="0"/>
                <a:cs typeface="Times New Roman" panose="02020603050405020304" pitchFamily="18" charset="0"/>
              </a:rPr>
              <a:t>idr.</a:t>
            </a:r>
          </a:p>
        </p:txBody>
      </p:sp>
      <p:pic>
        <p:nvPicPr>
          <p:cNvPr id="5" name="Slika 4">
            <a:extLst>
              <a:ext uri="{FF2B5EF4-FFF2-40B4-BE49-F238E27FC236}">
                <a16:creationId xmlns:a16="http://schemas.microsoft.com/office/drawing/2014/main" id="{08FDF37F-0021-4CC2-AEFF-B61E5E42F8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1704" y="130556"/>
            <a:ext cx="1168059" cy="487300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8BF287F-7DFF-49DA-A6B3-51B3C4778F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658395-0858-4046-BAB6-178FB2A7F14B}" type="slidenum">
              <a:rPr lang="sl-SI" smtClean="0"/>
              <a:t>4</a:t>
            </a:fld>
            <a:endParaRPr lang="sl-SI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72A7E1A-61AD-4148-8518-0D206CBD7628}"/>
              </a:ext>
            </a:extLst>
          </p:cNvPr>
          <p:cNvSpPr txBox="1"/>
          <p:nvPr/>
        </p:nvSpPr>
        <p:spPr>
          <a:xfrm>
            <a:off x="214313" y="6098983"/>
            <a:ext cx="12170662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[6][10]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Leite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, D., Škrjanc, I., &amp;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Gomide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, F. (2020). An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overview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on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evolving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systems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learning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from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stream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data.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Evolving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Systems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, 11(2), 181–198. </a:t>
            </a:r>
          </a:p>
          <a:p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[9][31]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Blazic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, S., &amp;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Skrjanc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, I. (2020).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Hybrid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system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identification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by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incremental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fuzzy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C-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regression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clustering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. IEEE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International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Conference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on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Fuzzy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Systems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, 2020-July. </a:t>
            </a:r>
          </a:p>
          <a:p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[10][45] Angelov, P. P.,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Gu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, X., &amp; Principe, J. C. (2018).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Autonomous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learning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multimodel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systems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from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data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streams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. IEEE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Transactions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on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Fuzzy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Systems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, 26(4), 2213–2224. </a:t>
            </a:r>
          </a:p>
        </p:txBody>
      </p:sp>
    </p:spTree>
    <p:extLst>
      <p:ext uri="{BB962C8B-B14F-4D97-AF65-F5344CB8AC3E}">
        <p14:creationId xmlns:p14="http://schemas.microsoft.com/office/powerpoint/2010/main" val="23745093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0" name="Rectangle 36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A949B5B-13E9-4F18-A7CD-424C992242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sl-SI" sz="5400" dirty="0" err="1">
                <a:effectLst/>
                <a:latin typeface="+mj-lt"/>
                <a:ea typeface="Calibri" panose="020F0502020204030204" pitchFamily="34" charset="0"/>
              </a:rPr>
              <a:t>Samorazvijajoči</a:t>
            </a:r>
            <a:r>
              <a:rPr lang="sl-SI" sz="5400" dirty="0">
                <a:effectLst/>
                <a:latin typeface="+mj-lt"/>
                <a:ea typeface="Calibri" panose="020F0502020204030204" pitchFamily="34" charset="0"/>
              </a:rPr>
              <a:t> se mehki sistemi</a:t>
            </a:r>
            <a:endParaRPr lang="sl-SI" sz="5400" dirty="0"/>
          </a:p>
        </p:txBody>
      </p:sp>
      <p:sp>
        <p:nvSpPr>
          <p:cNvPr id="111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Slika 4">
            <a:extLst>
              <a:ext uri="{FF2B5EF4-FFF2-40B4-BE49-F238E27FC236}">
                <a16:creationId xmlns:a16="http://schemas.microsoft.com/office/drawing/2014/main" id="{FD157AA9-FEBF-4B62-A48E-F757866162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6189" y="-658862"/>
            <a:ext cx="5970265" cy="614412"/>
          </a:xfrm>
          <a:prstGeom prst="rect">
            <a:avLst/>
          </a:prstGeom>
        </p:spPr>
      </p:pic>
      <p:pic>
        <p:nvPicPr>
          <p:cNvPr id="14" name="Slika 4">
            <a:extLst>
              <a:ext uri="{FF2B5EF4-FFF2-40B4-BE49-F238E27FC236}">
                <a16:creationId xmlns:a16="http://schemas.microsoft.com/office/drawing/2014/main" id="{3758C98A-4AE5-4C63-A403-C11C9C8A56C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1704" y="130556"/>
            <a:ext cx="1168059" cy="48730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EC2C50-D078-4A16-8314-836AB10BBE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658395-0858-4046-BAB6-178FB2A7F14B}" type="slidenum">
              <a:rPr lang="sl-SI" smtClean="0"/>
              <a:t>5</a:t>
            </a:fld>
            <a:endParaRPr lang="sl-SI"/>
          </a:p>
        </p:txBody>
      </p:sp>
      <p:pic>
        <p:nvPicPr>
          <p:cNvPr id="9" name="Slika 8">
            <a:extLst>
              <a:ext uri="{FF2B5EF4-FFF2-40B4-BE49-F238E27FC236}">
                <a16:creationId xmlns:a16="http://schemas.microsoft.com/office/drawing/2014/main" id="{2E0403B4-7E8A-4C65-8B7F-3EFA96F851A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9036" y="5735133"/>
            <a:ext cx="4854146" cy="346725"/>
          </a:xfrm>
          <a:prstGeom prst="rect">
            <a:avLst/>
          </a:prstGeom>
        </p:spPr>
      </p:pic>
      <p:pic>
        <p:nvPicPr>
          <p:cNvPr id="11" name="Slika 10">
            <a:extLst>
              <a:ext uri="{FF2B5EF4-FFF2-40B4-BE49-F238E27FC236}">
                <a16:creationId xmlns:a16="http://schemas.microsoft.com/office/drawing/2014/main" id="{54E9ED50-A3E4-4040-8F2C-1F9E782B0BA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23182" y="5678865"/>
            <a:ext cx="5595551" cy="714186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52BD9D-B5F3-48BF-8D2A-ED3911753E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853928" cy="3723058"/>
          </a:xfrm>
        </p:spPr>
        <p:txBody>
          <a:bodyPr>
            <a:normAutofit/>
          </a:bodyPr>
          <a:lstStyle/>
          <a:p>
            <a:pPr>
              <a:spcAft>
                <a:spcPts val="800"/>
              </a:spcAft>
            </a:pP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Mehki model:</a:t>
            </a:r>
          </a:p>
          <a:p>
            <a:pPr lvl="1">
              <a:spcAft>
                <a:spcPts val="800"/>
              </a:spcAft>
            </a:pPr>
            <a:r>
              <a:rPr lang="sl-SI" sz="18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mehke množice 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sl-SI" sz="1800" i="1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fuzzy</a:t>
            </a:r>
            <a:r>
              <a:rPr lang="sl-SI" sz="1800" i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1800" i="1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sets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 v premisi,</a:t>
            </a:r>
          </a:p>
          <a:p>
            <a:pPr lvl="1">
              <a:spcAft>
                <a:spcPts val="800"/>
              </a:spcAft>
            </a:pPr>
            <a:r>
              <a:rPr lang="sl-SI" sz="18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lokalni linearni modeli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(</a:t>
            </a:r>
            <a:r>
              <a:rPr lang="sl-SI" sz="1800" i="1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Local</a:t>
            </a:r>
            <a:r>
              <a:rPr lang="sl-SI" sz="1800" i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1800" i="1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linear</a:t>
            </a:r>
            <a:r>
              <a:rPr lang="sl-SI" sz="1800" i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model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 v posledičnem delu. </a:t>
            </a:r>
          </a:p>
          <a:p>
            <a:pPr>
              <a:spcAft>
                <a:spcPts val="800"/>
              </a:spcAft>
            </a:pP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Poglavitne naloge 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samorazvijajočih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se mehkih sistemov so:</a:t>
            </a:r>
          </a:p>
          <a:p>
            <a:pPr lvl="1">
              <a:spcAft>
                <a:spcPts val="800"/>
              </a:spcAft>
            </a:pPr>
            <a:r>
              <a:rPr lang="sl-SI" sz="18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natančno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1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funkcijsko 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modeliranje z </a:t>
            </a:r>
            <a:r>
              <a:rPr lang="sl-SI" sz="1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modeli 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tipa </a:t>
            </a:r>
            <a:r>
              <a:rPr lang="en-US" sz="18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Takagi-</a:t>
            </a:r>
            <a:r>
              <a:rPr lang="en-US" sz="1800" b="1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Sugeno</a:t>
            </a:r>
            <a:r>
              <a:rPr lang="en-US" sz="18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-Kan</a:t>
            </a:r>
            <a:r>
              <a:rPr lang="sl-SI" sz="18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</a:p>
          <a:p>
            <a:pPr lvl="1">
              <a:spcAft>
                <a:spcPts val="800"/>
              </a:spcAft>
            </a:pPr>
            <a:r>
              <a:rPr lang="sl-SI" sz="18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lingvistično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(</a:t>
            </a:r>
            <a:r>
              <a:rPr lang="en-US" sz="1800" i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linguistic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 modeliranje tipa </a:t>
            </a:r>
            <a:r>
              <a:rPr lang="en-US" sz="18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Zadeh-Mamdani</a:t>
            </a:r>
            <a:r>
              <a:rPr lang="sl-SI" sz="18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</a:t>
            </a:r>
            <a:endParaRPr lang="sl-SI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lvl="1">
              <a:spcAft>
                <a:spcPts val="800"/>
              </a:spcAft>
            </a:pPr>
            <a:r>
              <a:rPr lang="sl-SI" sz="18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klasifikacija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  <a:r>
              <a:rPr lang="sl-SI" sz="1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</a:p>
          <a:p>
            <a:pPr>
              <a:spcAft>
                <a:spcPts val="800"/>
              </a:spcAft>
            </a:pPr>
            <a:r>
              <a:rPr lang="sl-SI" sz="1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Izhodno ostrenje je izvedeno z izračunom </a:t>
            </a:r>
            <a:r>
              <a:rPr lang="sl-SI" sz="1800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centra gravitacije pri lingvističnih modelih</a:t>
            </a:r>
            <a:r>
              <a:rPr lang="sl-SI" sz="1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sl-SI" sz="1800" b="1" dirty="0" err="1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uteženega</a:t>
            </a:r>
            <a:r>
              <a:rPr lang="sl-SI" sz="1800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povprečja </a:t>
            </a:r>
            <a:r>
              <a:rPr lang="sl-SI" sz="1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weighted average</a:t>
            </a:r>
            <a:r>
              <a:rPr lang="sl-SI" sz="1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 pri </a:t>
            </a:r>
            <a:r>
              <a:rPr lang="sl-SI" sz="1800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funkcijskih modelih </a:t>
            </a:r>
            <a:r>
              <a:rPr lang="sl-SI" sz="1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 model z </a:t>
            </a:r>
            <a:r>
              <a:rPr lang="sl-SI" sz="1800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največjo aktivacijo</a:t>
            </a:r>
            <a:r>
              <a:rPr lang="sl-SI" sz="1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(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winner-takes-all</a:t>
            </a:r>
            <a:r>
              <a:rPr lang="sl-SI" sz="1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pri </a:t>
            </a:r>
            <a:r>
              <a:rPr lang="sl-SI" sz="18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klasifikaciji</a:t>
            </a:r>
            <a:endParaRPr lang="sl-SI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6AE3DA9-C9DD-4E3C-8F91-4AAB9CE3EA88}"/>
              </a:ext>
            </a:extLst>
          </p:cNvPr>
          <p:cNvSpPr txBox="1"/>
          <p:nvPr/>
        </p:nvSpPr>
        <p:spPr>
          <a:xfrm>
            <a:off x="247397" y="6415067"/>
            <a:ext cx="10790276" cy="2332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sl-SI" sz="900" dirty="0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[11] [54]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Leite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D.,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Ballini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R., Costa, P., &amp;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Gomide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F. (2012).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Evolving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fuzzy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granular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modeling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from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nonstationary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fuzzy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data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streams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sl-SI" sz="900" i="1" dirty="0" err="1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Evolving</a:t>
            </a:r>
            <a:r>
              <a:rPr lang="sl-SI" sz="900" i="1" dirty="0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900" i="1" dirty="0" err="1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Systems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sl-SI" sz="900" i="1" dirty="0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(2), 65–79. </a:t>
            </a:r>
            <a:endParaRPr lang="sl-SI" sz="800" dirty="0">
              <a:solidFill>
                <a:schemeClr val="bg1">
                  <a:lumMod val="50000"/>
                </a:schemeClr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5B2A9F3-9775-4B33-A2DB-F8CB7347BA99}"/>
              </a:ext>
            </a:extLst>
          </p:cNvPr>
          <p:cNvSpPr txBox="1"/>
          <p:nvPr/>
        </p:nvSpPr>
        <p:spPr>
          <a:xfrm>
            <a:off x="11077159" y="5712526"/>
            <a:ext cx="9509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sl-SI" sz="1800" dirty="0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sl-SI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11</a:t>
            </a:r>
            <a:r>
              <a:rPr lang="sl-SI" sz="1800" dirty="0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] </a:t>
            </a:r>
            <a:endParaRPr lang="sl-SI" dirty="0"/>
          </a:p>
        </p:txBody>
      </p:sp>
    </p:spTree>
    <p:extLst>
      <p:ext uri="{BB962C8B-B14F-4D97-AF65-F5344CB8AC3E}">
        <p14:creationId xmlns:p14="http://schemas.microsoft.com/office/powerpoint/2010/main" val="418473689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5AC1364A-3E3D-4F0D-8776-78AF3A270D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slov 1">
            <a:extLst>
              <a:ext uri="{FF2B5EF4-FFF2-40B4-BE49-F238E27FC236}">
                <a16:creationId xmlns:a16="http://schemas.microsoft.com/office/drawing/2014/main" id="{9047507C-C1F5-4A31-8837-38927F9C77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7501" y="329184"/>
            <a:ext cx="6755626" cy="1783080"/>
          </a:xfrm>
        </p:spPr>
        <p:txBody>
          <a:bodyPr anchor="b">
            <a:normAutofit/>
          </a:bodyPr>
          <a:lstStyle/>
          <a:p>
            <a:r>
              <a:rPr lang="sl-SI" sz="5400">
                <a:effectLst/>
                <a:latin typeface="+mj-lt"/>
                <a:ea typeface="Calibri" panose="020F0502020204030204" pitchFamily="34" charset="0"/>
              </a:rPr>
              <a:t>Samorazvijajoči se nevro-mehki sistemi</a:t>
            </a:r>
            <a:endParaRPr lang="sl-SI" sz="5400"/>
          </a:p>
        </p:txBody>
      </p:sp>
      <p:pic>
        <p:nvPicPr>
          <p:cNvPr id="12" name="Slika 11">
            <a:extLst>
              <a:ext uri="{FF2B5EF4-FFF2-40B4-BE49-F238E27FC236}">
                <a16:creationId xmlns:a16="http://schemas.microsoft.com/office/drawing/2014/main" id="{0659CA1E-78AE-4B20-B988-09B42C7E70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744486"/>
            <a:ext cx="4014216" cy="2418564"/>
          </a:xfrm>
          <a:prstGeom prst="rect">
            <a:avLst/>
          </a:prstGeom>
        </p:spPr>
      </p:pic>
      <p:sp>
        <p:nvSpPr>
          <p:cNvPr id="19" name="sketchy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97494" y="2395728"/>
            <a:ext cx="4243589" cy="18288"/>
          </a:xfrm>
          <a:custGeom>
            <a:avLst/>
            <a:gdLst>
              <a:gd name="connsiteX0" fmla="*/ 0 w 4243589"/>
              <a:gd name="connsiteY0" fmla="*/ 0 h 18288"/>
              <a:gd name="connsiteX1" fmla="*/ 478919 w 4243589"/>
              <a:gd name="connsiteY1" fmla="*/ 0 h 18288"/>
              <a:gd name="connsiteX2" fmla="*/ 957839 w 4243589"/>
              <a:gd name="connsiteY2" fmla="*/ 0 h 18288"/>
              <a:gd name="connsiteX3" fmla="*/ 1521630 w 4243589"/>
              <a:gd name="connsiteY3" fmla="*/ 0 h 18288"/>
              <a:gd name="connsiteX4" fmla="*/ 2212729 w 4243589"/>
              <a:gd name="connsiteY4" fmla="*/ 0 h 18288"/>
              <a:gd name="connsiteX5" fmla="*/ 2734084 w 4243589"/>
              <a:gd name="connsiteY5" fmla="*/ 0 h 18288"/>
              <a:gd name="connsiteX6" fmla="*/ 3255439 w 4243589"/>
              <a:gd name="connsiteY6" fmla="*/ 0 h 18288"/>
              <a:gd name="connsiteX7" fmla="*/ 4243589 w 4243589"/>
              <a:gd name="connsiteY7" fmla="*/ 0 h 18288"/>
              <a:gd name="connsiteX8" fmla="*/ 4243589 w 4243589"/>
              <a:gd name="connsiteY8" fmla="*/ 18288 h 18288"/>
              <a:gd name="connsiteX9" fmla="*/ 3594926 w 4243589"/>
              <a:gd name="connsiteY9" fmla="*/ 18288 h 18288"/>
              <a:gd name="connsiteX10" fmla="*/ 3073571 w 4243589"/>
              <a:gd name="connsiteY10" fmla="*/ 18288 h 18288"/>
              <a:gd name="connsiteX11" fmla="*/ 2552216 w 4243589"/>
              <a:gd name="connsiteY11" fmla="*/ 18288 h 18288"/>
              <a:gd name="connsiteX12" fmla="*/ 1903553 w 4243589"/>
              <a:gd name="connsiteY12" fmla="*/ 18288 h 18288"/>
              <a:gd name="connsiteX13" fmla="*/ 1212454 w 4243589"/>
              <a:gd name="connsiteY13" fmla="*/ 18288 h 18288"/>
              <a:gd name="connsiteX14" fmla="*/ 733535 w 4243589"/>
              <a:gd name="connsiteY14" fmla="*/ 18288 h 18288"/>
              <a:gd name="connsiteX15" fmla="*/ 0 w 4243589"/>
              <a:gd name="connsiteY15" fmla="*/ 18288 h 18288"/>
              <a:gd name="connsiteX16" fmla="*/ 0 w 4243589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Slika 9">
            <a:extLst>
              <a:ext uri="{FF2B5EF4-FFF2-40B4-BE49-F238E27FC236}">
                <a16:creationId xmlns:a16="http://schemas.microsoft.com/office/drawing/2014/main" id="{2EE79E24-625E-4E2A-8A73-BDF3D15471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0783" y="3776692"/>
            <a:ext cx="3995928" cy="1128849"/>
          </a:xfrm>
          <a:prstGeom prst="rect">
            <a:avLst/>
          </a:prstGeom>
        </p:spPr>
      </p:pic>
      <p:sp>
        <p:nvSpPr>
          <p:cNvPr id="3" name="Označba mesta vsebine 2">
            <a:extLst>
              <a:ext uri="{FF2B5EF4-FFF2-40B4-BE49-F238E27FC236}">
                <a16:creationId xmlns:a16="http://schemas.microsoft.com/office/drawing/2014/main" id="{8B963D87-ED67-48B8-B813-8E84827755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97494" y="2706624"/>
            <a:ext cx="6755626" cy="2418564"/>
          </a:xfrm>
        </p:spPr>
        <p:txBody>
          <a:bodyPr>
            <a:normAutofit lnSpcReduction="10000"/>
          </a:bodyPr>
          <a:lstStyle/>
          <a:p>
            <a:pPr>
              <a:spcAft>
                <a:spcPts val="800"/>
              </a:spcAft>
            </a:pPr>
            <a:r>
              <a:rPr lang="sl-SI" sz="1800" b="1" dirty="0" err="1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Nevro</a:t>
            </a:r>
            <a:r>
              <a:rPr lang="sl-SI" sz="1800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-mehki</a:t>
            </a:r>
            <a:r>
              <a:rPr lang="sl-SI" sz="1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modeli so sestavljeni iz mehkih pravil v </a:t>
            </a:r>
            <a:r>
              <a:rPr lang="sl-SI" sz="1800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topologiji nevronskega omrežja</a:t>
            </a:r>
            <a:r>
              <a:rPr lang="sl-SI" sz="1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z </a:t>
            </a:r>
            <a:r>
              <a:rPr lang="sl-SI" sz="1800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nevroni</a:t>
            </a:r>
            <a:r>
              <a:rPr lang="sl-SI" sz="1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in </a:t>
            </a:r>
            <a:r>
              <a:rPr lang="sl-SI" sz="1800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povezavami</a:t>
            </a:r>
            <a:r>
              <a:rPr lang="sl-SI" sz="1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[6(10)]. Vedno jih lahko </a:t>
            </a:r>
            <a:r>
              <a:rPr lang="sl-SI" sz="1800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pretvorimo v mehki mode</a:t>
            </a:r>
            <a:r>
              <a:rPr lang="sl-SI" sz="1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 tako, da</a:t>
            </a:r>
            <a:r>
              <a:rPr lang="sl-SI" sz="1800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roje preslikamo v mehke množice</a:t>
            </a:r>
            <a:r>
              <a:rPr lang="sl-SI" sz="1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</a:p>
          <a:p>
            <a:pPr>
              <a:spcAft>
                <a:spcPts val="800"/>
              </a:spcAft>
            </a:pP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Mehka pravila lahko sestavljajo več mehkih množic (</a:t>
            </a:r>
            <a:r>
              <a:rPr lang="sl-SI" sz="1800" i="1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fuzzy</a:t>
            </a:r>
            <a:r>
              <a:rPr lang="sl-SI" sz="1800" i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set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)[12(41)], ampak uporaba </a:t>
            </a:r>
            <a:r>
              <a:rPr lang="sl-SI" sz="18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enega pra</a:t>
            </a:r>
            <a:r>
              <a:rPr lang="sl-SI" sz="1800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vila za vsak roj</a:t>
            </a:r>
            <a:r>
              <a:rPr lang="sl-SI" sz="1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v </a:t>
            </a:r>
            <a:r>
              <a:rPr lang="sl-SI" sz="1800" dirty="0" err="1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neuro-fuzzy</a:t>
            </a:r>
            <a:r>
              <a:rPr lang="sl-SI" sz="1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sistemih 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poenostavi adaptiranje strukture modela z </a:t>
            </a:r>
            <a:r>
              <a:rPr lang="sl-SI" sz="18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združevanjem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(</a:t>
            </a:r>
            <a:r>
              <a:rPr lang="en-US" sz="1800" i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merging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), </a:t>
            </a:r>
            <a:r>
              <a:rPr lang="sl-SI" sz="18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ločevanjem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(</a:t>
            </a:r>
            <a:r>
              <a:rPr lang="sl-SI" sz="1800" i="1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splitting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 in </a:t>
            </a:r>
            <a:r>
              <a:rPr lang="sl-SI" sz="18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odstranjevanjem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(</a:t>
            </a:r>
            <a:r>
              <a:rPr lang="sl-SI" sz="1800" i="1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removal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 pravil.</a:t>
            </a:r>
            <a:endParaRPr lang="sl-SI" sz="22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8" name="Slika 4">
            <a:extLst>
              <a:ext uri="{FF2B5EF4-FFF2-40B4-BE49-F238E27FC236}">
                <a16:creationId xmlns:a16="http://schemas.microsoft.com/office/drawing/2014/main" id="{CF035824-EFDA-41FA-8349-C1DFF0B6E02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1704" y="130556"/>
            <a:ext cx="1168059" cy="48730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F37179-F583-40B4-856E-2BB576218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658395-0858-4046-BAB6-178FB2A7F14B}" type="slidenum">
              <a:rPr lang="sl-SI" smtClean="0"/>
              <a:t>6</a:t>
            </a:fld>
            <a:endParaRPr lang="sl-SI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A72E00-ECD2-47B7-AC49-7FC491FC70D8}"/>
              </a:ext>
            </a:extLst>
          </p:cNvPr>
          <p:cNvSpPr txBox="1"/>
          <p:nvPr/>
        </p:nvSpPr>
        <p:spPr>
          <a:xfrm>
            <a:off x="71155" y="6024293"/>
            <a:ext cx="12028608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sl-SI" sz="900" dirty="0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[6]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[10] </a:t>
            </a:r>
            <a:r>
              <a:rPr lang="en-US" sz="900" dirty="0" err="1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Leite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, D., Škrjanc, I., &amp; </a:t>
            </a:r>
            <a:r>
              <a:rPr lang="en-US" sz="900" dirty="0" err="1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Gomide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, F. (2020). An overview on evolving systems and learning from stream data. Evolving Systems, 11(2), 181–198. </a:t>
            </a:r>
            <a:endParaRPr lang="sl-SI" sz="900" dirty="0">
              <a:solidFill>
                <a:schemeClr val="bg1">
                  <a:lumMod val="50000"/>
                </a:schemeClr>
              </a:solidFill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defRPr/>
            </a:pPr>
            <a:r>
              <a:rPr lang="sl-SI" sz="900" dirty="0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[12]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[41] </a:t>
            </a:r>
            <a:r>
              <a:rPr lang="en-US" sz="900" dirty="0" err="1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Angelov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, P., &amp; </a:t>
            </a:r>
            <a:r>
              <a:rPr lang="en-US" sz="900" dirty="0" err="1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Yager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, R. (2011). Simplified fuzzy rule-based systems using non-parametric antecedents and relative data density. IEEE SSCI 2011: Symposium Series on Computational Intelligence - EAIS 2011: 2011 IEEE Workshop on Evolving and Adaptive Intelligent Systems, 62–69.</a:t>
            </a:r>
            <a:endParaRPr lang="sl-SI" sz="900" dirty="0">
              <a:solidFill>
                <a:schemeClr val="bg1">
                  <a:lumMod val="50000"/>
                </a:schemeClr>
              </a:solidFill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defRPr/>
            </a:pPr>
            <a:r>
              <a:rPr lang="sl-SI" sz="900" dirty="0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[13][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4]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Kasabov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, N. K., &amp; Song, Q. (2002). DENFIS: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Dynamic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evolving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neural-fuzzy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inference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system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and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its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application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for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time-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series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prediction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sl-SI" sz="900" i="1" dirty="0">
                <a:solidFill>
                  <a:schemeClr val="bg1">
                    <a:lumMod val="50000"/>
                  </a:schemeClr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IEEE </a:t>
            </a:r>
            <a:r>
              <a:rPr lang="sl-SI" sz="900" i="1" dirty="0" err="1">
                <a:solidFill>
                  <a:schemeClr val="bg1">
                    <a:lumMod val="50000"/>
                  </a:schemeClr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Transactions</a:t>
            </a:r>
            <a:r>
              <a:rPr lang="sl-SI" sz="900" i="1" dirty="0">
                <a:solidFill>
                  <a:schemeClr val="bg1">
                    <a:lumMod val="50000"/>
                  </a:schemeClr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on </a:t>
            </a:r>
            <a:r>
              <a:rPr lang="sl-SI" sz="900" i="1" dirty="0" err="1">
                <a:solidFill>
                  <a:schemeClr val="bg1">
                    <a:lumMod val="50000"/>
                  </a:schemeClr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Fuzzy</a:t>
            </a:r>
            <a:r>
              <a:rPr lang="sl-SI" sz="900" i="1" dirty="0">
                <a:solidFill>
                  <a:schemeClr val="bg1">
                    <a:lumMod val="50000"/>
                  </a:schemeClr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900" i="1" dirty="0" err="1">
                <a:solidFill>
                  <a:schemeClr val="bg1">
                    <a:lumMod val="50000"/>
                  </a:schemeClr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Systems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sl-SI" sz="900" i="1" dirty="0">
                <a:solidFill>
                  <a:schemeClr val="bg1">
                    <a:lumMod val="50000"/>
                  </a:schemeClr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(2), 144–154. </a:t>
            </a:r>
            <a:endParaRPr lang="sl-SI" sz="900" dirty="0">
              <a:solidFill>
                <a:schemeClr val="bg1">
                  <a:lumMod val="50000"/>
                </a:schemeClr>
              </a:solidFill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defRPr/>
            </a:pPr>
            <a:endParaRPr lang="sl-SI" sz="900" dirty="0">
              <a:solidFill>
                <a:schemeClr val="bg1">
                  <a:lumMod val="50000"/>
                </a:schemeClr>
              </a:solidFill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AC12749-6FD6-482D-B1B0-6D2E11D2EFE0}"/>
              </a:ext>
            </a:extLst>
          </p:cNvPr>
          <p:cNvSpPr txBox="1"/>
          <p:nvPr/>
        </p:nvSpPr>
        <p:spPr>
          <a:xfrm>
            <a:off x="3462527" y="2793718"/>
            <a:ext cx="9341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sl-SI" sz="1800" dirty="0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[13</a:t>
            </a:r>
            <a:r>
              <a:rPr lang="en-US" sz="1800" dirty="0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]</a:t>
            </a:r>
            <a:r>
              <a:rPr lang="sl-SI" sz="1800" dirty="0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(4)</a:t>
            </a:r>
            <a:r>
              <a:rPr lang="en-US" sz="1800" dirty="0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endParaRPr lang="sl-SI" dirty="0"/>
          </a:p>
        </p:txBody>
      </p:sp>
    </p:spTree>
    <p:extLst>
      <p:ext uri="{BB962C8B-B14F-4D97-AF65-F5344CB8AC3E}">
        <p14:creationId xmlns:p14="http://schemas.microsoft.com/office/powerpoint/2010/main" val="337233267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777A147A-9ED8-46B4-8660-1B3C2AA880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slov 1">
            <a:extLst>
              <a:ext uri="{FF2B5EF4-FFF2-40B4-BE49-F238E27FC236}">
                <a16:creationId xmlns:a16="http://schemas.microsoft.com/office/drawing/2014/main" id="{DDEFDC10-7C15-4C14-A50B-D3AC13E6CE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548640"/>
            <a:ext cx="3600860" cy="5431536"/>
          </a:xfrm>
        </p:spPr>
        <p:txBody>
          <a:bodyPr>
            <a:normAutofit/>
          </a:bodyPr>
          <a:lstStyle/>
          <a:p>
            <a:r>
              <a:rPr lang="sl-SI" sz="3800" dirty="0"/>
              <a:t>Transparentnost in </a:t>
            </a:r>
            <a:r>
              <a:rPr lang="sl-SI" sz="3800" dirty="0" err="1"/>
              <a:t>interpretabilnost</a:t>
            </a:r>
            <a:endParaRPr lang="sl-SI" sz="3800" dirty="0"/>
          </a:p>
        </p:txBody>
      </p:sp>
      <p:sp>
        <p:nvSpPr>
          <p:cNvPr id="25" name="sketch line">
            <a:extLst>
              <a:ext uri="{FF2B5EF4-FFF2-40B4-BE49-F238E27FC236}">
                <a16:creationId xmlns:a16="http://schemas.microsoft.com/office/drawing/2014/main" id="{5D6C15A0-C087-4593-8414-2B4EC1CDC3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2543983" y="3258715"/>
            <a:ext cx="4480560" cy="18288"/>
          </a:xfrm>
          <a:custGeom>
            <a:avLst/>
            <a:gdLst>
              <a:gd name="connsiteX0" fmla="*/ 0 w 4480560"/>
              <a:gd name="connsiteY0" fmla="*/ 0 h 18288"/>
              <a:gd name="connsiteX1" fmla="*/ 595274 w 4480560"/>
              <a:gd name="connsiteY1" fmla="*/ 0 h 18288"/>
              <a:gd name="connsiteX2" fmla="*/ 1100938 w 4480560"/>
              <a:gd name="connsiteY2" fmla="*/ 0 h 18288"/>
              <a:gd name="connsiteX3" fmla="*/ 1651406 w 4480560"/>
              <a:gd name="connsiteY3" fmla="*/ 0 h 18288"/>
              <a:gd name="connsiteX4" fmla="*/ 2336292 w 4480560"/>
              <a:gd name="connsiteY4" fmla="*/ 0 h 18288"/>
              <a:gd name="connsiteX5" fmla="*/ 2931566 w 4480560"/>
              <a:gd name="connsiteY5" fmla="*/ 0 h 18288"/>
              <a:gd name="connsiteX6" fmla="*/ 3482035 w 4480560"/>
              <a:gd name="connsiteY6" fmla="*/ 0 h 18288"/>
              <a:gd name="connsiteX7" fmla="*/ 4480560 w 4480560"/>
              <a:gd name="connsiteY7" fmla="*/ 0 h 18288"/>
              <a:gd name="connsiteX8" fmla="*/ 4480560 w 4480560"/>
              <a:gd name="connsiteY8" fmla="*/ 18288 h 18288"/>
              <a:gd name="connsiteX9" fmla="*/ 3840480 w 4480560"/>
              <a:gd name="connsiteY9" fmla="*/ 18288 h 18288"/>
              <a:gd name="connsiteX10" fmla="*/ 3290011 w 4480560"/>
              <a:gd name="connsiteY10" fmla="*/ 18288 h 18288"/>
              <a:gd name="connsiteX11" fmla="*/ 2560320 w 4480560"/>
              <a:gd name="connsiteY11" fmla="*/ 18288 h 18288"/>
              <a:gd name="connsiteX12" fmla="*/ 1965046 w 4480560"/>
              <a:gd name="connsiteY12" fmla="*/ 18288 h 18288"/>
              <a:gd name="connsiteX13" fmla="*/ 1459382 w 4480560"/>
              <a:gd name="connsiteY13" fmla="*/ 18288 h 18288"/>
              <a:gd name="connsiteX14" fmla="*/ 774497 w 4480560"/>
              <a:gd name="connsiteY14" fmla="*/ 18288 h 18288"/>
              <a:gd name="connsiteX15" fmla="*/ 0 w 4480560"/>
              <a:gd name="connsiteY15" fmla="*/ 18288 h 18288"/>
              <a:gd name="connsiteX16" fmla="*/ 0 w 448056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480560" h="18288" fill="none" extrusionOk="0">
                <a:moveTo>
                  <a:pt x="0" y="0"/>
                </a:moveTo>
                <a:cubicBezTo>
                  <a:pt x="267821" y="8731"/>
                  <a:pt x="334105" y="2629"/>
                  <a:pt x="595274" y="0"/>
                </a:cubicBezTo>
                <a:cubicBezTo>
                  <a:pt x="856443" y="-2629"/>
                  <a:pt x="863808" y="-13353"/>
                  <a:pt x="1100938" y="0"/>
                </a:cubicBezTo>
                <a:cubicBezTo>
                  <a:pt x="1338068" y="13353"/>
                  <a:pt x="1431663" y="-25862"/>
                  <a:pt x="1651406" y="0"/>
                </a:cubicBezTo>
                <a:cubicBezTo>
                  <a:pt x="1871149" y="25862"/>
                  <a:pt x="2173163" y="23827"/>
                  <a:pt x="2336292" y="0"/>
                </a:cubicBezTo>
                <a:cubicBezTo>
                  <a:pt x="2499421" y="-23827"/>
                  <a:pt x="2720589" y="28148"/>
                  <a:pt x="2931566" y="0"/>
                </a:cubicBezTo>
                <a:cubicBezTo>
                  <a:pt x="3142543" y="-28148"/>
                  <a:pt x="3323630" y="27022"/>
                  <a:pt x="3482035" y="0"/>
                </a:cubicBezTo>
                <a:cubicBezTo>
                  <a:pt x="3640440" y="-27022"/>
                  <a:pt x="4012110" y="-20118"/>
                  <a:pt x="4480560" y="0"/>
                </a:cubicBezTo>
                <a:cubicBezTo>
                  <a:pt x="4480958" y="7429"/>
                  <a:pt x="4480540" y="10822"/>
                  <a:pt x="4480560" y="18288"/>
                </a:cubicBezTo>
                <a:cubicBezTo>
                  <a:pt x="4314132" y="14924"/>
                  <a:pt x="4028383" y="36632"/>
                  <a:pt x="3840480" y="18288"/>
                </a:cubicBezTo>
                <a:cubicBezTo>
                  <a:pt x="3652577" y="-56"/>
                  <a:pt x="3547615" y="2848"/>
                  <a:pt x="3290011" y="18288"/>
                </a:cubicBezTo>
                <a:cubicBezTo>
                  <a:pt x="3032407" y="33728"/>
                  <a:pt x="2830268" y="8719"/>
                  <a:pt x="2560320" y="18288"/>
                </a:cubicBezTo>
                <a:cubicBezTo>
                  <a:pt x="2290372" y="27857"/>
                  <a:pt x="2147422" y="6728"/>
                  <a:pt x="1965046" y="18288"/>
                </a:cubicBezTo>
                <a:cubicBezTo>
                  <a:pt x="1782670" y="29848"/>
                  <a:pt x="1689791" y="40680"/>
                  <a:pt x="1459382" y="18288"/>
                </a:cubicBezTo>
                <a:cubicBezTo>
                  <a:pt x="1228973" y="-4104"/>
                  <a:pt x="915486" y="36501"/>
                  <a:pt x="774497" y="18288"/>
                </a:cubicBezTo>
                <a:cubicBezTo>
                  <a:pt x="633508" y="75"/>
                  <a:pt x="361442" y="-11107"/>
                  <a:pt x="0" y="18288"/>
                </a:cubicBezTo>
                <a:cubicBezTo>
                  <a:pt x="-591" y="13205"/>
                  <a:pt x="-663" y="6329"/>
                  <a:pt x="0" y="0"/>
                </a:cubicBezTo>
                <a:close/>
              </a:path>
              <a:path w="4480560" h="18288" stroke="0" extrusionOk="0">
                <a:moveTo>
                  <a:pt x="0" y="0"/>
                </a:moveTo>
                <a:cubicBezTo>
                  <a:pt x="285465" y="225"/>
                  <a:pt x="322691" y="16223"/>
                  <a:pt x="595274" y="0"/>
                </a:cubicBezTo>
                <a:cubicBezTo>
                  <a:pt x="867857" y="-16223"/>
                  <a:pt x="989129" y="-11242"/>
                  <a:pt x="1100938" y="0"/>
                </a:cubicBezTo>
                <a:cubicBezTo>
                  <a:pt x="1212747" y="11242"/>
                  <a:pt x="1574350" y="-36410"/>
                  <a:pt x="1830629" y="0"/>
                </a:cubicBezTo>
                <a:cubicBezTo>
                  <a:pt x="2086908" y="36410"/>
                  <a:pt x="2180922" y="4645"/>
                  <a:pt x="2425903" y="0"/>
                </a:cubicBezTo>
                <a:cubicBezTo>
                  <a:pt x="2670884" y="-4645"/>
                  <a:pt x="2782024" y="22929"/>
                  <a:pt x="3021178" y="0"/>
                </a:cubicBezTo>
                <a:cubicBezTo>
                  <a:pt x="3260332" y="-22929"/>
                  <a:pt x="3456982" y="-1586"/>
                  <a:pt x="3750869" y="0"/>
                </a:cubicBezTo>
                <a:cubicBezTo>
                  <a:pt x="4044756" y="1586"/>
                  <a:pt x="4302726" y="17043"/>
                  <a:pt x="4480560" y="0"/>
                </a:cubicBezTo>
                <a:cubicBezTo>
                  <a:pt x="4479674" y="5429"/>
                  <a:pt x="4481381" y="14046"/>
                  <a:pt x="4480560" y="18288"/>
                </a:cubicBezTo>
                <a:cubicBezTo>
                  <a:pt x="4279652" y="-6850"/>
                  <a:pt x="4200762" y="41566"/>
                  <a:pt x="3930091" y="18288"/>
                </a:cubicBezTo>
                <a:cubicBezTo>
                  <a:pt x="3659420" y="-4990"/>
                  <a:pt x="3456052" y="22294"/>
                  <a:pt x="3290011" y="18288"/>
                </a:cubicBezTo>
                <a:cubicBezTo>
                  <a:pt x="3123970" y="14282"/>
                  <a:pt x="2882392" y="32818"/>
                  <a:pt x="2649931" y="18288"/>
                </a:cubicBezTo>
                <a:cubicBezTo>
                  <a:pt x="2417470" y="3758"/>
                  <a:pt x="2238426" y="7337"/>
                  <a:pt x="2054657" y="18288"/>
                </a:cubicBezTo>
                <a:cubicBezTo>
                  <a:pt x="1870888" y="29239"/>
                  <a:pt x="1566368" y="45040"/>
                  <a:pt x="1324966" y="18288"/>
                </a:cubicBezTo>
                <a:cubicBezTo>
                  <a:pt x="1083564" y="-8464"/>
                  <a:pt x="787410" y="10946"/>
                  <a:pt x="595274" y="18288"/>
                </a:cubicBezTo>
                <a:cubicBezTo>
                  <a:pt x="403138" y="25630"/>
                  <a:pt x="169622" y="10499"/>
                  <a:pt x="0" y="18288"/>
                </a:cubicBezTo>
                <a:cubicBezTo>
                  <a:pt x="668" y="13665"/>
                  <a:pt x="578" y="567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značba mesta vsebine 2">
            <a:extLst>
              <a:ext uri="{FF2B5EF4-FFF2-40B4-BE49-F238E27FC236}">
                <a16:creationId xmlns:a16="http://schemas.microsoft.com/office/drawing/2014/main" id="{03DBCEB0-1B80-4DF7-B8D5-E463545749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26418" y="552091"/>
            <a:ext cx="6224335" cy="5431536"/>
          </a:xfrm>
        </p:spPr>
        <p:txBody>
          <a:bodyPr anchor="ctr">
            <a:normAutofit/>
          </a:bodyPr>
          <a:lstStyle/>
          <a:p>
            <a:r>
              <a:rPr lang="sl-SI" sz="1800" b="1" dirty="0"/>
              <a:t>Razločljivost</a:t>
            </a:r>
            <a:r>
              <a:rPr lang="sl-SI" sz="1800" dirty="0"/>
              <a:t> (d</a:t>
            </a:r>
            <a:r>
              <a:rPr lang="en-US" sz="1800" dirty="0" err="1"/>
              <a:t>istinguishability</a:t>
            </a:r>
            <a:r>
              <a:rPr lang="en-US" sz="1800" dirty="0"/>
              <a:t> </a:t>
            </a:r>
            <a:r>
              <a:rPr lang="sl-SI" sz="1800" dirty="0"/>
              <a:t>) – brez prekrivanja (</a:t>
            </a:r>
            <a:r>
              <a:rPr lang="sl-SI" sz="1800" dirty="0" err="1"/>
              <a:t>overlapping</a:t>
            </a:r>
            <a:r>
              <a:rPr lang="sl-SI" sz="1800" dirty="0"/>
              <a:t>), brez odvečnih struktur,</a:t>
            </a:r>
          </a:p>
          <a:p>
            <a:r>
              <a:rPr lang="sl-SI" sz="1800" b="1" dirty="0"/>
              <a:t>Preprostost</a:t>
            </a:r>
            <a:r>
              <a:rPr lang="sl-SI" sz="1800" dirty="0"/>
              <a:t> (</a:t>
            </a:r>
            <a:r>
              <a:rPr lang="en-US" sz="1800" dirty="0"/>
              <a:t>simplicity </a:t>
            </a:r>
            <a:r>
              <a:rPr lang="sl-SI" sz="1800" dirty="0"/>
              <a:t>) – čim manj rojev, kompromis med natančnostjo in kompleksnostjo,</a:t>
            </a:r>
          </a:p>
          <a:p>
            <a:r>
              <a:rPr lang="sl-SI" sz="1800" b="1" dirty="0"/>
              <a:t>Konsistentnost</a:t>
            </a:r>
            <a:r>
              <a:rPr lang="sl-SI" sz="1800" dirty="0"/>
              <a:t> (</a:t>
            </a:r>
            <a:r>
              <a:rPr lang="en-US" sz="1800" dirty="0"/>
              <a:t>consistency</a:t>
            </a:r>
            <a:r>
              <a:rPr lang="sl-SI" sz="1800" dirty="0"/>
              <a:t>) – roji z različnimi posledičnimi deli morajo biti ločeni,</a:t>
            </a:r>
          </a:p>
          <a:p>
            <a:r>
              <a:rPr lang="sl-SI" sz="1800" b="1" dirty="0"/>
              <a:t>Pokritost</a:t>
            </a:r>
            <a:r>
              <a:rPr lang="sl-SI" sz="1800" dirty="0"/>
              <a:t> (c</a:t>
            </a:r>
            <a:r>
              <a:rPr lang="en-US" sz="1800" dirty="0"/>
              <a:t>overage</a:t>
            </a:r>
            <a:r>
              <a:rPr lang="sl-SI" sz="1800" dirty="0"/>
              <a:t>)</a:t>
            </a:r>
            <a:r>
              <a:rPr lang="en-US" sz="1800" dirty="0"/>
              <a:t> </a:t>
            </a:r>
            <a:r>
              <a:rPr lang="sl-SI" sz="1800" dirty="0"/>
              <a:t>in </a:t>
            </a:r>
            <a:r>
              <a:rPr lang="sl-SI" sz="1800" b="1" dirty="0"/>
              <a:t>popolnost</a:t>
            </a:r>
            <a:r>
              <a:rPr lang="sl-SI" sz="1800" dirty="0"/>
              <a:t> modela (</a:t>
            </a:r>
            <a:r>
              <a:rPr lang="en-US" sz="1800" dirty="0"/>
              <a:t>completeness</a:t>
            </a:r>
            <a:r>
              <a:rPr lang="sl-SI" sz="1800" dirty="0"/>
              <a:t>) </a:t>
            </a:r>
            <a:r>
              <a:rPr kumimoji="0" lang="sl-SI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–</a:t>
            </a:r>
            <a:r>
              <a:rPr lang="sl-SI" sz="1800" dirty="0"/>
              <a:t> celoten prostor naj bi bil pokrit z roji,</a:t>
            </a:r>
          </a:p>
          <a:p>
            <a:r>
              <a:rPr lang="sl-SI" sz="1800" b="1" dirty="0" err="1"/>
              <a:t>Interpretabilnost</a:t>
            </a:r>
            <a:r>
              <a:rPr lang="sl-SI" sz="1800" b="1" dirty="0"/>
              <a:t> posledičnega dela,</a:t>
            </a:r>
          </a:p>
          <a:p>
            <a:r>
              <a:rPr lang="sl-SI" sz="1800" b="1" dirty="0"/>
              <a:t>Pomembnost </a:t>
            </a:r>
            <a:r>
              <a:rPr lang="sl-SI" sz="1800" b="1" dirty="0" err="1"/>
              <a:t>značilk</a:t>
            </a:r>
            <a:r>
              <a:rPr lang="sl-SI" sz="1800" b="1" dirty="0"/>
              <a:t>,</a:t>
            </a:r>
          </a:p>
          <a:p>
            <a:r>
              <a:rPr lang="sl-SI" sz="1800" b="1" dirty="0"/>
              <a:t>Pomembnost pravil.</a:t>
            </a:r>
            <a:endParaRPr lang="sl-SI" sz="1800" b="1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sl-SI" sz="2200" dirty="0"/>
          </a:p>
          <a:p>
            <a:endParaRPr lang="sl-SI" sz="2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D77640-8D38-4CB3-89E5-FF21B19302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2E658395-0858-4046-BAB6-178FB2A7F14B}" type="slidenum">
              <a:rPr lang="sl-SI" smtClean="0"/>
              <a:pPr>
                <a:spcAft>
                  <a:spcPts val="600"/>
                </a:spcAft>
              </a:pPr>
              <a:t>7</a:t>
            </a:fld>
            <a:endParaRPr lang="sl-SI"/>
          </a:p>
        </p:txBody>
      </p:sp>
      <p:pic>
        <p:nvPicPr>
          <p:cNvPr id="8" name="Slika 7">
            <a:extLst>
              <a:ext uri="{FF2B5EF4-FFF2-40B4-BE49-F238E27FC236}">
                <a16:creationId xmlns:a16="http://schemas.microsoft.com/office/drawing/2014/main" id="{3087ADEC-0877-4E2C-892B-C7B672B98F2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1704" y="130556"/>
            <a:ext cx="1168059" cy="4873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C1A6328-5AB3-4859-BE43-A2BCBF085DA7}"/>
              </a:ext>
            </a:extLst>
          </p:cNvPr>
          <p:cNvSpPr txBox="1"/>
          <p:nvPr/>
        </p:nvSpPr>
        <p:spPr>
          <a:xfrm>
            <a:off x="412337" y="6490643"/>
            <a:ext cx="1136427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sl-SI" sz="900" dirty="0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[8] 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[12] </a:t>
            </a:r>
            <a:r>
              <a:rPr lang="en-US" sz="900" dirty="0" err="1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Lughofer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E. (2013). On-line assurance of interpretability criteria in evolving fuzzy systems – Achievements, new concepts and open issues. Information Sciences, 251, 22–46.</a:t>
            </a:r>
            <a:endParaRPr lang="sl-SI" sz="900" dirty="0">
              <a:solidFill>
                <a:schemeClr val="bg1">
                  <a:lumMod val="50000"/>
                </a:schemeClr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40322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53B475F8-50AE-46A0-9943-B2B63183D5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65925DB-5F5D-4769-B365-53CAD80D0F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365125"/>
            <a:ext cx="6986015" cy="1776484"/>
          </a:xfrm>
        </p:spPr>
        <p:txBody>
          <a:bodyPr anchor="b">
            <a:normAutofit/>
          </a:bodyPr>
          <a:lstStyle/>
          <a:p>
            <a:r>
              <a:rPr lang="sl-SI" sz="5400" dirty="0"/>
              <a:t>Rojenje in granulacija</a:t>
            </a:r>
          </a:p>
        </p:txBody>
      </p:sp>
      <p:pic>
        <p:nvPicPr>
          <p:cNvPr id="7" name="Slika 6">
            <a:extLst>
              <a:ext uri="{FF2B5EF4-FFF2-40B4-BE49-F238E27FC236}">
                <a16:creationId xmlns:a16="http://schemas.microsoft.com/office/drawing/2014/main" id="{B716A637-5B18-4C90-97D1-63B8180BAB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56885" y="392430"/>
            <a:ext cx="2477686" cy="1443252"/>
          </a:xfrm>
          <a:prstGeom prst="rect">
            <a:avLst/>
          </a:prstGeom>
        </p:spPr>
      </p:pic>
      <p:sp>
        <p:nvSpPr>
          <p:cNvPr id="18" name="sketch line">
            <a:extLst>
              <a:ext uri="{FF2B5EF4-FFF2-40B4-BE49-F238E27FC236}">
                <a16:creationId xmlns:a16="http://schemas.microsoft.com/office/drawing/2014/main" id="{75F6FDB4-2351-48C2-A863-2364A02343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2315691"/>
            <a:ext cx="4343400" cy="18288"/>
          </a:xfrm>
          <a:custGeom>
            <a:avLst/>
            <a:gdLst>
              <a:gd name="connsiteX0" fmla="*/ 0 w 4343400"/>
              <a:gd name="connsiteY0" fmla="*/ 0 h 18288"/>
              <a:gd name="connsiteX1" fmla="*/ 577052 w 4343400"/>
              <a:gd name="connsiteY1" fmla="*/ 0 h 18288"/>
              <a:gd name="connsiteX2" fmla="*/ 1067235 w 4343400"/>
              <a:gd name="connsiteY2" fmla="*/ 0 h 18288"/>
              <a:gd name="connsiteX3" fmla="*/ 1600853 w 4343400"/>
              <a:gd name="connsiteY3" fmla="*/ 0 h 18288"/>
              <a:gd name="connsiteX4" fmla="*/ 2264773 w 4343400"/>
              <a:gd name="connsiteY4" fmla="*/ 0 h 18288"/>
              <a:gd name="connsiteX5" fmla="*/ 2841825 w 4343400"/>
              <a:gd name="connsiteY5" fmla="*/ 0 h 18288"/>
              <a:gd name="connsiteX6" fmla="*/ 3375442 w 4343400"/>
              <a:gd name="connsiteY6" fmla="*/ 0 h 18288"/>
              <a:gd name="connsiteX7" fmla="*/ 4343400 w 4343400"/>
              <a:gd name="connsiteY7" fmla="*/ 0 h 18288"/>
              <a:gd name="connsiteX8" fmla="*/ 4343400 w 4343400"/>
              <a:gd name="connsiteY8" fmla="*/ 18288 h 18288"/>
              <a:gd name="connsiteX9" fmla="*/ 3722914 w 4343400"/>
              <a:gd name="connsiteY9" fmla="*/ 18288 h 18288"/>
              <a:gd name="connsiteX10" fmla="*/ 3189297 w 4343400"/>
              <a:gd name="connsiteY10" fmla="*/ 18288 h 18288"/>
              <a:gd name="connsiteX11" fmla="*/ 2481943 w 4343400"/>
              <a:gd name="connsiteY11" fmla="*/ 18288 h 18288"/>
              <a:gd name="connsiteX12" fmla="*/ 1904891 w 4343400"/>
              <a:gd name="connsiteY12" fmla="*/ 18288 h 18288"/>
              <a:gd name="connsiteX13" fmla="*/ 1414707 w 4343400"/>
              <a:gd name="connsiteY13" fmla="*/ 18288 h 18288"/>
              <a:gd name="connsiteX14" fmla="*/ 750788 w 4343400"/>
              <a:gd name="connsiteY14" fmla="*/ 18288 h 18288"/>
              <a:gd name="connsiteX15" fmla="*/ 0 w 4343400"/>
              <a:gd name="connsiteY15" fmla="*/ 18288 h 18288"/>
              <a:gd name="connsiteX16" fmla="*/ 0 w 43434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343400" h="18288" fill="none" extrusionOk="0">
                <a:moveTo>
                  <a:pt x="0" y="0"/>
                </a:moveTo>
                <a:cubicBezTo>
                  <a:pt x="233209" y="-19550"/>
                  <a:pt x="330816" y="19068"/>
                  <a:pt x="577052" y="0"/>
                </a:cubicBezTo>
                <a:cubicBezTo>
                  <a:pt x="823288" y="-19068"/>
                  <a:pt x="875077" y="10360"/>
                  <a:pt x="1067235" y="0"/>
                </a:cubicBezTo>
                <a:cubicBezTo>
                  <a:pt x="1259393" y="-10360"/>
                  <a:pt x="1410699" y="2939"/>
                  <a:pt x="1600853" y="0"/>
                </a:cubicBezTo>
                <a:cubicBezTo>
                  <a:pt x="1791007" y="-2939"/>
                  <a:pt x="2101644" y="-26225"/>
                  <a:pt x="2264773" y="0"/>
                </a:cubicBezTo>
                <a:cubicBezTo>
                  <a:pt x="2427902" y="26225"/>
                  <a:pt x="2690426" y="-27726"/>
                  <a:pt x="2841825" y="0"/>
                </a:cubicBezTo>
                <a:cubicBezTo>
                  <a:pt x="2993224" y="27726"/>
                  <a:pt x="3172320" y="-18569"/>
                  <a:pt x="3375442" y="0"/>
                </a:cubicBezTo>
                <a:cubicBezTo>
                  <a:pt x="3578564" y="18569"/>
                  <a:pt x="4003119" y="21909"/>
                  <a:pt x="4343400" y="0"/>
                </a:cubicBezTo>
                <a:cubicBezTo>
                  <a:pt x="4343798" y="7429"/>
                  <a:pt x="4343380" y="10822"/>
                  <a:pt x="4343400" y="18288"/>
                </a:cubicBezTo>
                <a:cubicBezTo>
                  <a:pt x="4109047" y="14709"/>
                  <a:pt x="3996986" y="7919"/>
                  <a:pt x="3722914" y="18288"/>
                </a:cubicBezTo>
                <a:cubicBezTo>
                  <a:pt x="3448842" y="28657"/>
                  <a:pt x="3340973" y="29252"/>
                  <a:pt x="3189297" y="18288"/>
                </a:cubicBezTo>
                <a:cubicBezTo>
                  <a:pt x="3037621" y="7324"/>
                  <a:pt x="2636891" y="-9539"/>
                  <a:pt x="2481943" y="18288"/>
                </a:cubicBezTo>
                <a:cubicBezTo>
                  <a:pt x="2326995" y="46115"/>
                  <a:pt x="2131632" y="740"/>
                  <a:pt x="1904891" y="18288"/>
                </a:cubicBezTo>
                <a:cubicBezTo>
                  <a:pt x="1678150" y="35836"/>
                  <a:pt x="1575362" y="-3381"/>
                  <a:pt x="1414707" y="18288"/>
                </a:cubicBezTo>
                <a:cubicBezTo>
                  <a:pt x="1254052" y="39957"/>
                  <a:pt x="1051093" y="-335"/>
                  <a:pt x="750788" y="18288"/>
                </a:cubicBezTo>
                <a:cubicBezTo>
                  <a:pt x="450483" y="36911"/>
                  <a:pt x="293781" y="22900"/>
                  <a:pt x="0" y="18288"/>
                </a:cubicBezTo>
                <a:cubicBezTo>
                  <a:pt x="-591" y="13205"/>
                  <a:pt x="-663" y="6329"/>
                  <a:pt x="0" y="0"/>
                </a:cubicBezTo>
                <a:close/>
              </a:path>
              <a:path w="4343400" h="18288" stroke="0" extrusionOk="0">
                <a:moveTo>
                  <a:pt x="0" y="0"/>
                </a:moveTo>
                <a:cubicBezTo>
                  <a:pt x="212719" y="-28531"/>
                  <a:pt x="340561" y="-1164"/>
                  <a:pt x="577052" y="0"/>
                </a:cubicBezTo>
                <a:cubicBezTo>
                  <a:pt x="813543" y="1164"/>
                  <a:pt x="866967" y="-9376"/>
                  <a:pt x="1067235" y="0"/>
                </a:cubicBezTo>
                <a:cubicBezTo>
                  <a:pt x="1267503" y="9376"/>
                  <a:pt x="1485778" y="-20470"/>
                  <a:pt x="1774589" y="0"/>
                </a:cubicBezTo>
                <a:cubicBezTo>
                  <a:pt x="2063400" y="20470"/>
                  <a:pt x="2090152" y="-14502"/>
                  <a:pt x="2351641" y="0"/>
                </a:cubicBezTo>
                <a:cubicBezTo>
                  <a:pt x="2613130" y="14502"/>
                  <a:pt x="2802864" y="19125"/>
                  <a:pt x="2928693" y="0"/>
                </a:cubicBezTo>
                <a:cubicBezTo>
                  <a:pt x="3054522" y="-19125"/>
                  <a:pt x="3482611" y="-2038"/>
                  <a:pt x="3636046" y="0"/>
                </a:cubicBezTo>
                <a:cubicBezTo>
                  <a:pt x="3789481" y="2038"/>
                  <a:pt x="4012363" y="973"/>
                  <a:pt x="4343400" y="0"/>
                </a:cubicBezTo>
                <a:cubicBezTo>
                  <a:pt x="4342514" y="5429"/>
                  <a:pt x="4344221" y="14046"/>
                  <a:pt x="4343400" y="18288"/>
                </a:cubicBezTo>
                <a:cubicBezTo>
                  <a:pt x="4078870" y="-6138"/>
                  <a:pt x="4015967" y="29658"/>
                  <a:pt x="3809782" y="18288"/>
                </a:cubicBezTo>
                <a:cubicBezTo>
                  <a:pt x="3603597" y="6918"/>
                  <a:pt x="3495552" y="24439"/>
                  <a:pt x="3189297" y="18288"/>
                </a:cubicBezTo>
                <a:cubicBezTo>
                  <a:pt x="2883042" y="12137"/>
                  <a:pt x="2850610" y="32583"/>
                  <a:pt x="2568811" y="18288"/>
                </a:cubicBezTo>
                <a:cubicBezTo>
                  <a:pt x="2287012" y="3993"/>
                  <a:pt x="2279820" y="23580"/>
                  <a:pt x="1991759" y="18288"/>
                </a:cubicBezTo>
                <a:cubicBezTo>
                  <a:pt x="1703698" y="12996"/>
                  <a:pt x="1616455" y="23157"/>
                  <a:pt x="1284405" y="18288"/>
                </a:cubicBezTo>
                <a:cubicBezTo>
                  <a:pt x="952355" y="13419"/>
                  <a:pt x="783530" y="16053"/>
                  <a:pt x="577052" y="18288"/>
                </a:cubicBezTo>
                <a:cubicBezTo>
                  <a:pt x="370574" y="20523"/>
                  <a:pt x="173929" y="5195"/>
                  <a:pt x="0" y="18288"/>
                </a:cubicBezTo>
                <a:cubicBezTo>
                  <a:pt x="668" y="13665"/>
                  <a:pt x="578" y="567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31599C-9051-4E2D-A5D8-F217221C07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8" y="2504819"/>
            <a:ext cx="6986016" cy="367214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sl-SI" sz="1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Najbolj pogosto so uporabljene </a:t>
            </a:r>
            <a:r>
              <a:rPr lang="sl-SI" sz="1800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Gaussove</a:t>
            </a:r>
            <a:r>
              <a:rPr lang="sl-SI" sz="1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sl-SI" sz="1800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trapezoidne</a:t>
            </a:r>
            <a:r>
              <a:rPr lang="sl-SI" sz="1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ali </a:t>
            </a:r>
            <a:r>
              <a:rPr lang="sl-SI" sz="1800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trikote</a:t>
            </a:r>
            <a:r>
              <a:rPr lang="sl-SI" sz="1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sl-SI" sz="1800" b="1" dirty="0" err="1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pripadnostne</a:t>
            </a:r>
            <a:r>
              <a:rPr lang="sl-SI" sz="1800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funkcije 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</a:t>
            </a:r>
            <a:r>
              <a:rPr lang="sl-SI" sz="1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10</a:t>
            </a:r>
            <a:r>
              <a:rPr lang="sl-SI" sz="1800" dirty="0">
                <a:solidFill>
                  <a:srgbClr val="FF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45</a:t>
            </a:r>
            <a:r>
              <a:rPr lang="sl-SI" sz="1800" dirty="0">
                <a:solidFill>
                  <a:srgbClr val="FF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].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endParaRPr lang="sl-SI" sz="18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sl-SI" sz="1800" b="0" i="0" dirty="0">
                <a:effectLst/>
              </a:rPr>
              <a:t>Predhodna (</a:t>
            </a:r>
            <a:r>
              <a:rPr lang="sl-SI" sz="1800" b="0" i="0" dirty="0" err="1">
                <a:effectLst/>
              </a:rPr>
              <a:t>antecedent</a:t>
            </a:r>
            <a:r>
              <a:rPr lang="sl-SI" sz="1800" b="0" i="0" dirty="0">
                <a:effectLst/>
              </a:rPr>
              <a:t>) struktura </a:t>
            </a:r>
            <a:r>
              <a:rPr lang="sl-SI" sz="1800" b="0" i="0" dirty="0" err="1">
                <a:effectLst/>
              </a:rPr>
              <a:t>samorazvijajočih</a:t>
            </a:r>
            <a:r>
              <a:rPr lang="sl-SI" sz="1800" b="0" i="0" dirty="0">
                <a:effectLst/>
              </a:rPr>
              <a:t> se sistemov je lahko sestavljena iz </a:t>
            </a:r>
            <a:r>
              <a:rPr lang="sl-SI" sz="1800" b="1" i="0" dirty="0">
                <a:effectLst/>
              </a:rPr>
              <a:t>mehkih možic </a:t>
            </a:r>
            <a:r>
              <a:rPr lang="sl-SI" sz="1800" b="0" i="0" dirty="0">
                <a:effectLst/>
              </a:rPr>
              <a:t>[1</a:t>
            </a:r>
            <a:r>
              <a:rPr lang="sl-SI" sz="1800" b="0" i="0" dirty="0">
                <a:solidFill>
                  <a:srgbClr val="FF0000"/>
                </a:solidFill>
                <a:effectLst/>
              </a:rPr>
              <a:t>(3</a:t>
            </a:r>
            <a:r>
              <a:rPr lang="sl-SI" sz="1800" b="0" i="0" dirty="0">
                <a:effectLst/>
              </a:rPr>
              <a:t>)], </a:t>
            </a:r>
            <a:r>
              <a:rPr lang="sl-SI" sz="1800" b="1" i="0" dirty="0">
                <a:effectLst/>
              </a:rPr>
              <a:t>informacijskih </a:t>
            </a:r>
            <a:r>
              <a:rPr lang="sl-SI" sz="1800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granul</a:t>
            </a:r>
            <a:r>
              <a:rPr lang="en-US" sz="18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14</a:t>
            </a:r>
            <a:r>
              <a:rPr lang="sl-SI" sz="1800" dirty="0">
                <a:solidFill>
                  <a:srgbClr val="FF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9</a:t>
            </a:r>
            <a:r>
              <a:rPr lang="sl-SI" sz="1800" dirty="0">
                <a:solidFill>
                  <a:srgbClr val="FF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5 </a:t>
            </a:r>
            <a:r>
              <a:rPr lang="sl-SI" sz="1800" dirty="0">
                <a:solidFill>
                  <a:srgbClr val="FF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11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),11 (54)</a:t>
            </a:r>
            <a:r>
              <a:rPr lang="en-US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], </a:t>
            </a:r>
            <a:r>
              <a:rPr lang="sl-SI" sz="18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listov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sl-SI" sz="18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nevronov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sl-SI" sz="18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oblakov podatkov 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(data 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clouds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 [12(41),15(46)], </a:t>
            </a:r>
            <a:r>
              <a:rPr lang="sl-SI" sz="18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rojev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[3(5), 14(9),2(43)], </a:t>
            </a:r>
            <a:r>
              <a:rPr lang="sl-SI" sz="1800" b="1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hiperravnin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[16</a:t>
            </a:r>
            <a:r>
              <a:rPr lang="sl-SI" sz="1800" dirty="0">
                <a:solidFill>
                  <a:srgbClr val="FF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(31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)], </a:t>
            </a:r>
            <a:r>
              <a:rPr lang="sl-SI" sz="18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teselacij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(</a:t>
            </a:r>
            <a:r>
              <a:rPr lang="sl-SI" sz="1800" dirty="0" err="1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</a:t>
            </a:r>
            <a:r>
              <a:rPr lang="sl-SI" sz="18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essellation</a:t>
            </a:r>
            <a:r>
              <a:rPr lang="sl-SI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)[9(45)] idr. </a:t>
            </a:r>
          </a:p>
          <a:p>
            <a:pPr marL="0" indent="0">
              <a:buNone/>
            </a:pPr>
            <a:r>
              <a:rPr lang="sl-SI" sz="1800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Informacijske granule </a:t>
            </a:r>
            <a:r>
              <a:rPr lang="sl-SI" sz="1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so skupine objektov ali elementov s podobnimi </a:t>
            </a:r>
            <a:r>
              <a:rPr lang="sl-SI" sz="1800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lastnostmi, funkcionalnostjo</a:t>
            </a:r>
            <a:r>
              <a:rPr lang="sl-SI" sz="1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sl-SI" sz="1800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prostorsko </a:t>
            </a:r>
            <a:r>
              <a:rPr lang="sl-SI" sz="1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bližino [12(41)], [5(11)]. Nekateri modeli predstavijo granule v obliki oblakov podatkov brez centrov ali definiranih mej [12(41)]. </a:t>
            </a:r>
            <a:endParaRPr lang="sl-SI" sz="17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sl-SI" sz="17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9" name="Slika 8">
            <a:extLst>
              <a:ext uri="{FF2B5EF4-FFF2-40B4-BE49-F238E27FC236}">
                <a16:creationId xmlns:a16="http://schemas.microsoft.com/office/drawing/2014/main" id="{57EAB7B9-C178-4EC6-9A26-2FCA9232B3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82200" y="1612097"/>
            <a:ext cx="1748453" cy="1890220"/>
          </a:xfrm>
          <a:prstGeom prst="rect">
            <a:avLst/>
          </a:prstGeom>
        </p:spPr>
      </p:pic>
      <p:pic>
        <p:nvPicPr>
          <p:cNvPr id="11" name="Slika 10">
            <a:extLst>
              <a:ext uri="{FF2B5EF4-FFF2-40B4-BE49-F238E27FC236}">
                <a16:creationId xmlns:a16="http://schemas.microsoft.com/office/drawing/2014/main" id="{908DF426-1E34-4908-A0BC-B039426CE6C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16285" y="3901826"/>
            <a:ext cx="2303308" cy="1635349"/>
          </a:xfrm>
          <a:prstGeom prst="rect">
            <a:avLst/>
          </a:prstGeom>
        </p:spPr>
      </p:pic>
      <p:pic>
        <p:nvPicPr>
          <p:cNvPr id="6" name="Slika 5">
            <a:extLst>
              <a:ext uri="{FF2B5EF4-FFF2-40B4-BE49-F238E27FC236}">
                <a16:creationId xmlns:a16="http://schemas.microsoft.com/office/drawing/2014/main" id="{3DED62EC-E77A-468D-B37A-2F368BA5C78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1704" y="130556"/>
            <a:ext cx="1168059" cy="48730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15926A-C1E4-441D-8168-8A41AC9C1C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658395-0858-4046-BAB6-178FB2A7F14B}" type="slidenum">
              <a:rPr lang="sl-SI" smtClean="0"/>
              <a:t>8</a:t>
            </a:fld>
            <a:endParaRPr lang="sl-SI"/>
          </a:p>
        </p:txBody>
      </p:sp>
      <p:pic>
        <p:nvPicPr>
          <p:cNvPr id="8" name="Slika 7">
            <a:extLst>
              <a:ext uri="{FF2B5EF4-FFF2-40B4-BE49-F238E27FC236}">
                <a16:creationId xmlns:a16="http://schemas.microsoft.com/office/drawing/2014/main" id="{4A8E360B-A1E2-4AED-9D54-4F79BE2BA04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88074" y="3893000"/>
            <a:ext cx="2245052" cy="1776484"/>
          </a:xfrm>
          <a:prstGeom prst="rect">
            <a:avLst/>
          </a:prstGeom>
        </p:spPr>
      </p:pic>
      <p:pic>
        <p:nvPicPr>
          <p:cNvPr id="12" name="Slika 11">
            <a:extLst>
              <a:ext uri="{FF2B5EF4-FFF2-40B4-BE49-F238E27FC236}">
                <a16:creationId xmlns:a16="http://schemas.microsoft.com/office/drawing/2014/main" id="{35BE1C1F-18FF-41CA-8072-6B4D8C91FD6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39375" y="2004989"/>
            <a:ext cx="2245053" cy="181725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F226FB7F-DADB-4F0F-94E9-EDA726B94010}"/>
              </a:ext>
            </a:extLst>
          </p:cNvPr>
          <p:cNvSpPr txBox="1"/>
          <p:nvPr/>
        </p:nvSpPr>
        <p:spPr>
          <a:xfrm>
            <a:off x="159156" y="5450380"/>
            <a:ext cx="1133856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sl-SI" sz="700" dirty="0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[10][45] Angelov, P. P., </a:t>
            </a:r>
            <a:r>
              <a:rPr lang="sl-SI" sz="700" dirty="0" err="1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Gu</a:t>
            </a:r>
            <a:r>
              <a:rPr lang="sl-SI" sz="700" dirty="0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, X., &amp; Principe, J. C. (2018). </a:t>
            </a:r>
            <a:r>
              <a:rPr lang="sl-SI" sz="700" dirty="0" err="1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Autonomous</a:t>
            </a:r>
            <a:r>
              <a:rPr lang="sl-SI" sz="700" dirty="0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700" dirty="0" err="1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learning</a:t>
            </a:r>
            <a:r>
              <a:rPr lang="sl-SI" sz="700" dirty="0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700" dirty="0" err="1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multimodel</a:t>
            </a:r>
            <a:r>
              <a:rPr lang="sl-SI" sz="700" dirty="0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700" dirty="0" err="1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systems</a:t>
            </a:r>
            <a:r>
              <a:rPr lang="sl-SI" sz="700" dirty="0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700" dirty="0" err="1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from</a:t>
            </a:r>
            <a:r>
              <a:rPr lang="sl-SI" sz="700" dirty="0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data </a:t>
            </a:r>
            <a:r>
              <a:rPr lang="sl-SI" sz="700" dirty="0" err="1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streams</a:t>
            </a:r>
            <a:r>
              <a:rPr lang="sl-SI" sz="700" dirty="0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. IEEE </a:t>
            </a:r>
            <a:r>
              <a:rPr lang="sl-SI" sz="700" dirty="0" err="1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Transactions</a:t>
            </a:r>
            <a:r>
              <a:rPr lang="sl-SI" sz="700" dirty="0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on </a:t>
            </a:r>
            <a:r>
              <a:rPr lang="sl-SI" sz="700" dirty="0" err="1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Fuzzy</a:t>
            </a:r>
            <a:r>
              <a:rPr lang="sl-SI" sz="700" dirty="0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700" dirty="0" err="1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Systems</a:t>
            </a:r>
            <a:r>
              <a:rPr lang="sl-SI" sz="700" dirty="0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, 26(4), 2213–2224.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sl-SI" sz="700" dirty="0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[1]</a:t>
            </a:r>
            <a:r>
              <a:rPr lang="en-US" sz="700" dirty="0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[3] </a:t>
            </a:r>
            <a:r>
              <a:rPr lang="en-US" sz="700" dirty="0" err="1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Angelov</a:t>
            </a:r>
            <a:r>
              <a:rPr lang="en-US" sz="700" dirty="0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, P. P., &amp; </a:t>
            </a:r>
            <a:r>
              <a:rPr lang="en-US" sz="700" dirty="0" err="1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Filev</a:t>
            </a:r>
            <a:r>
              <a:rPr lang="en-US" sz="700" dirty="0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, D. P. (2004). An Approach to Online Identification of Takagi-</a:t>
            </a:r>
            <a:r>
              <a:rPr lang="en-US" sz="700" dirty="0" err="1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Sugeno</a:t>
            </a:r>
            <a:r>
              <a:rPr lang="en-US" sz="700" dirty="0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Fuzzy Models. IEEE Transactions on Systems, Man, and Cybernetics, Part B: Cybernetics, 34(1), 484–498.</a:t>
            </a:r>
            <a:endParaRPr lang="sl-SI" sz="700" dirty="0">
              <a:solidFill>
                <a:schemeClr val="bg1">
                  <a:lumMod val="50000"/>
                </a:schemeClr>
              </a:solidFill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sl-SI" sz="700" dirty="0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[14]</a:t>
            </a:r>
            <a:r>
              <a:rPr lang="en-US" sz="700" dirty="0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[9] Porto, A., &amp; </a:t>
            </a:r>
            <a:r>
              <a:rPr lang="en-US" sz="700" dirty="0" err="1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Gomide</a:t>
            </a:r>
            <a:r>
              <a:rPr lang="en-US" sz="700" dirty="0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, F. (2022). Evolving </a:t>
            </a:r>
            <a:r>
              <a:rPr lang="en-US" sz="700" dirty="0" err="1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hyperbox</a:t>
            </a:r>
            <a:r>
              <a:rPr lang="en-US" sz="700" dirty="0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fuzzy modeling. Evolving Systems, 1, 1–12. </a:t>
            </a:r>
            <a:endParaRPr lang="sl-SI" sz="700" dirty="0">
              <a:solidFill>
                <a:schemeClr val="bg1">
                  <a:lumMod val="50000"/>
                </a:schemeClr>
              </a:solidFill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sl-SI" sz="700" dirty="0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[5]</a:t>
            </a:r>
            <a:r>
              <a:rPr lang="en-US" sz="700" dirty="0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[11] </a:t>
            </a:r>
            <a:r>
              <a:rPr lang="en-US" sz="700" dirty="0" err="1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Leite</a:t>
            </a:r>
            <a:r>
              <a:rPr lang="en-US" sz="700" dirty="0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, D., Costa, P., &amp; </a:t>
            </a:r>
            <a:r>
              <a:rPr lang="en-US" sz="700" dirty="0" err="1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Gomide</a:t>
            </a:r>
            <a:r>
              <a:rPr lang="en-US" sz="700" dirty="0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, F. (2010). Granular Approach for Evolving System Modeling. Lecture Notes in Computer Science (Including Subseries Lecture Notes in Artificial Intelligence and Lecture Notes in Bioinformatics), 6178 LNAI, 340–349.</a:t>
            </a:r>
            <a:endParaRPr lang="sl-SI" sz="700" dirty="0">
              <a:solidFill>
                <a:schemeClr val="bg1">
                  <a:lumMod val="50000"/>
                </a:schemeClr>
              </a:solidFill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sl-SI" sz="700" dirty="0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[12]</a:t>
            </a:r>
            <a:r>
              <a:rPr lang="en-US" sz="700" dirty="0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[41] </a:t>
            </a:r>
            <a:r>
              <a:rPr lang="en-US" sz="700" dirty="0" err="1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Angelov</a:t>
            </a:r>
            <a:r>
              <a:rPr lang="en-US" sz="700" dirty="0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, P., &amp; </a:t>
            </a:r>
            <a:r>
              <a:rPr lang="en-US" sz="700" dirty="0" err="1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Yager</a:t>
            </a:r>
            <a:r>
              <a:rPr lang="en-US" sz="700" dirty="0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, R. (2011). Simplified fuzzy rule-based systems using non-parametric antecedents and relative data density. IEEE SSCI 2011: Symposium Series on Computational Intelligence - EAIS 2011: 2011 IEEE Workshop on Evolving and Adaptive Intelligent Systems, 62–69.</a:t>
            </a:r>
            <a:endParaRPr lang="sl-SI" sz="700" dirty="0">
              <a:solidFill>
                <a:schemeClr val="bg1">
                  <a:lumMod val="50000"/>
                </a:schemeClr>
              </a:solidFill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sl-SI" sz="700" dirty="0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[15][46] Angelov, P., &amp; </a:t>
            </a:r>
            <a:r>
              <a:rPr lang="sl-SI" sz="700" dirty="0" err="1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Yager</a:t>
            </a:r>
            <a:r>
              <a:rPr lang="sl-SI" sz="700" dirty="0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, R. (2012). A </a:t>
            </a:r>
            <a:r>
              <a:rPr lang="sl-SI" sz="700" dirty="0" err="1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new</a:t>
            </a:r>
            <a:r>
              <a:rPr lang="sl-SI" sz="700" dirty="0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700" dirty="0" err="1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type</a:t>
            </a:r>
            <a:r>
              <a:rPr lang="sl-SI" sz="700" dirty="0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700" dirty="0" err="1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of</a:t>
            </a:r>
            <a:r>
              <a:rPr lang="sl-SI" sz="700" dirty="0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700" dirty="0" err="1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simplified</a:t>
            </a:r>
            <a:r>
              <a:rPr lang="sl-SI" sz="700" dirty="0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700" dirty="0" err="1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fuzzy</a:t>
            </a:r>
            <a:r>
              <a:rPr lang="sl-SI" sz="700" dirty="0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rule-</a:t>
            </a:r>
            <a:r>
              <a:rPr lang="sl-SI" sz="700" dirty="0" err="1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based</a:t>
            </a:r>
            <a:r>
              <a:rPr lang="sl-SI" sz="700" dirty="0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700" dirty="0" err="1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system</a:t>
            </a:r>
            <a:r>
              <a:rPr lang="sl-SI" sz="700" dirty="0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. </a:t>
            </a:r>
            <a:r>
              <a:rPr lang="sl-SI" sz="700" dirty="0" err="1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International</a:t>
            </a:r>
            <a:r>
              <a:rPr lang="sl-SI" sz="700" dirty="0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700" dirty="0" err="1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Journal</a:t>
            </a:r>
            <a:r>
              <a:rPr lang="sl-SI" sz="700" dirty="0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700" dirty="0" err="1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of</a:t>
            </a:r>
            <a:r>
              <a:rPr lang="sl-SI" sz="700" dirty="0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General </a:t>
            </a:r>
            <a:r>
              <a:rPr lang="sl-SI" sz="700" dirty="0" err="1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Systems</a:t>
            </a:r>
            <a:r>
              <a:rPr lang="sl-SI" sz="700" dirty="0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, 41(2), 163–185.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sl-SI" sz="700" dirty="0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[3]</a:t>
            </a:r>
            <a:r>
              <a:rPr lang="en-US" sz="700" dirty="0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[5] </a:t>
            </a:r>
            <a:r>
              <a:rPr lang="en-US" sz="700" dirty="0" err="1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Dovžan</a:t>
            </a:r>
            <a:r>
              <a:rPr lang="en-US" sz="700" dirty="0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, D., Logar, V., &amp; Škrjanc, I. (2015). Implementation of an Evolving Fuzzy Model (</a:t>
            </a:r>
            <a:r>
              <a:rPr lang="en-US" sz="700" dirty="0" err="1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eFuMo</a:t>
            </a:r>
            <a:r>
              <a:rPr lang="en-US" sz="700" dirty="0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) in a Monitoring System for a Waste-Water Treatment Process. IEEE Transactions on Fuzzy Systems, 23(5), 1761–1776.</a:t>
            </a:r>
            <a:endParaRPr lang="sl-SI" sz="700" dirty="0">
              <a:solidFill>
                <a:schemeClr val="bg1">
                  <a:lumMod val="50000"/>
                </a:schemeClr>
              </a:solidFill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sl-SI" sz="700" dirty="0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[14]</a:t>
            </a:r>
            <a:r>
              <a:rPr lang="en-US" sz="700" dirty="0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[9] Porto, A., &amp; </a:t>
            </a:r>
            <a:r>
              <a:rPr lang="en-US" sz="700" dirty="0" err="1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Gomide</a:t>
            </a:r>
            <a:r>
              <a:rPr lang="en-US" sz="700" dirty="0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, F. (2022). Evolving </a:t>
            </a:r>
            <a:r>
              <a:rPr lang="en-US" sz="700" dirty="0" err="1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hyperbox</a:t>
            </a:r>
            <a:r>
              <a:rPr lang="en-US" sz="700" dirty="0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fuzzy modeling. Evolving Systems, 1, 1–12. </a:t>
            </a:r>
            <a:endParaRPr lang="sl-SI" sz="700" dirty="0">
              <a:solidFill>
                <a:schemeClr val="bg1">
                  <a:lumMod val="50000"/>
                </a:schemeClr>
              </a:solidFill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sl-SI" sz="700" dirty="0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[2]</a:t>
            </a:r>
            <a:r>
              <a:rPr lang="en-US" sz="700" dirty="0">
                <a:solidFill>
                  <a:schemeClr val="bg1">
                    <a:lumMod val="50000"/>
                  </a:schemeClr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[43] </a:t>
            </a:r>
            <a:r>
              <a:rPr lang="en-US" sz="700" dirty="0" err="1">
                <a:solidFill>
                  <a:schemeClr val="bg1">
                    <a:lumMod val="50000"/>
                  </a:schemeClr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Skrjanc</a:t>
            </a:r>
            <a:r>
              <a:rPr lang="en-US" sz="700" dirty="0">
                <a:solidFill>
                  <a:schemeClr val="bg1">
                    <a:lumMod val="50000"/>
                  </a:schemeClr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, I. (2020). Cluster-Volume-Based Merging Approach for Incrementally Evolving Fuzzy Gaussian Clustering-</a:t>
            </a:r>
            <a:r>
              <a:rPr lang="en-US" sz="700" dirty="0" err="1">
                <a:solidFill>
                  <a:schemeClr val="bg1">
                    <a:lumMod val="50000"/>
                  </a:schemeClr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eGAUSS</a:t>
            </a:r>
            <a:r>
              <a:rPr lang="en-US" sz="700" dirty="0">
                <a:solidFill>
                  <a:schemeClr val="bg1">
                    <a:lumMod val="50000"/>
                  </a:schemeClr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+. </a:t>
            </a:r>
            <a:r>
              <a:rPr lang="en-US" sz="700" i="1" dirty="0">
                <a:solidFill>
                  <a:schemeClr val="bg1">
                    <a:lumMod val="50000"/>
                  </a:schemeClr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IEEE Transactions on Fuzzy Systems</a:t>
            </a:r>
            <a:r>
              <a:rPr lang="en-US" sz="700" dirty="0">
                <a:solidFill>
                  <a:schemeClr val="bg1">
                    <a:lumMod val="50000"/>
                  </a:schemeClr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700" i="1" dirty="0">
                <a:solidFill>
                  <a:schemeClr val="bg1">
                    <a:lumMod val="50000"/>
                  </a:schemeClr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28</a:t>
            </a:r>
            <a:r>
              <a:rPr lang="en-US" sz="700" dirty="0">
                <a:solidFill>
                  <a:schemeClr val="bg1">
                    <a:lumMod val="50000"/>
                  </a:schemeClr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(9), 2222–2231. </a:t>
            </a:r>
            <a:endParaRPr lang="sl-SI" sz="700" dirty="0">
              <a:solidFill>
                <a:schemeClr val="bg1">
                  <a:lumMod val="50000"/>
                </a:schemeClr>
              </a:solidFill>
              <a:effectLst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sl-SI" sz="700" dirty="0">
                <a:solidFill>
                  <a:schemeClr val="bg1">
                    <a:lumMod val="50000"/>
                  </a:schemeClr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[11][54] </a:t>
            </a:r>
            <a:r>
              <a:rPr lang="sl-SI" sz="700" dirty="0" err="1">
                <a:solidFill>
                  <a:schemeClr val="bg1">
                    <a:lumMod val="50000"/>
                  </a:schemeClr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Leite</a:t>
            </a:r>
            <a:r>
              <a:rPr lang="sl-SI" sz="700" dirty="0">
                <a:solidFill>
                  <a:schemeClr val="bg1">
                    <a:lumMod val="50000"/>
                  </a:schemeClr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, D., </a:t>
            </a:r>
            <a:r>
              <a:rPr lang="sl-SI" sz="700" dirty="0" err="1">
                <a:solidFill>
                  <a:schemeClr val="bg1">
                    <a:lumMod val="50000"/>
                  </a:schemeClr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Ballini</a:t>
            </a:r>
            <a:r>
              <a:rPr lang="sl-SI" sz="700" dirty="0">
                <a:solidFill>
                  <a:schemeClr val="bg1">
                    <a:lumMod val="50000"/>
                  </a:schemeClr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, R., Costa, P., &amp; </a:t>
            </a:r>
            <a:r>
              <a:rPr lang="sl-SI" sz="700" dirty="0" err="1">
                <a:solidFill>
                  <a:schemeClr val="bg1">
                    <a:lumMod val="50000"/>
                  </a:schemeClr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Gomide</a:t>
            </a:r>
            <a:r>
              <a:rPr lang="sl-SI" sz="700" dirty="0">
                <a:solidFill>
                  <a:schemeClr val="bg1">
                    <a:lumMod val="50000"/>
                  </a:schemeClr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, F. (2012). </a:t>
            </a:r>
            <a:r>
              <a:rPr lang="sl-SI" sz="700" dirty="0" err="1">
                <a:solidFill>
                  <a:schemeClr val="bg1">
                    <a:lumMod val="50000"/>
                  </a:schemeClr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Evolving</a:t>
            </a:r>
            <a:r>
              <a:rPr lang="sl-SI" sz="700" dirty="0">
                <a:solidFill>
                  <a:schemeClr val="bg1">
                    <a:lumMod val="50000"/>
                  </a:schemeClr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700" dirty="0" err="1">
                <a:solidFill>
                  <a:schemeClr val="bg1">
                    <a:lumMod val="50000"/>
                  </a:schemeClr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fuzzy</a:t>
            </a:r>
            <a:r>
              <a:rPr lang="sl-SI" sz="700" dirty="0">
                <a:solidFill>
                  <a:schemeClr val="bg1">
                    <a:lumMod val="50000"/>
                  </a:schemeClr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700" dirty="0" err="1">
                <a:solidFill>
                  <a:schemeClr val="bg1">
                    <a:lumMod val="50000"/>
                  </a:schemeClr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granular</a:t>
            </a:r>
            <a:r>
              <a:rPr lang="sl-SI" sz="700" dirty="0">
                <a:solidFill>
                  <a:schemeClr val="bg1">
                    <a:lumMod val="50000"/>
                  </a:schemeClr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700" dirty="0" err="1">
                <a:solidFill>
                  <a:schemeClr val="bg1">
                    <a:lumMod val="50000"/>
                  </a:schemeClr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modeling</a:t>
            </a:r>
            <a:r>
              <a:rPr lang="sl-SI" sz="700" dirty="0">
                <a:solidFill>
                  <a:schemeClr val="bg1">
                    <a:lumMod val="50000"/>
                  </a:schemeClr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700" dirty="0" err="1">
                <a:solidFill>
                  <a:schemeClr val="bg1">
                    <a:lumMod val="50000"/>
                  </a:schemeClr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from</a:t>
            </a:r>
            <a:r>
              <a:rPr lang="sl-SI" sz="700" dirty="0">
                <a:solidFill>
                  <a:schemeClr val="bg1">
                    <a:lumMod val="50000"/>
                  </a:schemeClr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700" dirty="0" err="1">
                <a:solidFill>
                  <a:schemeClr val="bg1">
                    <a:lumMod val="50000"/>
                  </a:schemeClr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nonstationary</a:t>
            </a:r>
            <a:r>
              <a:rPr lang="sl-SI" sz="700" dirty="0">
                <a:solidFill>
                  <a:schemeClr val="bg1">
                    <a:lumMod val="50000"/>
                  </a:schemeClr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700" dirty="0" err="1">
                <a:solidFill>
                  <a:schemeClr val="bg1">
                    <a:lumMod val="50000"/>
                  </a:schemeClr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fuzzy</a:t>
            </a:r>
            <a:r>
              <a:rPr lang="sl-SI" sz="700" dirty="0">
                <a:solidFill>
                  <a:schemeClr val="bg1">
                    <a:lumMod val="50000"/>
                  </a:schemeClr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data </a:t>
            </a:r>
            <a:r>
              <a:rPr lang="sl-SI" sz="700" dirty="0" err="1">
                <a:solidFill>
                  <a:schemeClr val="bg1">
                    <a:lumMod val="50000"/>
                  </a:schemeClr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streams</a:t>
            </a:r>
            <a:r>
              <a:rPr lang="sl-SI" sz="700" dirty="0">
                <a:solidFill>
                  <a:schemeClr val="bg1">
                    <a:lumMod val="50000"/>
                  </a:schemeClr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sl-SI" sz="700" i="1" dirty="0" err="1">
                <a:solidFill>
                  <a:schemeClr val="bg1">
                    <a:lumMod val="50000"/>
                  </a:schemeClr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Evolving</a:t>
            </a:r>
            <a:r>
              <a:rPr lang="sl-SI" sz="700" i="1" dirty="0">
                <a:solidFill>
                  <a:schemeClr val="bg1">
                    <a:lumMod val="50000"/>
                  </a:schemeClr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700" i="1" dirty="0" err="1">
                <a:solidFill>
                  <a:schemeClr val="bg1">
                    <a:lumMod val="50000"/>
                  </a:schemeClr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Systems</a:t>
            </a:r>
            <a:r>
              <a:rPr lang="sl-SI" sz="700" dirty="0">
                <a:solidFill>
                  <a:schemeClr val="bg1">
                    <a:lumMod val="50000"/>
                  </a:schemeClr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sl-SI" sz="700" i="1" dirty="0">
                <a:solidFill>
                  <a:schemeClr val="bg1">
                    <a:lumMod val="50000"/>
                  </a:schemeClr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sl-SI" sz="700" dirty="0">
                <a:solidFill>
                  <a:schemeClr val="bg1">
                    <a:lumMod val="50000"/>
                  </a:schemeClr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(2), 65–79. </a:t>
            </a:r>
            <a:endParaRPr lang="sl-SI" sz="700" dirty="0">
              <a:solidFill>
                <a:schemeClr val="bg1">
                  <a:lumMod val="50000"/>
                </a:schemeClr>
              </a:solidFill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defRPr/>
            </a:pPr>
            <a:r>
              <a:rPr lang="sl-SI" sz="700" dirty="0">
                <a:solidFill>
                  <a:schemeClr val="bg1">
                    <a:lumMod val="50000"/>
                  </a:schemeClr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[9]</a:t>
            </a:r>
            <a:r>
              <a:rPr lang="en-US" sz="700" dirty="0">
                <a:solidFill>
                  <a:schemeClr val="bg1">
                    <a:lumMod val="50000"/>
                  </a:schemeClr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[31] </a:t>
            </a:r>
            <a:r>
              <a:rPr lang="en-US" sz="700" dirty="0" err="1">
                <a:solidFill>
                  <a:schemeClr val="bg1">
                    <a:lumMod val="50000"/>
                  </a:schemeClr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Blazic</a:t>
            </a:r>
            <a:r>
              <a:rPr lang="en-US" sz="700" dirty="0">
                <a:solidFill>
                  <a:schemeClr val="bg1">
                    <a:lumMod val="50000"/>
                  </a:schemeClr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, S., &amp; </a:t>
            </a:r>
            <a:r>
              <a:rPr lang="en-US" sz="700" dirty="0" err="1">
                <a:solidFill>
                  <a:schemeClr val="bg1">
                    <a:lumMod val="50000"/>
                  </a:schemeClr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Skrjanc</a:t>
            </a:r>
            <a:r>
              <a:rPr lang="en-US" sz="700" dirty="0">
                <a:solidFill>
                  <a:schemeClr val="bg1">
                    <a:lumMod val="50000"/>
                  </a:schemeClr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, I. (2020). Hybrid system identification by incremental fuzzy C-regression clustering. </a:t>
            </a:r>
            <a:r>
              <a:rPr lang="en-US" sz="700" i="1" dirty="0">
                <a:solidFill>
                  <a:schemeClr val="bg1">
                    <a:lumMod val="50000"/>
                  </a:schemeClr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IEEE International Conference on Fuzzy Systems</a:t>
            </a:r>
            <a:r>
              <a:rPr lang="en-US" sz="700" dirty="0">
                <a:solidFill>
                  <a:schemeClr val="bg1">
                    <a:lumMod val="50000"/>
                  </a:schemeClr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700" i="1" dirty="0">
                <a:solidFill>
                  <a:schemeClr val="bg1">
                    <a:lumMod val="50000"/>
                  </a:schemeClr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2020-July</a:t>
            </a:r>
            <a:r>
              <a:rPr lang="en-US" sz="700" dirty="0">
                <a:solidFill>
                  <a:schemeClr val="bg1">
                    <a:lumMod val="50000"/>
                  </a:schemeClr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endParaRPr lang="sl-SI" sz="700" dirty="0">
              <a:solidFill>
                <a:schemeClr val="bg1">
                  <a:lumMod val="50000"/>
                </a:schemeClr>
              </a:solidFill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sl-SI" sz="700" dirty="0">
              <a:solidFill>
                <a:schemeClr val="bg1">
                  <a:lumMod val="50000"/>
                </a:schemeClr>
              </a:solidFill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0855962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slov 1">
            <a:extLst>
              <a:ext uri="{FF2B5EF4-FFF2-40B4-BE49-F238E27FC236}">
                <a16:creationId xmlns:a16="http://schemas.microsoft.com/office/drawing/2014/main" id="{57EC456E-D405-4E59-BBB5-E6494BC69D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anchor="b">
            <a:normAutofit/>
          </a:bodyPr>
          <a:lstStyle/>
          <a:p>
            <a:r>
              <a:rPr lang="sl-SI" sz="5400" dirty="0"/>
              <a:t>Metode rojenja</a:t>
            </a:r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650D18FE-0824-4A46-B22C-A86B52E578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značba mesta vsebine 2">
            <a:extLst>
              <a:ext uri="{FF2B5EF4-FFF2-40B4-BE49-F238E27FC236}">
                <a16:creationId xmlns:a16="http://schemas.microsoft.com/office/drawing/2014/main" id="{0C8395A6-C043-47BC-A1BA-EF142E98D3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660904"/>
            <a:ext cx="4656381" cy="3909192"/>
          </a:xfrm>
        </p:spPr>
        <p:txBody>
          <a:bodyPr anchor="t">
            <a:normAutofit fontScale="85000" lnSpcReduction="20000"/>
          </a:bodyPr>
          <a:lstStyle/>
          <a:p>
            <a:r>
              <a:rPr lang="sl-SI" sz="1600" b="1" dirty="0"/>
              <a:t>Odštevalno rojenje </a:t>
            </a:r>
            <a:r>
              <a:rPr lang="sl-SI" sz="1600" dirty="0"/>
              <a:t>(</a:t>
            </a:r>
            <a:r>
              <a:rPr lang="sl-SI" sz="1600" i="1" dirty="0" err="1"/>
              <a:t>subtractive</a:t>
            </a:r>
            <a:r>
              <a:rPr lang="sl-SI" sz="1600" i="1" dirty="0"/>
              <a:t> </a:t>
            </a:r>
            <a:r>
              <a:rPr lang="sl-SI" sz="1600" i="1" dirty="0" err="1"/>
              <a:t>clustering</a:t>
            </a:r>
            <a:r>
              <a:rPr lang="sl-SI" sz="1600" dirty="0"/>
              <a:t>) [1(3), 15(46)], </a:t>
            </a:r>
          </a:p>
          <a:p>
            <a:r>
              <a:rPr lang="sl-SI" sz="1600" b="1" dirty="0"/>
              <a:t>mehko rojenje s C-središči </a:t>
            </a:r>
            <a:r>
              <a:rPr lang="sl-SI" sz="1600" dirty="0"/>
              <a:t>(</a:t>
            </a:r>
            <a:r>
              <a:rPr lang="sl-SI" sz="1600" i="1" dirty="0" err="1"/>
              <a:t>Fuzzy</a:t>
            </a:r>
            <a:r>
              <a:rPr lang="sl-SI" sz="1600" i="1" dirty="0"/>
              <a:t> C-</a:t>
            </a:r>
            <a:r>
              <a:rPr lang="sl-SI" sz="1600" i="1" dirty="0" err="1"/>
              <a:t>means</a:t>
            </a:r>
            <a:r>
              <a:rPr lang="sl-SI" sz="1600" dirty="0"/>
              <a:t>), </a:t>
            </a:r>
          </a:p>
          <a:p>
            <a:r>
              <a:rPr lang="sl-SI" sz="1600" dirty="0"/>
              <a:t>rekurzivno rojenje po metodi </a:t>
            </a:r>
            <a:r>
              <a:rPr lang="sl-SI" sz="1600" b="1" dirty="0" err="1"/>
              <a:t>Gustafson-Kesse</a:t>
            </a:r>
            <a:r>
              <a:rPr lang="sl-SI" sz="1600" dirty="0" err="1"/>
              <a:t>l</a:t>
            </a:r>
            <a:r>
              <a:rPr lang="sl-SI" sz="1600" dirty="0"/>
              <a:t> [3(5),16(13)],</a:t>
            </a:r>
          </a:p>
          <a:p>
            <a:r>
              <a:rPr lang="sl-SI" sz="1600" dirty="0"/>
              <a:t>rekurzivno rojenje po metodi </a:t>
            </a:r>
            <a:r>
              <a:rPr lang="sl-SI" sz="1600" b="1" dirty="0" err="1"/>
              <a:t>Gath-Geva</a:t>
            </a:r>
            <a:r>
              <a:rPr lang="sl-SI" sz="1600" b="1" dirty="0"/>
              <a:t> </a:t>
            </a:r>
            <a:r>
              <a:rPr lang="sl-SI" sz="1600" dirty="0"/>
              <a:t>[17(14)],</a:t>
            </a:r>
          </a:p>
          <a:p>
            <a:r>
              <a:rPr lang="sl-SI" sz="1600" b="1" dirty="0" err="1"/>
              <a:t>samorazvijajoče</a:t>
            </a:r>
            <a:r>
              <a:rPr lang="sl-SI" sz="1600" b="1" dirty="0"/>
              <a:t> se rojenje </a:t>
            </a:r>
            <a:r>
              <a:rPr lang="sl-SI" sz="1600" dirty="0"/>
              <a:t>(</a:t>
            </a:r>
            <a:r>
              <a:rPr lang="sl-SI" sz="1600" dirty="0" err="1"/>
              <a:t>evolving</a:t>
            </a:r>
            <a:r>
              <a:rPr lang="sl-SI" sz="1600" dirty="0"/>
              <a:t> </a:t>
            </a:r>
            <a:r>
              <a:rPr lang="sl-SI" sz="1600" dirty="0" err="1"/>
              <a:t>clustering</a:t>
            </a:r>
            <a:r>
              <a:rPr lang="sl-SI" sz="1600" dirty="0"/>
              <a:t> </a:t>
            </a:r>
            <a:r>
              <a:rPr lang="sl-SI" sz="1600" dirty="0" err="1"/>
              <a:t>method</a:t>
            </a:r>
            <a:r>
              <a:rPr lang="sl-SI" sz="1600" dirty="0"/>
              <a:t>) [13(4)], </a:t>
            </a:r>
          </a:p>
          <a:p>
            <a:pPr>
              <a:lnSpc>
                <a:spcPct val="120000"/>
              </a:lnSpc>
            </a:pPr>
            <a:r>
              <a:rPr lang="sl-SI" sz="1600" b="1" dirty="0" err="1"/>
              <a:t>inkrementalno</a:t>
            </a:r>
            <a:r>
              <a:rPr lang="sl-SI" sz="1600" b="1" dirty="0"/>
              <a:t> mehko rojenje s C-regresijo </a:t>
            </a:r>
            <a:r>
              <a:rPr lang="sl-SI" sz="1600" dirty="0"/>
              <a:t>(</a:t>
            </a:r>
            <a:r>
              <a:rPr lang="sl-SI" sz="1600" i="1" dirty="0" err="1"/>
              <a:t>incremental</a:t>
            </a:r>
            <a:r>
              <a:rPr lang="sl-SI" sz="1600" i="1" dirty="0"/>
              <a:t> </a:t>
            </a:r>
            <a:r>
              <a:rPr lang="sl-SI" sz="1600" i="1" dirty="0" err="1"/>
              <a:t>fuzzy</a:t>
            </a:r>
            <a:r>
              <a:rPr lang="sl-SI" sz="1600" i="1" dirty="0"/>
              <a:t> C-</a:t>
            </a:r>
            <a:r>
              <a:rPr lang="sl-SI" sz="1600" i="1" dirty="0" err="1"/>
              <a:t>regression</a:t>
            </a:r>
            <a:r>
              <a:rPr lang="sl-SI" sz="1600" i="1" dirty="0"/>
              <a:t> </a:t>
            </a:r>
            <a:r>
              <a:rPr lang="sl-SI" sz="1600" i="1" dirty="0" err="1"/>
              <a:t>clustering</a:t>
            </a:r>
            <a:r>
              <a:rPr lang="sl-SI" sz="1600" dirty="0"/>
              <a:t>) [9(31)],  </a:t>
            </a:r>
          </a:p>
          <a:p>
            <a:r>
              <a:rPr lang="sl-SI" sz="1600" b="1" dirty="0"/>
              <a:t>rojenje s C-možnimi roji </a:t>
            </a:r>
            <a:r>
              <a:rPr lang="sl-SI" sz="1600" dirty="0"/>
              <a:t>(</a:t>
            </a:r>
            <a:r>
              <a:rPr lang="sl-SI" sz="1600" dirty="0" err="1"/>
              <a:t>possibilistic</a:t>
            </a:r>
            <a:r>
              <a:rPr lang="sl-SI" sz="1600" dirty="0"/>
              <a:t> C-</a:t>
            </a:r>
            <a:r>
              <a:rPr lang="sl-SI" sz="1600" dirty="0" err="1"/>
              <a:t>means</a:t>
            </a:r>
            <a:r>
              <a:rPr lang="sl-SI" sz="1600" dirty="0"/>
              <a:t>),</a:t>
            </a:r>
          </a:p>
          <a:p>
            <a:r>
              <a:rPr lang="sl-SI" sz="1600" dirty="0"/>
              <a:t>rojenje na osnovi </a:t>
            </a:r>
            <a:r>
              <a:rPr lang="sl-SI" sz="1600" b="1" dirty="0"/>
              <a:t>gostote </a:t>
            </a:r>
            <a:r>
              <a:rPr lang="sl-SI" sz="1600" dirty="0"/>
              <a:t>(</a:t>
            </a:r>
            <a:r>
              <a:rPr lang="sl-SI" sz="1600" dirty="0" err="1"/>
              <a:t>density-based</a:t>
            </a:r>
            <a:r>
              <a:rPr lang="sl-SI" sz="1600" dirty="0"/>
              <a:t>)[12(41)], </a:t>
            </a:r>
          </a:p>
          <a:p>
            <a:r>
              <a:rPr lang="sl-SI" sz="1600" dirty="0"/>
              <a:t>rojenje na osnovi </a:t>
            </a:r>
            <a:r>
              <a:rPr lang="sl-SI" sz="1600" b="1" dirty="0"/>
              <a:t>razpršenosti </a:t>
            </a:r>
            <a:r>
              <a:rPr lang="sl-SI" sz="1600" dirty="0"/>
              <a:t>(</a:t>
            </a:r>
            <a:r>
              <a:rPr lang="sl-SI" sz="1600" dirty="0" err="1"/>
              <a:t>scatter-based</a:t>
            </a:r>
            <a:r>
              <a:rPr lang="sl-SI" sz="1600" dirty="0"/>
              <a:t>) [18(8)],</a:t>
            </a:r>
          </a:p>
          <a:p>
            <a:r>
              <a:rPr lang="sl-SI" sz="1600" dirty="0"/>
              <a:t>rojenje s </a:t>
            </a:r>
            <a:r>
              <a:rPr lang="sl-SI" sz="1600" b="1" dirty="0"/>
              <a:t>vektorsko kvantizacijo </a:t>
            </a:r>
            <a:r>
              <a:rPr lang="sl-SI" sz="1600" dirty="0"/>
              <a:t>(</a:t>
            </a:r>
            <a:r>
              <a:rPr lang="sl-SI" sz="1600" dirty="0" err="1"/>
              <a:t>vector</a:t>
            </a:r>
            <a:r>
              <a:rPr lang="sl-SI" sz="1600" dirty="0"/>
              <a:t> </a:t>
            </a:r>
            <a:r>
              <a:rPr lang="sl-SI" sz="1600" dirty="0" err="1"/>
              <a:t>quantization</a:t>
            </a:r>
            <a:r>
              <a:rPr lang="sl-SI" sz="1600" dirty="0"/>
              <a:t>) [19(49)],  </a:t>
            </a:r>
          </a:p>
          <a:p>
            <a:r>
              <a:rPr lang="sl-SI" sz="1600" dirty="0" err="1"/>
              <a:t>samorazvijajoče</a:t>
            </a:r>
            <a:r>
              <a:rPr lang="sl-SI" sz="1600" dirty="0"/>
              <a:t> se </a:t>
            </a:r>
            <a:r>
              <a:rPr lang="sl-SI" sz="1600" b="1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Gaussovo </a:t>
            </a:r>
            <a:r>
              <a:rPr lang="sl-SI" sz="1600" dirty="0">
                <a:ea typeface="Calibri" panose="020F0502020204030204" pitchFamily="34" charset="0"/>
                <a:cs typeface="Times New Roman" panose="02020603050405020304" pitchFamily="18" charset="0"/>
              </a:rPr>
              <a:t>r</a:t>
            </a:r>
            <a:r>
              <a:rPr lang="sl-SI" sz="16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ojenje </a:t>
            </a:r>
            <a:r>
              <a:rPr lang="sl-SI" sz="1600" b="1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(</a:t>
            </a:r>
            <a:r>
              <a:rPr lang="sl-SI" sz="1600" b="1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eGauss</a:t>
            </a:r>
            <a:r>
              <a:rPr lang="sl-SI" sz="1600" b="1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)</a:t>
            </a:r>
            <a:r>
              <a:rPr lang="en-US" sz="16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[</a:t>
            </a:r>
            <a:r>
              <a:rPr lang="sl-SI" sz="16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2(</a:t>
            </a:r>
            <a:r>
              <a:rPr lang="en-US" sz="16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43</a:t>
            </a:r>
            <a:r>
              <a:rPr lang="sl-SI" sz="16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)</a:t>
            </a:r>
            <a:r>
              <a:rPr lang="en-US" sz="16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]</a:t>
            </a:r>
            <a:r>
              <a:rPr lang="sl-SI" sz="16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idr.</a:t>
            </a:r>
          </a:p>
        </p:txBody>
      </p:sp>
      <p:pic>
        <p:nvPicPr>
          <p:cNvPr id="8" name="Slika 7" descr="Slika, ki vsebuje besede besedilo&#10;&#10;Opis je samodejno ustvarjen">
            <a:extLst>
              <a:ext uri="{FF2B5EF4-FFF2-40B4-BE49-F238E27FC236}">
                <a16:creationId xmlns:a16="http://schemas.microsoft.com/office/drawing/2014/main" id="{F057BFDF-3E42-4BB8-8623-4B77CC9474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1191" y="2367792"/>
            <a:ext cx="3663771" cy="1245682"/>
          </a:xfrm>
          <a:prstGeom prst="rect">
            <a:avLst/>
          </a:prstGeom>
        </p:spPr>
      </p:pic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454B71B-2949-4EE9-AA67-6232A6F2F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2E658395-0858-4046-BAB6-178FB2A7F14B}" type="slidenum">
              <a:rPr lang="sl-SI" smtClean="0"/>
              <a:pPr>
                <a:spcAft>
                  <a:spcPts val="600"/>
                </a:spcAft>
              </a:pPr>
              <a:t>9</a:t>
            </a:fld>
            <a:endParaRPr lang="sl-SI"/>
          </a:p>
        </p:txBody>
      </p:sp>
      <p:pic>
        <p:nvPicPr>
          <p:cNvPr id="7" name="Slika 6">
            <a:extLst>
              <a:ext uri="{FF2B5EF4-FFF2-40B4-BE49-F238E27FC236}">
                <a16:creationId xmlns:a16="http://schemas.microsoft.com/office/drawing/2014/main" id="{49B23FB3-161C-4BD6-AD9B-09220DB3C24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1704" y="130556"/>
            <a:ext cx="1168059" cy="487300"/>
          </a:xfrm>
          <a:prstGeom prst="rect">
            <a:avLst/>
          </a:prstGeom>
        </p:spPr>
      </p:pic>
      <p:pic>
        <p:nvPicPr>
          <p:cNvPr id="14" name="Slika 13" descr="Slika, ki vsebuje besede besedilo, oranžna, antena, dan&#10;&#10;Opis je samodejno ustvarjen">
            <a:extLst>
              <a:ext uri="{FF2B5EF4-FFF2-40B4-BE49-F238E27FC236}">
                <a16:creationId xmlns:a16="http://schemas.microsoft.com/office/drawing/2014/main" id="{55479145-6CF5-47A0-93D5-23934F8F8EF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57800" y="2697732"/>
            <a:ext cx="2776353" cy="953418"/>
          </a:xfrm>
          <a:prstGeom prst="rect">
            <a:avLst/>
          </a:prstGeom>
        </p:spPr>
      </p:pic>
      <p:pic>
        <p:nvPicPr>
          <p:cNvPr id="15" name="Slika 14">
            <a:extLst>
              <a:ext uri="{FF2B5EF4-FFF2-40B4-BE49-F238E27FC236}">
                <a16:creationId xmlns:a16="http://schemas.microsoft.com/office/drawing/2014/main" id="{9B312533-066A-49D1-9F28-DEFD44A7DEF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87317" y="2225914"/>
            <a:ext cx="3078867" cy="423434"/>
          </a:xfrm>
          <a:prstGeom prst="rect">
            <a:avLst/>
          </a:prstGeom>
        </p:spPr>
      </p:pic>
      <p:pic>
        <p:nvPicPr>
          <p:cNvPr id="17" name="Slika 4">
            <a:extLst>
              <a:ext uri="{FF2B5EF4-FFF2-40B4-BE49-F238E27FC236}">
                <a16:creationId xmlns:a16="http://schemas.microsoft.com/office/drawing/2014/main" id="{593A5D32-7A7C-4F7C-B891-CFFFAA1A15C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41300" y="887862"/>
            <a:ext cx="2706820" cy="423676"/>
          </a:xfrm>
          <a:prstGeom prst="rect">
            <a:avLst/>
          </a:prstGeom>
        </p:spPr>
      </p:pic>
      <p:pic>
        <p:nvPicPr>
          <p:cNvPr id="19" name="Slika 5" descr="Slika, ki vsebuje besede besedilo&#10;&#10;Opis je samodejno ustvarjen">
            <a:extLst>
              <a:ext uri="{FF2B5EF4-FFF2-40B4-BE49-F238E27FC236}">
                <a16:creationId xmlns:a16="http://schemas.microsoft.com/office/drawing/2014/main" id="{D35C37BC-E55C-473D-B7A2-48AD29E8CD5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27324" y="1363354"/>
            <a:ext cx="3906393" cy="667694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DF3915B4-3F5A-494A-86E5-4E7AEBE329A6}"/>
              </a:ext>
            </a:extLst>
          </p:cNvPr>
          <p:cNvSpPr txBox="1"/>
          <p:nvPr/>
        </p:nvSpPr>
        <p:spPr>
          <a:xfrm>
            <a:off x="5350037" y="4041354"/>
            <a:ext cx="6841963" cy="2565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[3] </a:t>
            </a:r>
            <a:r>
              <a:rPr lang="en-US" sz="800" dirty="0" err="1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Angelov</a:t>
            </a:r>
            <a:r>
              <a:rPr lang="en-US" sz="800" dirty="0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P. P., &amp; </a:t>
            </a:r>
            <a:r>
              <a:rPr lang="en-US" sz="800" dirty="0" err="1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Filev</a:t>
            </a:r>
            <a:r>
              <a:rPr lang="en-US" sz="800" dirty="0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D. P. (2004). An Approach to Online Identification of Takagi-</a:t>
            </a:r>
            <a:r>
              <a:rPr lang="en-US" sz="800" dirty="0" err="1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Sugeno</a:t>
            </a:r>
            <a:r>
              <a:rPr lang="en-US" sz="800" dirty="0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Fuzzy Models. IEEE Transactions on Systems, Man, and Cybernetics, Part B: Cybernetics, 34(1), 484–498.</a:t>
            </a:r>
            <a:endParaRPr lang="sl-SI" sz="800" dirty="0">
              <a:solidFill>
                <a:schemeClr val="bg1">
                  <a:lumMod val="50000"/>
                </a:schemeClr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sl-SI" sz="800" dirty="0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[46] Angelov, P., &amp; </a:t>
            </a:r>
            <a:r>
              <a:rPr lang="sl-SI" sz="800" dirty="0" err="1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Yager</a:t>
            </a:r>
            <a:r>
              <a:rPr lang="sl-SI" sz="800" dirty="0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R. (2012). A </a:t>
            </a:r>
            <a:r>
              <a:rPr lang="sl-SI" sz="800" dirty="0" err="1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new</a:t>
            </a:r>
            <a:r>
              <a:rPr lang="sl-SI" sz="800" dirty="0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800" dirty="0" err="1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type</a:t>
            </a:r>
            <a:r>
              <a:rPr lang="sl-SI" sz="800" dirty="0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800" dirty="0" err="1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of</a:t>
            </a:r>
            <a:r>
              <a:rPr lang="sl-SI" sz="800" dirty="0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800" dirty="0" err="1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simplified</a:t>
            </a:r>
            <a:r>
              <a:rPr lang="sl-SI" sz="800" dirty="0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800" dirty="0" err="1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fuzzy</a:t>
            </a:r>
            <a:r>
              <a:rPr lang="sl-SI" sz="800" dirty="0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rule-</a:t>
            </a:r>
            <a:r>
              <a:rPr lang="sl-SI" sz="800" dirty="0" err="1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based</a:t>
            </a:r>
            <a:r>
              <a:rPr lang="sl-SI" sz="800" dirty="0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800" dirty="0" err="1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system</a:t>
            </a:r>
            <a:r>
              <a:rPr lang="sl-SI" sz="800" dirty="0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. </a:t>
            </a:r>
            <a:r>
              <a:rPr lang="sl-SI" sz="800" dirty="0" err="1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International</a:t>
            </a:r>
            <a:r>
              <a:rPr lang="sl-SI" sz="800" dirty="0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800" dirty="0" err="1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Journal</a:t>
            </a:r>
            <a:r>
              <a:rPr lang="sl-SI" sz="800" dirty="0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800" dirty="0" err="1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of</a:t>
            </a:r>
            <a:r>
              <a:rPr lang="sl-SI" sz="800" dirty="0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General </a:t>
            </a:r>
            <a:r>
              <a:rPr lang="sl-SI" sz="800" dirty="0" err="1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Systems</a:t>
            </a:r>
            <a:r>
              <a:rPr lang="sl-SI" sz="800" dirty="0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41(2), 163–185.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[5] </a:t>
            </a:r>
            <a:r>
              <a:rPr lang="en-US" sz="800" dirty="0" err="1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Dovžan</a:t>
            </a:r>
            <a:r>
              <a:rPr lang="en-US" sz="800" dirty="0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D., </a:t>
            </a:r>
            <a:r>
              <a:rPr lang="en-US" sz="800" dirty="0" err="1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Logar</a:t>
            </a:r>
            <a:r>
              <a:rPr lang="en-US" sz="800" dirty="0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V., &amp; Škrjanc, I. (2015). Implementation of an Evolving Fuzzy Model (</a:t>
            </a:r>
            <a:r>
              <a:rPr lang="en-US" sz="800" dirty="0" err="1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eFuMo</a:t>
            </a:r>
            <a:r>
              <a:rPr lang="en-US" sz="800" dirty="0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 in a Monitoring System for a Waste-Water Treatment Process. IEEE Transactions on Fuzzy Systems, 23(5), 1761–1776.</a:t>
            </a:r>
            <a:endParaRPr lang="sl-SI" sz="800" dirty="0">
              <a:solidFill>
                <a:schemeClr val="bg1">
                  <a:lumMod val="50000"/>
                </a:schemeClr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[13] </a:t>
            </a:r>
            <a:r>
              <a:rPr lang="en-US" sz="800" dirty="0" err="1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Dovžan</a:t>
            </a:r>
            <a:r>
              <a:rPr lang="en-US" sz="800" dirty="0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D., &amp; Škrjanc, I. (2011). Recursive clustering based on a Gustafson-Kessel algorithm. Evolving Systems, 2(1), 15–24. </a:t>
            </a:r>
            <a:endParaRPr lang="sl-SI" sz="800" dirty="0">
              <a:solidFill>
                <a:schemeClr val="bg1">
                  <a:lumMod val="50000"/>
                </a:schemeClr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[14] Soleimani-B, H., Lucas, C., &amp; </a:t>
            </a:r>
            <a:r>
              <a:rPr lang="en-US" sz="800" dirty="0" err="1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Araabi</a:t>
            </a:r>
            <a:r>
              <a:rPr lang="en-US" sz="800" dirty="0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B. N. (2010). Recursive Gath-</a:t>
            </a:r>
            <a:r>
              <a:rPr lang="en-US" sz="800" dirty="0" err="1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Geva</a:t>
            </a:r>
            <a:r>
              <a:rPr lang="en-US" sz="800" dirty="0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clustering as a basis for evolving neuro-fuzzy modeling. Evolving Systems, 1(1), 59–71. </a:t>
            </a:r>
            <a:endParaRPr lang="sl-SI" sz="800" dirty="0">
              <a:solidFill>
                <a:schemeClr val="bg1">
                  <a:lumMod val="50000"/>
                </a:schemeClr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[4] </a:t>
            </a:r>
            <a:r>
              <a:rPr lang="sl-SI" sz="800" dirty="0" err="1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Kasabov</a:t>
            </a:r>
            <a:r>
              <a:rPr lang="sl-SI" sz="800" dirty="0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N. K., &amp; Song, Q. (2002). DENFIS: </a:t>
            </a:r>
            <a:r>
              <a:rPr lang="sl-SI" sz="800" dirty="0" err="1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Dynamic</a:t>
            </a:r>
            <a:r>
              <a:rPr lang="sl-SI" sz="800" dirty="0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800" dirty="0" err="1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evolving</a:t>
            </a:r>
            <a:r>
              <a:rPr lang="sl-SI" sz="800" dirty="0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800" dirty="0" err="1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neural-fuzzy</a:t>
            </a:r>
            <a:r>
              <a:rPr lang="sl-SI" sz="800" dirty="0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800" dirty="0" err="1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inference</a:t>
            </a:r>
            <a:r>
              <a:rPr lang="sl-SI" sz="800" dirty="0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800" dirty="0" err="1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system</a:t>
            </a:r>
            <a:r>
              <a:rPr lang="sl-SI" sz="800" dirty="0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800" dirty="0" err="1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and</a:t>
            </a:r>
            <a:r>
              <a:rPr lang="sl-SI" sz="800" dirty="0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800" dirty="0" err="1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its</a:t>
            </a:r>
            <a:r>
              <a:rPr lang="sl-SI" sz="800" dirty="0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800" dirty="0" err="1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application</a:t>
            </a:r>
            <a:r>
              <a:rPr lang="sl-SI" sz="800" dirty="0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800" dirty="0" err="1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for</a:t>
            </a:r>
            <a:r>
              <a:rPr lang="sl-SI" sz="800" dirty="0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time-</a:t>
            </a:r>
            <a:r>
              <a:rPr lang="sl-SI" sz="800" dirty="0" err="1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series</a:t>
            </a:r>
            <a:r>
              <a:rPr lang="sl-SI" sz="800" dirty="0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800" dirty="0" err="1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prediction</a:t>
            </a:r>
            <a:r>
              <a:rPr lang="sl-SI" sz="800" dirty="0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sl-SI" sz="800" i="1" dirty="0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IEEE </a:t>
            </a:r>
            <a:r>
              <a:rPr lang="sl-SI" sz="800" i="1" dirty="0" err="1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Transactions</a:t>
            </a:r>
            <a:r>
              <a:rPr lang="sl-SI" sz="800" i="1" dirty="0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on </a:t>
            </a:r>
            <a:r>
              <a:rPr lang="sl-SI" sz="800" i="1" dirty="0" err="1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Fuzzy</a:t>
            </a:r>
            <a:r>
              <a:rPr lang="sl-SI" sz="800" i="1" dirty="0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800" i="1" dirty="0" err="1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Systems</a:t>
            </a:r>
            <a:r>
              <a:rPr lang="sl-SI" sz="800" dirty="0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sl-SI" sz="800" i="1" dirty="0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r>
              <a:rPr lang="sl-SI" sz="800" dirty="0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(2), 144–154. </a:t>
            </a:r>
            <a:endParaRPr lang="sl-SI" sz="800" dirty="0">
              <a:solidFill>
                <a:schemeClr val="bg1">
                  <a:lumMod val="50000"/>
                </a:schemeClr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[31] </a:t>
            </a:r>
            <a:r>
              <a:rPr lang="en-US" sz="800" dirty="0" err="1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Blazic</a:t>
            </a:r>
            <a:r>
              <a:rPr lang="en-US" sz="800" dirty="0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S., &amp; </a:t>
            </a:r>
            <a:r>
              <a:rPr lang="en-US" sz="800" dirty="0" err="1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Skrjanc</a:t>
            </a:r>
            <a:r>
              <a:rPr lang="en-US" sz="800" dirty="0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I. (2020). Hybrid system identification by incremental fuzzy C-regression clustering. </a:t>
            </a:r>
            <a:r>
              <a:rPr lang="en-US" sz="800" i="1" dirty="0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IEEE International Conference on Fuzzy Systems</a:t>
            </a:r>
            <a:r>
              <a:rPr lang="en-US" sz="800" dirty="0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800" i="1" dirty="0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2020-July</a:t>
            </a:r>
            <a:r>
              <a:rPr lang="en-US" sz="800" dirty="0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endParaRPr lang="sl-SI" sz="800" dirty="0">
              <a:solidFill>
                <a:schemeClr val="bg1">
                  <a:lumMod val="50000"/>
                </a:schemeClr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[39] </a:t>
            </a:r>
            <a:r>
              <a:rPr lang="en-US" sz="800" dirty="0" err="1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Andonovski</a:t>
            </a:r>
            <a:r>
              <a:rPr lang="en-US" sz="800" dirty="0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G., </a:t>
            </a:r>
            <a:r>
              <a:rPr lang="en-US" sz="800" dirty="0" err="1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Mušič</a:t>
            </a:r>
            <a:r>
              <a:rPr lang="en-US" sz="800" dirty="0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G., </a:t>
            </a:r>
            <a:r>
              <a:rPr lang="en-US" sz="800" dirty="0" err="1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Blažič</a:t>
            </a:r>
            <a:r>
              <a:rPr lang="en-US" sz="800" dirty="0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S., &amp; Škrjanc, I. (2018). Evolving model identification for process monitoring and prediction of non-linear systems. </a:t>
            </a:r>
            <a:r>
              <a:rPr lang="en-US" sz="800" i="1" dirty="0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Engineering Applications of Artificial Intelligence</a:t>
            </a:r>
            <a:r>
              <a:rPr lang="en-US" sz="800" dirty="0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800" i="1" dirty="0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68</a:t>
            </a:r>
            <a:r>
              <a:rPr lang="en-US" sz="800" dirty="0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214–221.</a:t>
            </a:r>
            <a:endParaRPr lang="sl-SI" sz="800" dirty="0">
              <a:solidFill>
                <a:schemeClr val="bg1">
                  <a:lumMod val="50000"/>
                </a:schemeClr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chemeClr val="bg1">
                    <a:lumMod val="50000"/>
                  </a:schemeClr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[41] </a:t>
            </a:r>
            <a:r>
              <a:rPr lang="en-US" sz="800" dirty="0" err="1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Angelov</a:t>
            </a:r>
            <a:r>
              <a:rPr lang="en-US" sz="800" dirty="0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P., &amp; </a:t>
            </a:r>
            <a:r>
              <a:rPr lang="en-US" sz="800" dirty="0" err="1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Yager</a:t>
            </a:r>
            <a:r>
              <a:rPr lang="en-US" sz="800" dirty="0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R. (2011). Simplified fuzzy rule-based systems using non-parametric antecedents and relative data density. IEEE SSCI 2011: Symposium Series on Computational Intelligence - EAIS 2011: 2011 IEEE Workshop on Evolving and Adaptive Intelligent Systems, 62–69.</a:t>
            </a:r>
            <a:endParaRPr lang="sl-SI" sz="800" dirty="0">
              <a:solidFill>
                <a:schemeClr val="bg1">
                  <a:lumMod val="50000"/>
                </a:schemeClr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[8] D. </a:t>
            </a:r>
            <a:r>
              <a:rPr lang="en-US" sz="800" dirty="0" err="1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Leite</a:t>
            </a:r>
            <a:r>
              <a:rPr lang="en-US" sz="800" dirty="0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I. Škrjanc, and F. </a:t>
            </a:r>
            <a:r>
              <a:rPr lang="en-US" sz="800" dirty="0" err="1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Gomide</a:t>
            </a:r>
            <a:r>
              <a:rPr lang="en-US" sz="800" dirty="0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“An overview on evolving systems and learning from stream data,” Evolving Systems, vol. 11, no. 2, pp. 181–198, Jun. 2020.</a:t>
            </a:r>
            <a:endParaRPr lang="sl-SI" sz="800" dirty="0">
              <a:solidFill>
                <a:schemeClr val="bg1">
                  <a:lumMod val="50000"/>
                </a:schemeClr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sl-SI" sz="800" dirty="0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[49] </a:t>
            </a:r>
            <a:r>
              <a:rPr lang="sl-SI" sz="800" dirty="0" err="1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Lughofer</a:t>
            </a:r>
            <a:r>
              <a:rPr lang="sl-SI" sz="800" dirty="0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E. D. (2008). FLEXFIS: A </a:t>
            </a:r>
            <a:r>
              <a:rPr lang="sl-SI" sz="800" dirty="0" err="1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robust</a:t>
            </a:r>
            <a:r>
              <a:rPr lang="sl-SI" sz="800" dirty="0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800" dirty="0" err="1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incremental</a:t>
            </a:r>
            <a:r>
              <a:rPr lang="sl-SI" sz="800" dirty="0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800" dirty="0" err="1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learning</a:t>
            </a:r>
            <a:r>
              <a:rPr lang="sl-SI" sz="800" dirty="0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800" dirty="0" err="1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approach</a:t>
            </a:r>
            <a:r>
              <a:rPr lang="sl-SI" sz="800" dirty="0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800" dirty="0" err="1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for</a:t>
            </a:r>
            <a:r>
              <a:rPr lang="sl-SI" sz="800" dirty="0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800" dirty="0" err="1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evolving</a:t>
            </a:r>
            <a:r>
              <a:rPr lang="sl-SI" sz="800" dirty="0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800" dirty="0" err="1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Takagi-Sugeno</a:t>
            </a:r>
            <a:r>
              <a:rPr lang="sl-SI" sz="800" dirty="0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800" dirty="0" err="1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fuzzy</a:t>
            </a:r>
            <a:r>
              <a:rPr lang="sl-SI" sz="800" dirty="0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800" dirty="0" err="1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models</a:t>
            </a:r>
            <a:r>
              <a:rPr lang="sl-SI" sz="800" dirty="0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sl-SI" sz="800" i="1" dirty="0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IEEE </a:t>
            </a:r>
            <a:r>
              <a:rPr lang="sl-SI" sz="800" i="1" dirty="0" err="1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Transactions</a:t>
            </a:r>
            <a:r>
              <a:rPr lang="sl-SI" sz="800" i="1" dirty="0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on </a:t>
            </a:r>
            <a:r>
              <a:rPr lang="sl-SI" sz="800" i="1" dirty="0" err="1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Fuzzy</a:t>
            </a:r>
            <a:r>
              <a:rPr lang="sl-SI" sz="800" i="1" dirty="0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800" i="1" dirty="0" err="1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Systems</a:t>
            </a:r>
            <a:r>
              <a:rPr lang="sl-SI" sz="800" dirty="0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sl-SI" sz="800" i="1" dirty="0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16</a:t>
            </a:r>
            <a:r>
              <a:rPr lang="sl-SI" sz="800" dirty="0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(6), 1393–1410. </a:t>
            </a:r>
            <a:endParaRPr lang="sl-SI" sz="800" dirty="0">
              <a:solidFill>
                <a:schemeClr val="bg1">
                  <a:lumMod val="50000"/>
                </a:schemeClr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US" sz="800" dirty="0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[43] </a:t>
            </a:r>
            <a:r>
              <a:rPr lang="en-US" sz="800" dirty="0" err="1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Skrjanc</a:t>
            </a:r>
            <a:r>
              <a:rPr lang="en-US" sz="800" dirty="0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I. (2020). Cluster-Volume-Based Merging Approach for Incrementally Evolving Fuzzy Gaussian Clustering-</a:t>
            </a:r>
            <a:r>
              <a:rPr lang="en-US" sz="800" dirty="0" err="1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eGAUSS</a:t>
            </a:r>
            <a:r>
              <a:rPr lang="en-US" sz="800" dirty="0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+. </a:t>
            </a:r>
            <a:r>
              <a:rPr lang="en-US" sz="800" i="1" dirty="0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IEEE Transactions on Fuzzy Systems</a:t>
            </a:r>
            <a:r>
              <a:rPr lang="en-US" sz="800" dirty="0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800" i="1" dirty="0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28</a:t>
            </a:r>
            <a:r>
              <a:rPr lang="en-US" sz="800" dirty="0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(9), 2222–2231. </a:t>
            </a:r>
            <a:endParaRPr lang="sl-SI" sz="800" dirty="0">
              <a:solidFill>
                <a:schemeClr val="bg1">
                  <a:lumMod val="50000"/>
                </a:schemeClr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34E33A3-DA3B-4CA6-BD08-D649F531296B}"/>
              </a:ext>
            </a:extLst>
          </p:cNvPr>
          <p:cNvSpPr txBox="1"/>
          <p:nvPr/>
        </p:nvSpPr>
        <p:spPr>
          <a:xfrm>
            <a:off x="8366184" y="2205333"/>
            <a:ext cx="5791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[39] </a:t>
            </a:r>
            <a:endParaRPr lang="sl-SI" sz="14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B65ABBC-C6F3-4840-A57C-FFECDD082730}"/>
              </a:ext>
            </a:extLst>
          </p:cNvPr>
          <p:cNvSpPr txBox="1"/>
          <p:nvPr/>
        </p:nvSpPr>
        <p:spPr>
          <a:xfrm>
            <a:off x="11198741" y="2225914"/>
            <a:ext cx="63398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[43] </a:t>
            </a:r>
            <a:endParaRPr lang="sl-SI" sz="1600" dirty="0"/>
          </a:p>
        </p:txBody>
      </p:sp>
      <p:sp>
        <p:nvSpPr>
          <p:cNvPr id="10" name="Rectangle 2">
            <a:extLst>
              <a:ext uri="{FF2B5EF4-FFF2-40B4-BE49-F238E27FC236}">
                <a16:creationId xmlns:a16="http://schemas.microsoft.com/office/drawing/2014/main" id="{B5A0888B-FC45-4C22-A2E7-4B6D3FCB52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" y="255320"/>
            <a:ext cx="65" cy="251359"/>
          </a:xfrm>
          <a:prstGeom prst="rect">
            <a:avLst/>
          </a:prstGeom>
          <a:solidFill>
            <a:srgbClr val="303134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-12696" rIns="0" bIns="-12696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sl-SI" altLang="sl-SI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051747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777A147A-9ED8-46B4-8660-1B3C2AA880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slov 1">
            <a:extLst>
              <a:ext uri="{FF2B5EF4-FFF2-40B4-BE49-F238E27FC236}">
                <a16:creationId xmlns:a16="http://schemas.microsoft.com/office/drawing/2014/main" id="{FB044FD0-1EE5-42EF-861C-E6A70CA8DE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548640"/>
            <a:ext cx="3600860" cy="5431536"/>
          </a:xfrm>
        </p:spPr>
        <p:txBody>
          <a:bodyPr>
            <a:normAutofit/>
          </a:bodyPr>
          <a:lstStyle/>
          <a:p>
            <a:r>
              <a:rPr lang="sl-SI" sz="5400" dirty="0"/>
              <a:t>Dodajanje rojev</a:t>
            </a:r>
          </a:p>
        </p:txBody>
      </p:sp>
      <p:sp>
        <p:nvSpPr>
          <p:cNvPr id="19" name="sketch line">
            <a:extLst>
              <a:ext uri="{FF2B5EF4-FFF2-40B4-BE49-F238E27FC236}">
                <a16:creationId xmlns:a16="http://schemas.microsoft.com/office/drawing/2014/main" id="{5D6C15A0-C087-4593-8414-2B4EC1CDC3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2543983" y="3258715"/>
            <a:ext cx="4480560" cy="18288"/>
          </a:xfrm>
          <a:custGeom>
            <a:avLst/>
            <a:gdLst>
              <a:gd name="connsiteX0" fmla="*/ 0 w 4480560"/>
              <a:gd name="connsiteY0" fmla="*/ 0 h 18288"/>
              <a:gd name="connsiteX1" fmla="*/ 595274 w 4480560"/>
              <a:gd name="connsiteY1" fmla="*/ 0 h 18288"/>
              <a:gd name="connsiteX2" fmla="*/ 1100938 w 4480560"/>
              <a:gd name="connsiteY2" fmla="*/ 0 h 18288"/>
              <a:gd name="connsiteX3" fmla="*/ 1651406 w 4480560"/>
              <a:gd name="connsiteY3" fmla="*/ 0 h 18288"/>
              <a:gd name="connsiteX4" fmla="*/ 2336292 w 4480560"/>
              <a:gd name="connsiteY4" fmla="*/ 0 h 18288"/>
              <a:gd name="connsiteX5" fmla="*/ 2931566 w 4480560"/>
              <a:gd name="connsiteY5" fmla="*/ 0 h 18288"/>
              <a:gd name="connsiteX6" fmla="*/ 3482035 w 4480560"/>
              <a:gd name="connsiteY6" fmla="*/ 0 h 18288"/>
              <a:gd name="connsiteX7" fmla="*/ 4480560 w 4480560"/>
              <a:gd name="connsiteY7" fmla="*/ 0 h 18288"/>
              <a:gd name="connsiteX8" fmla="*/ 4480560 w 4480560"/>
              <a:gd name="connsiteY8" fmla="*/ 18288 h 18288"/>
              <a:gd name="connsiteX9" fmla="*/ 3840480 w 4480560"/>
              <a:gd name="connsiteY9" fmla="*/ 18288 h 18288"/>
              <a:gd name="connsiteX10" fmla="*/ 3290011 w 4480560"/>
              <a:gd name="connsiteY10" fmla="*/ 18288 h 18288"/>
              <a:gd name="connsiteX11" fmla="*/ 2560320 w 4480560"/>
              <a:gd name="connsiteY11" fmla="*/ 18288 h 18288"/>
              <a:gd name="connsiteX12" fmla="*/ 1965046 w 4480560"/>
              <a:gd name="connsiteY12" fmla="*/ 18288 h 18288"/>
              <a:gd name="connsiteX13" fmla="*/ 1459382 w 4480560"/>
              <a:gd name="connsiteY13" fmla="*/ 18288 h 18288"/>
              <a:gd name="connsiteX14" fmla="*/ 774497 w 4480560"/>
              <a:gd name="connsiteY14" fmla="*/ 18288 h 18288"/>
              <a:gd name="connsiteX15" fmla="*/ 0 w 4480560"/>
              <a:gd name="connsiteY15" fmla="*/ 18288 h 18288"/>
              <a:gd name="connsiteX16" fmla="*/ 0 w 448056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480560" h="18288" fill="none" extrusionOk="0">
                <a:moveTo>
                  <a:pt x="0" y="0"/>
                </a:moveTo>
                <a:cubicBezTo>
                  <a:pt x="267821" y="8731"/>
                  <a:pt x="334105" y="2629"/>
                  <a:pt x="595274" y="0"/>
                </a:cubicBezTo>
                <a:cubicBezTo>
                  <a:pt x="856443" y="-2629"/>
                  <a:pt x="863808" y="-13353"/>
                  <a:pt x="1100938" y="0"/>
                </a:cubicBezTo>
                <a:cubicBezTo>
                  <a:pt x="1338068" y="13353"/>
                  <a:pt x="1431663" y="-25862"/>
                  <a:pt x="1651406" y="0"/>
                </a:cubicBezTo>
                <a:cubicBezTo>
                  <a:pt x="1871149" y="25862"/>
                  <a:pt x="2173163" y="23827"/>
                  <a:pt x="2336292" y="0"/>
                </a:cubicBezTo>
                <a:cubicBezTo>
                  <a:pt x="2499421" y="-23827"/>
                  <a:pt x="2720589" y="28148"/>
                  <a:pt x="2931566" y="0"/>
                </a:cubicBezTo>
                <a:cubicBezTo>
                  <a:pt x="3142543" y="-28148"/>
                  <a:pt x="3323630" y="27022"/>
                  <a:pt x="3482035" y="0"/>
                </a:cubicBezTo>
                <a:cubicBezTo>
                  <a:pt x="3640440" y="-27022"/>
                  <a:pt x="4012110" y="-20118"/>
                  <a:pt x="4480560" y="0"/>
                </a:cubicBezTo>
                <a:cubicBezTo>
                  <a:pt x="4480958" y="7429"/>
                  <a:pt x="4480540" y="10822"/>
                  <a:pt x="4480560" y="18288"/>
                </a:cubicBezTo>
                <a:cubicBezTo>
                  <a:pt x="4314132" y="14924"/>
                  <a:pt x="4028383" y="36632"/>
                  <a:pt x="3840480" y="18288"/>
                </a:cubicBezTo>
                <a:cubicBezTo>
                  <a:pt x="3652577" y="-56"/>
                  <a:pt x="3547615" y="2848"/>
                  <a:pt x="3290011" y="18288"/>
                </a:cubicBezTo>
                <a:cubicBezTo>
                  <a:pt x="3032407" y="33728"/>
                  <a:pt x="2830268" y="8719"/>
                  <a:pt x="2560320" y="18288"/>
                </a:cubicBezTo>
                <a:cubicBezTo>
                  <a:pt x="2290372" y="27857"/>
                  <a:pt x="2147422" y="6728"/>
                  <a:pt x="1965046" y="18288"/>
                </a:cubicBezTo>
                <a:cubicBezTo>
                  <a:pt x="1782670" y="29848"/>
                  <a:pt x="1689791" y="40680"/>
                  <a:pt x="1459382" y="18288"/>
                </a:cubicBezTo>
                <a:cubicBezTo>
                  <a:pt x="1228973" y="-4104"/>
                  <a:pt x="915486" y="36501"/>
                  <a:pt x="774497" y="18288"/>
                </a:cubicBezTo>
                <a:cubicBezTo>
                  <a:pt x="633508" y="75"/>
                  <a:pt x="361442" y="-11107"/>
                  <a:pt x="0" y="18288"/>
                </a:cubicBezTo>
                <a:cubicBezTo>
                  <a:pt x="-591" y="13205"/>
                  <a:pt x="-663" y="6329"/>
                  <a:pt x="0" y="0"/>
                </a:cubicBezTo>
                <a:close/>
              </a:path>
              <a:path w="4480560" h="18288" stroke="0" extrusionOk="0">
                <a:moveTo>
                  <a:pt x="0" y="0"/>
                </a:moveTo>
                <a:cubicBezTo>
                  <a:pt x="285465" y="225"/>
                  <a:pt x="322691" y="16223"/>
                  <a:pt x="595274" y="0"/>
                </a:cubicBezTo>
                <a:cubicBezTo>
                  <a:pt x="867857" y="-16223"/>
                  <a:pt x="989129" y="-11242"/>
                  <a:pt x="1100938" y="0"/>
                </a:cubicBezTo>
                <a:cubicBezTo>
                  <a:pt x="1212747" y="11242"/>
                  <a:pt x="1574350" y="-36410"/>
                  <a:pt x="1830629" y="0"/>
                </a:cubicBezTo>
                <a:cubicBezTo>
                  <a:pt x="2086908" y="36410"/>
                  <a:pt x="2180922" y="4645"/>
                  <a:pt x="2425903" y="0"/>
                </a:cubicBezTo>
                <a:cubicBezTo>
                  <a:pt x="2670884" y="-4645"/>
                  <a:pt x="2782024" y="22929"/>
                  <a:pt x="3021178" y="0"/>
                </a:cubicBezTo>
                <a:cubicBezTo>
                  <a:pt x="3260332" y="-22929"/>
                  <a:pt x="3456982" y="-1586"/>
                  <a:pt x="3750869" y="0"/>
                </a:cubicBezTo>
                <a:cubicBezTo>
                  <a:pt x="4044756" y="1586"/>
                  <a:pt x="4302726" y="17043"/>
                  <a:pt x="4480560" y="0"/>
                </a:cubicBezTo>
                <a:cubicBezTo>
                  <a:pt x="4479674" y="5429"/>
                  <a:pt x="4481381" y="14046"/>
                  <a:pt x="4480560" y="18288"/>
                </a:cubicBezTo>
                <a:cubicBezTo>
                  <a:pt x="4279652" y="-6850"/>
                  <a:pt x="4200762" y="41566"/>
                  <a:pt x="3930091" y="18288"/>
                </a:cubicBezTo>
                <a:cubicBezTo>
                  <a:pt x="3659420" y="-4990"/>
                  <a:pt x="3456052" y="22294"/>
                  <a:pt x="3290011" y="18288"/>
                </a:cubicBezTo>
                <a:cubicBezTo>
                  <a:pt x="3123970" y="14282"/>
                  <a:pt x="2882392" y="32818"/>
                  <a:pt x="2649931" y="18288"/>
                </a:cubicBezTo>
                <a:cubicBezTo>
                  <a:pt x="2417470" y="3758"/>
                  <a:pt x="2238426" y="7337"/>
                  <a:pt x="2054657" y="18288"/>
                </a:cubicBezTo>
                <a:cubicBezTo>
                  <a:pt x="1870888" y="29239"/>
                  <a:pt x="1566368" y="45040"/>
                  <a:pt x="1324966" y="18288"/>
                </a:cubicBezTo>
                <a:cubicBezTo>
                  <a:pt x="1083564" y="-8464"/>
                  <a:pt x="787410" y="10946"/>
                  <a:pt x="595274" y="18288"/>
                </a:cubicBezTo>
                <a:cubicBezTo>
                  <a:pt x="403138" y="25630"/>
                  <a:pt x="169622" y="10499"/>
                  <a:pt x="0" y="18288"/>
                </a:cubicBezTo>
                <a:cubicBezTo>
                  <a:pt x="668" y="13665"/>
                  <a:pt x="578" y="567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značba mesta vsebine 2">
            <a:extLst>
              <a:ext uri="{FF2B5EF4-FFF2-40B4-BE49-F238E27FC236}">
                <a16:creationId xmlns:a16="http://schemas.microsoft.com/office/drawing/2014/main" id="{FDC65FC8-07E2-4ADE-BD82-136E54F8BF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26418" y="533041"/>
            <a:ext cx="6224335" cy="5431536"/>
          </a:xfrm>
        </p:spPr>
        <p:txBody>
          <a:bodyPr anchor="ctr">
            <a:normAutofit/>
          </a:bodyPr>
          <a:lstStyle/>
          <a:p>
            <a:r>
              <a:rPr lang="sl-SI" sz="1800" b="1" dirty="0"/>
              <a:t>Razdalja</a:t>
            </a:r>
            <a:r>
              <a:rPr lang="sl-SI" sz="1800" dirty="0"/>
              <a:t> novega vzorca (Evklidova, </a:t>
            </a:r>
            <a:r>
              <a:rPr lang="sl-SI" sz="1800" dirty="0" err="1"/>
              <a:t>Mahalanobisova</a:t>
            </a:r>
            <a:r>
              <a:rPr lang="sl-SI" sz="1800" dirty="0"/>
              <a:t>) do obstoječih struktur [19(49),13(4),3(5)],</a:t>
            </a:r>
          </a:p>
          <a:p>
            <a:r>
              <a:rPr lang="sl-SI" sz="1800" b="1" dirty="0"/>
              <a:t>Pripadnost</a:t>
            </a:r>
            <a:r>
              <a:rPr lang="sl-SI" sz="1800" dirty="0"/>
              <a:t> novega vzorca obstoječim strukturam (</a:t>
            </a:r>
            <a:r>
              <a:rPr lang="en-US" sz="1800" i="1" dirty="0">
                <a:effectLst/>
                <a:ea typeface="Calibri" panose="020F0502020204030204" pitchFamily="34" charset="0"/>
              </a:rPr>
              <a:t>є</a:t>
            </a:r>
            <a:r>
              <a:rPr lang="en-US" sz="1800" dirty="0">
                <a:effectLst/>
                <a:ea typeface="Calibri" panose="020F0502020204030204" pitchFamily="34" charset="0"/>
              </a:rPr>
              <a:t>-completeness</a:t>
            </a:r>
            <a:r>
              <a:rPr lang="sl-SI" sz="1800" dirty="0"/>
              <a:t>) [1(3)],</a:t>
            </a:r>
          </a:p>
          <a:p>
            <a:r>
              <a:rPr lang="sl-SI" sz="1800" b="1" dirty="0"/>
              <a:t>Potencial</a:t>
            </a:r>
            <a:r>
              <a:rPr lang="sl-SI" sz="1800" dirty="0"/>
              <a:t> (</a:t>
            </a:r>
            <a:r>
              <a:rPr lang="en-US" sz="18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potential</a:t>
            </a:r>
            <a:r>
              <a:rPr lang="sl-SI" sz="1800" dirty="0"/>
              <a:t>) vzorca [1(3)],</a:t>
            </a:r>
          </a:p>
          <a:p>
            <a:r>
              <a:rPr lang="sl-SI" sz="1800" b="1" dirty="0"/>
              <a:t>Gostota</a:t>
            </a:r>
            <a:r>
              <a:rPr lang="sl-SI" sz="1800" dirty="0"/>
              <a:t> (</a:t>
            </a:r>
            <a:r>
              <a:rPr lang="sl-SI" sz="1800" dirty="0" err="1"/>
              <a:t>density</a:t>
            </a:r>
            <a:r>
              <a:rPr lang="sl-SI" sz="1800" dirty="0"/>
              <a:t>) vzorca [20(39)],</a:t>
            </a:r>
          </a:p>
          <a:p>
            <a:r>
              <a:rPr lang="sl-SI" sz="1800" dirty="0"/>
              <a:t>Največje </a:t>
            </a:r>
            <a:r>
              <a:rPr lang="sl-SI" sz="1800" b="1" dirty="0"/>
              <a:t>dovoljeno število rojev</a:t>
            </a:r>
            <a:r>
              <a:rPr lang="sl-SI" sz="1800" dirty="0"/>
              <a:t> [20(39)],</a:t>
            </a:r>
          </a:p>
          <a:p>
            <a:r>
              <a:rPr lang="sl-SI" sz="1800" dirty="0"/>
              <a:t>Število vzorcev od zadnjega dodanega roja [20(39)]idr. </a:t>
            </a:r>
          </a:p>
          <a:p>
            <a:pPr marL="0" indent="0">
              <a:buNone/>
            </a:pPr>
            <a:endParaRPr lang="sl-SI" sz="1800" dirty="0"/>
          </a:p>
          <a:p>
            <a:pPr marL="0" indent="0">
              <a:buNone/>
            </a:pPr>
            <a:r>
              <a:rPr lang="sl-SI" sz="1800" dirty="0"/>
              <a:t>Dodani roji so </a:t>
            </a:r>
            <a:r>
              <a:rPr lang="sl-SI" sz="1800" dirty="0" err="1"/>
              <a:t>inicializirani</a:t>
            </a:r>
            <a:r>
              <a:rPr lang="sl-SI" sz="1800" dirty="0"/>
              <a:t> z ničtimi vrednostmi, s povprečjem bližnjih rojev [10(45)], s minimalno pokritostjo prostora idr. </a:t>
            </a:r>
          </a:p>
          <a:p>
            <a:pPr marL="0" indent="0">
              <a:buNone/>
            </a:pPr>
            <a:endParaRPr lang="sl-SI" sz="2200" dirty="0"/>
          </a:p>
          <a:p>
            <a:endParaRPr lang="sl-SI" sz="2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52933B-F06D-4267-87AB-9A97A4C456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2E658395-0858-4046-BAB6-178FB2A7F14B}" type="slidenum">
              <a:rPr lang="sl-SI" smtClean="0"/>
              <a:pPr>
                <a:spcAft>
                  <a:spcPts val="600"/>
                </a:spcAft>
              </a:pPr>
              <a:t>10</a:t>
            </a:fld>
            <a:endParaRPr lang="sl-SI"/>
          </a:p>
        </p:txBody>
      </p:sp>
      <p:pic>
        <p:nvPicPr>
          <p:cNvPr id="5" name="Slika 4">
            <a:extLst>
              <a:ext uri="{FF2B5EF4-FFF2-40B4-BE49-F238E27FC236}">
                <a16:creationId xmlns:a16="http://schemas.microsoft.com/office/drawing/2014/main" id="{065E7503-2AA0-4D7F-93AE-7C63C0457B0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1704" y="130556"/>
            <a:ext cx="1168059" cy="4873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7BDDF24-BE12-45C1-B3C4-A341AB166400}"/>
              </a:ext>
            </a:extLst>
          </p:cNvPr>
          <p:cNvSpPr txBox="1"/>
          <p:nvPr/>
        </p:nvSpPr>
        <p:spPr>
          <a:xfrm>
            <a:off x="0" y="5710122"/>
            <a:ext cx="12534900" cy="9426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</a:pPr>
            <a:r>
              <a:rPr lang="en-US" sz="900" dirty="0">
                <a:solidFill>
                  <a:schemeClr val="bg1">
                    <a:lumMod val="50000"/>
                  </a:schemeClr>
                </a:solidFill>
              </a:rPr>
              <a:t>[4]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Kasabov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, N. K., &amp; Song, Q. (2002). DENFIS: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Dynamic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evolving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neural-fuzzy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inference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system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its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application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for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time-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series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prediction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. IEEE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Transactions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on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Fuzzy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Systems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, 10(2), 144–154. </a:t>
            </a:r>
          </a:p>
          <a:p>
            <a:pPr>
              <a:lnSpc>
                <a:spcPct val="107000"/>
              </a:lnSpc>
            </a:pPr>
            <a:r>
              <a:rPr lang="en-US" sz="900" dirty="0">
                <a:solidFill>
                  <a:schemeClr val="bg1">
                    <a:lumMod val="50000"/>
                  </a:schemeClr>
                </a:solidFill>
              </a:rPr>
              <a:t>[5] </a:t>
            </a:r>
            <a:r>
              <a:rPr lang="en-US" sz="900" dirty="0" err="1">
                <a:solidFill>
                  <a:schemeClr val="bg1">
                    <a:lumMod val="50000"/>
                  </a:schemeClr>
                </a:solidFill>
              </a:rPr>
              <a:t>Dovžan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</a:rPr>
              <a:t>, D., </a:t>
            </a:r>
            <a:r>
              <a:rPr lang="en-US" sz="900" dirty="0" err="1">
                <a:solidFill>
                  <a:schemeClr val="bg1">
                    <a:lumMod val="50000"/>
                  </a:schemeClr>
                </a:solidFill>
              </a:rPr>
              <a:t>Logar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</a:rPr>
              <a:t>, V., &amp; Škrjanc, I. (2015). Implementation of an Evolving Fuzzy Model (</a:t>
            </a:r>
            <a:r>
              <a:rPr lang="en-US" sz="900" dirty="0" err="1">
                <a:solidFill>
                  <a:schemeClr val="bg1">
                    <a:lumMod val="50000"/>
                  </a:schemeClr>
                </a:solidFill>
              </a:rPr>
              <a:t>eFuMo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</a:rPr>
              <a:t>) in a Monitoring System for a Waste-Water Treatment Process. IEEE Transactions on Fuzzy Systems, 23(5), 1761–1776.</a:t>
            </a:r>
            <a:endParaRPr lang="sl-SI" sz="900" dirty="0">
              <a:solidFill>
                <a:schemeClr val="bg1">
                  <a:lumMod val="50000"/>
                </a:schemeClr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[49]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Lughofer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, E. D. (2008). FLEXFIS: A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robust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incremental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learning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approach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for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evolving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Takagi-Sugeno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fuzzy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models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. IEEE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Transactions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on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Fuzzy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Systems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, 16(6), 1393–1410.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dirty="0">
                <a:solidFill>
                  <a:schemeClr val="bg1">
                    <a:lumMod val="50000"/>
                  </a:schemeClr>
                </a:solidFill>
              </a:rPr>
              <a:t>[3] </a:t>
            </a:r>
            <a:r>
              <a:rPr lang="en-US" sz="900" dirty="0" err="1">
                <a:solidFill>
                  <a:schemeClr val="bg1">
                    <a:lumMod val="50000"/>
                  </a:schemeClr>
                </a:solidFill>
              </a:rPr>
              <a:t>Angelov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</a:rPr>
              <a:t>, P. P., &amp; </a:t>
            </a:r>
            <a:r>
              <a:rPr lang="en-US" sz="900" dirty="0" err="1">
                <a:solidFill>
                  <a:schemeClr val="bg1">
                    <a:lumMod val="50000"/>
                  </a:schemeClr>
                </a:solidFill>
              </a:rPr>
              <a:t>Filev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</a:rPr>
              <a:t>, D. P. (2004). An Approach to Online Identification of Takagi-</a:t>
            </a:r>
            <a:r>
              <a:rPr lang="en-US" sz="900" dirty="0" err="1">
                <a:solidFill>
                  <a:schemeClr val="bg1">
                    <a:lumMod val="50000"/>
                  </a:schemeClr>
                </a:solidFill>
              </a:rPr>
              <a:t>Sugeno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</a:rPr>
              <a:t> Fuzzy Models. IEEE Transactions on Systems, Man, and Cybernetics, Part B: Cybernetics, 34(1), 484–498.</a:t>
            </a:r>
            <a:endParaRPr lang="sl-SI" sz="900" dirty="0">
              <a:solidFill>
                <a:schemeClr val="bg1">
                  <a:lumMod val="50000"/>
                </a:schemeClr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dirty="0">
                <a:solidFill>
                  <a:schemeClr val="bg1">
                    <a:lumMod val="50000"/>
                  </a:schemeClr>
                </a:solidFill>
              </a:rPr>
              <a:t>[39] </a:t>
            </a:r>
            <a:r>
              <a:rPr lang="en-US" sz="900" dirty="0" err="1">
                <a:solidFill>
                  <a:schemeClr val="bg1">
                    <a:lumMod val="50000"/>
                  </a:schemeClr>
                </a:solidFill>
              </a:rPr>
              <a:t>Andonovski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</a:rPr>
              <a:t>, G., </a:t>
            </a:r>
            <a:r>
              <a:rPr lang="en-US" sz="900" dirty="0" err="1">
                <a:solidFill>
                  <a:schemeClr val="bg1">
                    <a:lumMod val="50000"/>
                  </a:schemeClr>
                </a:solidFill>
              </a:rPr>
              <a:t>Mušič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</a:rPr>
              <a:t>, G., </a:t>
            </a:r>
            <a:r>
              <a:rPr lang="en-US" sz="900" dirty="0" err="1">
                <a:solidFill>
                  <a:schemeClr val="bg1">
                    <a:lumMod val="50000"/>
                  </a:schemeClr>
                </a:solidFill>
              </a:rPr>
              <a:t>Blažič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</a:rPr>
              <a:t>, S., &amp; Škrjanc, I. (2018). Evolving model identification for process monitoring and prediction of non-linear systems. Engineering Applications of Artificial Intelligence, 68, 214–221.</a:t>
            </a:r>
            <a:endParaRPr lang="sl-SI" sz="900" dirty="0">
              <a:solidFill>
                <a:schemeClr val="bg1">
                  <a:lumMod val="50000"/>
                </a:schemeClr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[45] Angelov, P. P.,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Gu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, X., &amp; Principe, J. C. (2018).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Autonomous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learning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multimodel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systems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from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data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streams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. IEEE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Transactions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on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Fuzzy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Systems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, 26(4), 2213–2224. </a:t>
            </a:r>
          </a:p>
        </p:txBody>
      </p:sp>
    </p:spTree>
    <p:extLst>
      <p:ext uri="{BB962C8B-B14F-4D97-AF65-F5344CB8AC3E}">
        <p14:creationId xmlns:p14="http://schemas.microsoft.com/office/powerpoint/2010/main" val="8880149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slov 1">
            <a:extLst>
              <a:ext uri="{FF2B5EF4-FFF2-40B4-BE49-F238E27FC236}">
                <a16:creationId xmlns:a16="http://schemas.microsoft.com/office/drawing/2014/main" id="{4CF62523-0C75-4FB1-8825-13E7EE3668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sl-SI" sz="4600" dirty="0"/>
              <a:t>Združevanje, razcep in odstranjevanje rojev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značba mesta vsebine 2">
            <a:extLst>
              <a:ext uri="{FF2B5EF4-FFF2-40B4-BE49-F238E27FC236}">
                <a16:creationId xmlns:a16="http://schemas.microsoft.com/office/drawing/2014/main" id="{2EBF0C0C-9362-444A-A2F4-408EE67818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sl-SI" sz="2000" dirty="0"/>
              <a:t>Naključni vzorci iz toka podatkov ustvarijo </a:t>
            </a:r>
            <a:r>
              <a:rPr lang="sl-SI" sz="2000" b="1" dirty="0"/>
              <a:t>prekomerno število rojev</a:t>
            </a:r>
            <a:r>
              <a:rPr lang="sl-SI" sz="2000" dirty="0"/>
              <a:t>. </a:t>
            </a:r>
          </a:p>
          <a:p>
            <a:pPr marL="0" indent="0">
              <a:buNone/>
            </a:pPr>
            <a:r>
              <a:rPr lang="sl-SI" sz="2000" dirty="0"/>
              <a:t>Z dodajanjem vzorcev ali zaradi lezenja sistema (</a:t>
            </a:r>
            <a:r>
              <a:rPr lang="sl-SI" sz="2000" dirty="0" err="1"/>
              <a:t>drift</a:t>
            </a:r>
            <a:r>
              <a:rPr lang="sl-SI" sz="2000" dirty="0"/>
              <a:t>) [21(6)]:</a:t>
            </a:r>
          </a:p>
          <a:p>
            <a:pPr lvl="1"/>
            <a:r>
              <a:rPr lang="sl-SI" sz="2000" b="1" dirty="0"/>
              <a:t>približevanje </a:t>
            </a:r>
            <a:r>
              <a:rPr lang="sl-SI" sz="2000" dirty="0"/>
              <a:t>rojev</a:t>
            </a:r>
            <a:r>
              <a:rPr lang="sl-SI" sz="2000" b="1" dirty="0"/>
              <a:t> </a:t>
            </a:r>
            <a:r>
              <a:rPr lang="sl-SI" sz="2000" dirty="0"/>
              <a:t>(</a:t>
            </a:r>
            <a:r>
              <a:rPr lang="en-US" sz="2000" dirty="0"/>
              <a:t>coalescence</a:t>
            </a:r>
            <a:r>
              <a:rPr lang="sl-SI" sz="2000" dirty="0"/>
              <a:t>),</a:t>
            </a:r>
          </a:p>
          <a:p>
            <a:pPr lvl="1"/>
            <a:r>
              <a:rPr lang="sl-SI" sz="2000" b="1" dirty="0"/>
              <a:t>separacija </a:t>
            </a:r>
            <a:r>
              <a:rPr lang="sl-SI" sz="2000" dirty="0"/>
              <a:t>rojev</a:t>
            </a:r>
            <a:r>
              <a:rPr lang="sl-SI" sz="2000" b="1" dirty="0"/>
              <a:t> </a:t>
            </a:r>
            <a:r>
              <a:rPr lang="sl-SI" sz="2000" dirty="0"/>
              <a:t>(</a:t>
            </a:r>
            <a:r>
              <a:rPr lang="en-US" sz="2000" dirty="0"/>
              <a:t>delamination</a:t>
            </a:r>
            <a:r>
              <a:rPr lang="sl-SI" sz="2000" dirty="0"/>
              <a:t>).</a:t>
            </a:r>
          </a:p>
          <a:p>
            <a:pPr marL="0" indent="0">
              <a:buNone/>
            </a:pPr>
            <a:r>
              <a:rPr lang="sl-SI" sz="20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Združevanje in razcep </a:t>
            </a:r>
            <a:r>
              <a:rPr lang="sl-SI" sz="20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rojev lahko kompenzira za slabo izbiro </a:t>
            </a:r>
            <a:r>
              <a:rPr lang="sl-SI" sz="20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hiperparametrov</a:t>
            </a:r>
            <a:r>
              <a:rPr lang="sl-SI" sz="20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metode </a:t>
            </a:r>
            <a:r>
              <a:rPr lang="en-US" sz="20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</a:t>
            </a:r>
            <a:r>
              <a:rPr lang="sl-SI" sz="20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19(</a:t>
            </a:r>
            <a:r>
              <a:rPr lang="en-US" sz="20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49</a:t>
            </a:r>
            <a:r>
              <a:rPr lang="sl-SI" sz="20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</a:t>
            </a:r>
            <a:r>
              <a:rPr lang="en-US" sz="20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]</a:t>
            </a:r>
            <a:r>
              <a:rPr lang="sl-SI" sz="20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  <a:endParaRPr lang="sl-SI" sz="2000" dirty="0"/>
          </a:p>
          <a:p>
            <a:pPr marL="0" indent="0">
              <a:buNone/>
            </a:pPr>
            <a:r>
              <a:rPr lang="sl-SI" sz="20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Kompromis med</a:t>
            </a:r>
            <a:r>
              <a:rPr lang="en-US" sz="20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20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dolgoročno</a:t>
            </a:r>
            <a:r>
              <a:rPr lang="sl-SI" sz="20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20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stabilnostjo</a:t>
            </a:r>
            <a:r>
              <a:rPr lang="sl-SI" sz="20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in </a:t>
            </a:r>
            <a:r>
              <a:rPr lang="sl-SI" sz="20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kratkoročno</a:t>
            </a:r>
            <a:r>
              <a:rPr lang="sl-SI" sz="20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20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plastičnostjo</a:t>
            </a:r>
            <a:r>
              <a:rPr lang="sl-SI" sz="20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(</a:t>
            </a:r>
            <a:r>
              <a:rPr lang="sl-SI" sz="20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stability-plasticity</a:t>
            </a:r>
            <a:r>
              <a:rPr lang="sl-SI" sz="20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20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dilemma</a:t>
            </a:r>
            <a:r>
              <a:rPr lang="sl-SI" sz="20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 </a:t>
            </a:r>
            <a:r>
              <a:rPr lang="en-US" sz="20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</a:t>
            </a:r>
            <a:r>
              <a:rPr lang="sl-SI" sz="20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8(</a:t>
            </a:r>
            <a:r>
              <a:rPr lang="en-US" sz="20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12</a:t>
            </a:r>
            <a:r>
              <a:rPr lang="sl-SI" sz="20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</a:t>
            </a:r>
            <a:r>
              <a:rPr lang="en-US" sz="20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sl-SI" sz="20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19(</a:t>
            </a:r>
            <a:r>
              <a:rPr lang="en-US" sz="20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49</a:t>
            </a:r>
            <a:r>
              <a:rPr lang="sl-SI" sz="20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</a:t>
            </a:r>
            <a:r>
              <a:rPr lang="en-US" sz="20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].</a:t>
            </a:r>
            <a:endParaRPr lang="sl-SI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sl-SI" sz="2000" dirty="0"/>
              <a:t>Z odstranjevanjem rojev </a:t>
            </a:r>
            <a:r>
              <a:rPr lang="sl-SI" sz="2000" b="1" dirty="0"/>
              <a:t>povečamo natančnost </a:t>
            </a:r>
            <a:r>
              <a:rPr lang="sl-SI" sz="2000" dirty="0"/>
              <a:t>ali </a:t>
            </a:r>
            <a:r>
              <a:rPr lang="sl-SI" sz="2000" b="1" dirty="0"/>
              <a:t>poenostavimo strukturo</a:t>
            </a:r>
            <a:r>
              <a:rPr lang="sl-SI" sz="2000" dirty="0"/>
              <a:t> modela. Obstoječ model je lahko napačen zaradi </a:t>
            </a:r>
            <a:r>
              <a:rPr lang="sl-SI" sz="2000" b="1" dirty="0"/>
              <a:t>osamelcev</a:t>
            </a:r>
            <a:r>
              <a:rPr lang="sl-SI" sz="2000" dirty="0"/>
              <a:t> ali </a:t>
            </a:r>
            <a:r>
              <a:rPr lang="sl-SI" sz="2000" b="1" dirty="0"/>
              <a:t>sprememb v lastnostih sistema </a:t>
            </a:r>
            <a:r>
              <a:rPr lang="sl-SI" sz="2000" dirty="0"/>
              <a:t>[22(53)]. </a:t>
            </a:r>
            <a:endParaRPr lang="sl-SI" sz="2200" dirty="0"/>
          </a:p>
          <a:p>
            <a:pPr marL="0" indent="0">
              <a:buNone/>
            </a:pPr>
            <a:endParaRPr lang="sl-SI" sz="2000" dirty="0"/>
          </a:p>
        </p:txBody>
      </p:sp>
      <p:pic>
        <p:nvPicPr>
          <p:cNvPr id="4" name="Slika 3">
            <a:extLst>
              <a:ext uri="{FF2B5EF4-FFF2-40B4-BE49-F238E27FC236}">
                <a16:creationId xmlns:a16="http://schemas.microsoft.com/office/drawing/2014/main" id="{A036C96C-10F7-41BB-B7D6-F69A405F64C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1704" y="130556"/>
            <a:ext cx="1168059" cy="487300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8DE962-2C8A-4C58-AF53-3B13DFF7F3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658395-0858-4046-BAB6-178FB2A7F14B}" type="slidenum">
              <a:rPr lang="sl-SI" smtClean="0"/>
              <a:t>11</a:t>
            </a:fld>
            <a:endParaRPr lang="sl-SI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DCF7009-4B8A-44B0-9C8A-E92773DB389F}"/>
              </a:ext>
            </a:extLst>
          </p:cNvPr>
          <p:cNvSpPr txBox="1"/>
          <p:nvPr/>
        </p:nvSpPr>
        <p:spPr>
          <a:xfrm>
            <a:off x="184150" y="6181344"/>
            <a:ext cx="1100994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dirty="0">
                <a:solidFill>
                  <a:schemeClr val="bg1">
                    <a:lumMod val="50000"/>
                  </a:schemeClr>
                </a:solidFill>
              </a:rPr>
              <a:t>[6] </a:t>
            </a:r>
            <a:r>
              <a:rPr lang="en-US" sz="900" dirty="0" err="1">
                <a:solidFill>
                  <a:schemeClr val="bg1">
                    <a:lumMod val="50000"/>
                  </a:schemeClr>
                </a:solidFill>
              </a:rPr>
              <a:t>Lughofer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</a:rPr>
              <a:t>, E., &amp; Sayed-</a:t>
            </a:r>
            <a:r>
              <a:rPr lang="en-US" sz="900" dirty="0" err="1">
                <a:solidFill>
                  <a:schemeClr val="bg1">
                    <a:lumMod val="50000"/>
                  </a:schemeClr>
                </a:solidFill>
              </a:rPr>
              <a:t>Mouchaweh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</a:rPr>
              <a:t>, M. (2015). Autonomous data stream clustering implementing split-and-merge concepts – Towards a plug-and-play approach. Information Sciences, 304, 54–79.</a:t>
            </a:r>
            <a:endParaRPr lang="sl-SI" sz="900" dirty="0">
              <a:solidFill>
                <a:schemeClr val="bg1">
                  <a:lumMod val="50000"/>
                </a:schemeClr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[49]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Lughofer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, E. D. (2008). FLEXFIS: A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robust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incremental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learning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approach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for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evolving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Takagi-Sugeno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fuzzy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models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. IEEE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Transactions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on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Fuzzy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Systems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, 16(6), 1393–1410.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dirty="0">
                <a:solidFill>
                  <a:schemeClr val="bg1">
                    <a:lumMod val="50000"/>
                  </a:schemeClr>
                </a:solidFill>
              </a:rPr>
              <a:t>[12] </a:t>
            </a:r>
            <a:r>
              <a:rPr lang="en-US" sz="900" dirty="0" err="1">
                <a:solidFill>
                  <a:schemeClr val="bg1">
                    <a:lumMod val="50000"/>
                  </a:schemeClr>
                </a:solidFill>
              </a:rPr>
              <a:t>Lughofer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</a:rPr>
              <a:t>, E. (2013). On-line assurance of interpretability criteria in evolving fuzzy systems – Achievements, new concepts and open issues. Information Sciences, 251, 22–46.</a:t>
            </a:r>
            <a:endParaRPr lang="sl-SI" sz="900" dirty="0">
              <a:solidFill>
                <a:schemeClr val="bg1">
                  <a:lumMod val="50000"/>
                </a:schemeClr>
              </a:solidFill>
            </a:endParaRPr>
          </a:p>
          <a:p>
            <a:pPr>
              <a:defRPr/>
            </a:pPr>
            <a:r>
              <a:rPr lang="sl-SI" sz="900" dirty="0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[53]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Lughofer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E. (2008).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Extensions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vector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quantization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for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incremental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clustering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sl-SI" sz="900" i="1" dirty="0" err="1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Pattern</a:t>
            </a:r>
            <a:r>
              <a:rPr lang="sl-SI" sz="900" i="1" dirty="0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900" i="1" dirty="0" err="1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Recognition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sl-SI" sz="900" i="1" dirty="0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41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(3), 995–1011.</a:t>
            </a:r>
            <a:endParaRPr lang="sl-SI" sz="900" dirty="0">
              <a:solidFill>
                <a:schemeClr val="bg1">
                  <a:lumMod val="50000"/>
                </a:schemeClr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sl-SI" sz="900" dirty="0">
              <a:solidFill>
                <a:schemeClr val="bg1">
                  <a:lumMod val="50000"/>
                </a:schemeClr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sl-SI" sz="9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054823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29C4D673-7BFA-4229-B881-FE238058D6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l-SI" dirty="0"/>
              <a:t>Pogoji za združevanje rojev</a:t>
            </a:r>
          </a:p>
        </p:txBody>
      </p:sp>
      <p:sp>
        <p:nvSpPr>
          <p:cNvPr id="3" name="Označba mesta vsebine 2">
            <a:extLst>
              <a:ext uri="{FF2B5EF4-FFF2-40B4-BE49-F238E27FC236}">
                <a16:creationId xmlns:a16="http://schemas.microsoft.com/office/drawing/2014/main" id="{354E9BDB-FFAF-4691-A07B-B175C22DE2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l-SI" sz="1800" b="1" dirty="0"/>
              <a:t>prekrivanje </a:t>
            </a:r>
            <a:r>
              <a:rPr lang="sl-SI" sz="1800" dirty="0"/>
              <a:t>in </a:t>
            </a:r>
            <a:r>
              <a:rPr lang="sl-SI" sz="1800" b="1" dirty="0"/>
              <a:t>mere verjetnostne različnosti </a:t>
            </a:r>
            <a:r>
              <a:rPr lang="sl-SI" sz="1800" dirty="0"/>
              <a:t>rojev [3(5)] (</a:t>
            </a:r>
            <a:r>
              <a:rPr lang="sl-SI" sz="1800" dirty="0" err="1"/>
              <a:t>Kullback</a:t>
            </a:r>
            <a:r>
              <a:rPr lang="sl-SI" sz="1800" dirty="0"/>
              <a:t>–</a:t>
            </a:r>
            <a:r>
              <a:rPr lang="sl-SI" sz="1800" dirty="0" err="1"/>
              <a:t>Leiblerjeva</a:t>
            </a:r>
            <a:r>
              <a:rPr lang="sl-SI" sz="1800" dirty="0"/>
              <a:t> divergenca, </a:t>
            </a:r>
            <a:r>
              <a:rPr lang="en-US" sz="1800" dirty="0" err="1"/>
              <a:t>Bhattacharyy</a:t>
            </a:r>
            <a:r>
              <a:rPr lang="sl-SI" sz="1800" dirty="0" err="1"/>
              <a:t>ajeva</a:t>
            </a:r>
            <a:r>
              <a:rPr lang="sl-SI" sz="1800" dirty="0"/>
              <a:t> razdalja [21(6)]),</a:t>
            </a:r>
          </a:p>
          <a:p>
            <a:r>
              <a:rPr lang="sl-SI" sz="1800" dirty="0"/>
              <a:t>podobnosti med </a:t>
            </a:r>
            <a:r>
              <a:rPr lang="sl-SI" sz="1800" b="1" dirty="0"/>
              <a:t>aktivacijami pravil</a:t>
            </a:r>
            <a:r>
              <a:rPr lang="sl-SI" sz="1800" dirty="0"/>
              <a:t> [3(5)],</a:t>
            </a:r>
          </a:p>
          <a:p>
            <a:r>
              <a:rPr lang="sl-SI" sz="1800" b="1" dirty="0"/>
              <a:t>razdalje</a:t>
            </a:r>
            <a:r>
              <a:rPr lang="sl-SI" sz="1800" dirty="0"/>
              <a:t> med roji (</a:t>
            </a:r>
            <a:r>
              <a:rPr lang="en-US" sz="1800" dirty="0"/>
              <a:t>Welch test</a:t>
            </a:r>
            <a:r>
              <a:rPr lang="sl-SI" sz="1800" dirty="0"/>
              <a:t>) </a:t>
            </a:r>
            <a:r>
              <a:rPr lang="en-US" sz="1800" dirty="0"/>
              <a:t>[</a:t>
            </a:r>
            <a:r>
              <a:rPr lang="sl-SI" sz="1800" dirty="0"/>
              <a:t>3(5),17(14),23(</a:t>
            </a:r>
            <a:r>
              <a:rPr lang="en-US" sz="1800" dirty="0"/>
              <a:t>17</a:t>
            </a:r>
            <a:r>
              <a:rPr lang="sl-SI" sz="1800" dirty="0"/>
              <a:t>),24(20)</a:t>
            </a:r>
            <a:r>
              <a:rPr lang="en-US" sz="1800" dirty="0"/>
              <a:t>]</a:t>
            </a:r>
            <a:r>
              <a:rPr lang="sl-SI" sz="1800" dirty="0"/>
              <a:t> ali informacijskimi granuli [54],</a:t>
            </a:r>
          </a:p>
          <a:p>
            <a:r>
              <a:rPr lang="sl-SI" sz="1800" dirty="0"/>
              <a:t>primerjava </a:t>
            </a:r>
            <a:r>
              <a:rPr lang="sl-SI" sz="1800" b="1" dirty="0"/>
              <a:t>posledičnih parametrov </a:t>
            </a:r>
            <a:r>
              <a:rPr lang="sl-SI" sz="1800" dirty="0"/>
              <a:t>[3(5),25(19)] idr.</a:t>
            </a:r>
          </a:p>
        </p:txBody>
      </p:sp>
      <p:pic>
        <p:nvPicPr>
          <p:cNvPr id="6" name="Picture 39" descr="Text&#10;&#10;Description automatically generated with medium confidence">
            <a:extLst>
              <a:ext uri="{FF2B5EF4-FFF2-40B4-BE49-F238E27FC236}">
                <a16:creationId xmlns:a16="http://schemas.microsoft.com/office/drawing/2014/main" id="{E9FA8733-898D-4316-BA85-8FDE057BA0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0781" y="3644658"/>
            <a:ext cx="1931988" cy="733536"/>
          </a:xfrm>
          <a:prstGeom prst="rect">
            <a:avLst/>
          </a:prstGeom>
        </p:spPr>
      </p:pic>
      <p:pic>
        <p:nvPicPr>
          <p:cNvPr id="8" name="Slika 7">
            <a:extLst>
              <a:ext uri="{FF2B5EF4-FFF2-40B4-BE49-F238E27FC236}">
                <a16:creationId xmlns:a16="http://schemas.microsoft.com/office/drawing/2014/main" id="{A291E1AF-4115-4282-B2FE-8F606C019AD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74268" y="4517009"/>
            <a:ext cx="2452370" cy="593725"/>
          </a:xfrm>
          <a:prstGeom prst="rect">
            <a:avLst/>
          </a:prstGeom>
        </p:spPr>
      </p:pic>
      <p:pic>
        <p:nvPicPr>
          <p:cNvPr id="9" name="Picture 38">
            <a:extLst>
              <a:ext uri="{FF2B5EF4-FFF2-40B4-BE49-F238E27FC236}">
                <a16:creationId xmlns:a16="http://schemas.microsoft.com/office/drawing/2014/main" id="{08397847-3EC8-41A8-845B-2FBD81FACC2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23646" y="4367295"/>
            <a:ext cx="3638550" cy="361950"/>
          </a:xfrm>
          <a:prstGeom prst="rect">
            <a:avLst/>
          </a:prstGeom>
        </p:spPr>
      </p:pic>
      <p:pic>
        <p:nvPicPr>
          <p:cNvPr id="11" name="Picture 30" descr="Text&#10;&#10;Description automatically generated">
            <a:extLst>
              <a:ext uri="{FF2B5EF4-FFF2-40B4-BE49-F238E27FC236}">
                <a16:creationId xmlns:a16="http://schemas.microsoft.com/office/drawing/2014/main" id="{034D35BE-C44A-447B-BBD7-5C6D40613EA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85646" y="4905783"/>
            <a:ext cx="3343275" cy="609600"/>
          </a:xfrm>
          <a:prstGeom prst="rect">
            <a:avLst/>
          </a:prstGeom>
        </p:spPr>
      </p:pic>
      <p:pic>
        <p:nvPicPr>
          <p:cNvPr id="12" name="Picture 40">
            <a:extLst>
              <a:ext uri="{FF2B5EF4-FFF2-40B4-BE49-F238E27FC236}">
                <a16:creationId xmlns:a16="http://schemas.microsoft.com/office/drawing/2014/main" id="{9E3844B7-9FB4-4EC3-B021-7666C8705B2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30943" y="4652290"/>
            <a:ext cx="3571875" cy="361950"/>
          </a:xfrm>
          <a:prstGeom prst="rect">
            <a:avLst/>
          </a:prstGeom>
        </p:spPr>
      </p:pic>
      <p:pic>
        <p:nvPicPr>
          <p:cNvPr id="13" name="Slika 12" descr="Slika, ki vsebuje besede besedilo&#10;&#10;Opis je samodejno ustvarjen">
            <a:extLst>
              <a:ext uri="{FF2B5EF4-FFF2-40B4-BE49-F238E27FC236}">
                <a16:creationId xmlns:a16="http://schemas.microsoft.com/office/drawing/2014/main" id="{7E163A39-C47C-4ABB-8365-825A3596D2E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30943" y="4969530"/>
            <a:ext cx="3743325" cy="600075"/>
          </a:xfrm>
          <a:prstGeom prst="rect">
            <a:avLst/>
          </a:prstGeom>
        </p:spPr>
      </p:pic>
      <p:pic>
        <p:nvPicPr>
          <p:cNvPr id="16" name="Slika 15">
            <a:extLst>
              <a:ext uri="{FF2B5EF4-FFF2-40B4-BE49-F238E27FC236}">
                <a16:creationId xmlns:a16="http://schemas.microsoft.com/office/drawing/2014/main" id="{C0305A5C-8631-4428-868E-2FC70A2C843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80587" y="3673646"/>
            <a:ext cx="4867275" cy="647700"/>
          </a:xfrm>
          <a:prstGeom prst="rect">
            <a:avLst/>
          </a:prstGeom>
        </p:spPr>
      </p:pic>
      <p:pic>
        <p:nvPicPr>
          <p:cNvPr id="19" name="Slika 18">
            <a:extLst>
              <a:ext uri="{FF2B5EF4-FFF2-40B4-BE49-F238E27FC236}">
                <a16:creationId xmlns:a16="http://schemas.microsoft.com/office/drawing/2014/main" id="{EF5E848B-295A-44F2-9B66-D5AFFC6585D7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1704" y="130556"/>
            <a:ext cx="1168059" cy="487300"/>
          </a:xfrm>
          <a:prstGeom prst="rect">
            <a:avLst/>
          </a:prstGeom>
        </p:spPr>
      </p:pic>
      <p:pic>
        <p:nvPicPr>
          <p:cNvPr id="5" name="Slika 4">
            <a:extLst>
              <a:ext uri="{FF2B5EF4-FFF2-40B4-BE49-F238E27FC236}">
                <a16:creationId xmlns:a16="http://schemas.microsoft.com/office/drawing/2014/main" id="{9285C982-D10D-4F3A-8964-EB41CAA88E0D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245039" y="5003687"/>
            <a:ext cx="3389889" cy="648378"/>
          </a:xfrm>
          <a:prstGeom prst="rect">
            <a:avLst/>
          </a:prstGeom>
        </p:spPr>
      </p:pic>
      <p:pic>
        <p:nvPicPr>
          <p:cNvPr id="15" name="Slika 14" descr="Slika, ki vsebuje besede besedilo&#10;&#10;Opis je samodejno ustvarjen">
            <a:extLst>
              <a:ext uri="{FF2B5EF4-FFF2-40B4-BE49-F238E27FC236}">
                <a16:creationId xmlns:a16="http://schemas.microsoft.com/office/drawing/2014/main" id="{A72A30FA-8B45-42DA-8F3F-0D95941C3C0D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30943" y="3540166"/>
            <a:ext cx="4514574" cy="984998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1D8633-541B-420F-A173-E1948BC396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658395-0858-4046-BAB6-178FB2A7F14B}" type="slidenum">
              <a:rPr lang="sl-SI" smtClean="0"/>
              <a:t>12</a:t>
            </a:fld>
            <a:endParaRPr lang="sl-SI"/>
          </a:p>
        </p:txBody>
      </p:sp>
      <p:pic>
        <p:nvPicPr>
          <p:cNvPr id="10" name="Slika 9">
            <a:extLst>
              <a:ext uri="{FF2B5EF4-FFF2-40B4-BE49-F238E27FC236}">
                <a16:creationId xmlns:a16="http://schemas.microsoft.com/office/drawing/2014/main" id="{B04AA810-EACD-4DFC-9DCC-E0C693123864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366090" y="2528646"/>
            <a:ext cx="3314700" cy="981075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93B128B0-9571-44D7-B9CE-E88D69E62580}"/>
              </a:ext>
            </a:extLst>
          </p:cNvPr>
          <p:cNvSpPr txBox="1"/>
          <p:nvPr/>
        </p:nvSpPr>
        <p:spPr>
          <a:xfrm>
            <a:off x="209177" y="5754271"/>
            <a:ext cx="12557760" cy="133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dirty="0">
                <a:solidFill>
                  <a:schemeClr val="bg1">
                    <a:lumMod val="50000"/>
                  </a:schemeClr>
                </a:solidFill>
              </a:rPr>
              <a:t>[5] </a:t>
            </a:r>
            <a:r>
              <a:rPr lang="en-US" sz="900" dirty="0" err="1">
                <a:solidFill>
                  <a:schemeClr val="bg1">
                    <a:lumMod val="50000"/>
                  </a:schemeClr>
                </a:solidFill>
              </a:rPr>
              <a:t>Dovžan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</a:rPr>
              <a:t>, D., </a:t>
            </a:r>
            <a:r>
              <a:rPr lang="en-US" sz="900" dirty="0" err="1">
                <a:solidFill>
                  <a:schemeClr val="bg1">
                    <a:lumMod val="50000"/>
                  </a:schemeClr>
                </a:solidFill>
              </a:rPr>
              <a:t>Logar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</a:rPr>
              <a:t>, V., &amp; Škrjanc, I. (2015). Implementation of an Evolving Fuzzy Model (</a:t>
            </a:r>
            <a:r>
              <a:rPr lang="en-US" sz="900" dirty="0" err="1">
                <a:solidFill>
                  <a:schemeClr val="bg1">
                    <a:lumMod val="50000"/>
                  </a:schemeClr>
                </a:solidFill>
              </a:rPr>
              <a:t>eFuMo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</a:rPr>
              <a:t>) in a Monitoring System for a Waste-Water Treatment Process. IEEE Transactions on Fuzzy Systems, 23(5), 1761–1776.</a:t>
            </a:r>
            <a:endParaRPr lang="sl-SI" sz="900" dirty="0">
              <a:solidFill>
                <a:schemeClr val="bg1">
                  <a:lumMod val="50000"/>
                </a:schemeClr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dirty="0">
                <a:solidFill>
                  <a:schemeClr val="bg1">
                    <a:lumMod val="50000"/>
                  </a:schemeClr>
                </a:solidFill>
              </a:rPr>
              <a:t>[6] </a:t>
            </a:r>
            <a:r>
              <a:rPr lang="en-US" sz="900" dirty="0" err="1">
                <a:solidFill>
                  <a:schemeClr val="bg1">
                    <a:lumMod val="50000"/>
                  </a:schemeClr>
                </a:solidFill>
              </a:rPr>
              <a:t>Lughofer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</a:rPr>
              <a:t>, E., &amp; Sayed-</a:t>
            </a:r>
            <a:r>
              <a:rPr lang="en-US" sz="900" dirty="0" err="1">
                <a:solidFill>
                  <a:schemeClr val="bg1">
                    <a:lumMod val="50000"/>
                  </a:schemeClr>
                </a:solidFill>
              </a:rPr>
              <a:t>Mouchaweh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</a:rPr>
              <a:t>, M. (2015). Autonomous data stream clustering implementing split-and-merge concepts – Towards a plug-and-play approach. Information Sciences, 304, 54–79.</a:t>
            </a:r>
            <a:endParaRPr lang="sl-SI" sz="900" dirty="0">
              <a:solidFill>
                <a:schemeClr val="bg1">
                  <a:lumMod val="50000"/>
                </a:schemeClr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dirty="0">
                <a:solidFill>
                  <a:schemeClr val="bg1">
                    <a:lumMod val="50000"/>
                  </a:schemeClr>
                </a:solidFill>
              </a:rPr>
              <a:t>[14] Soleimani-B, H., Lucas, C., &amp; </a:t>
            </a:r>
            <a:r>
              <a:rPr lang="en-US" sz="900" dirty="0" err="1">
                <a:solidFill>
                  <a:schemeClr val="bg1">
                    <a:lumMod val="50000"/>
                  </a:schemeClr>
                </a:solidFill>
              </a:rPr>
              <a:t>Araabi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</a:rPr>
              <a:t>, B. N. (2010). Recursive Gath-</a:t>
            </a:r>
            <a:r>
              <a:rPr lang="en-US" sz="900" dirty="0" err="1">
                <a:solidFill>
                  <a:schemeClr val="bg1">
                    <a:lumMod val="50000"/>
                  </a:schemeClr>
                </a:solidFill>
              </a:rPr>
              <a:t>Geva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</a:rPr>
              <a:t> clustering as a basis for evolving neuro-fuzzy modeling. Evolving Systems, 1(1), 59–71. </a:t>
            </a:r>
            <a:endParaRPr lang="sl-SI" sz="900" dirty="0">
              <a:solidFill>
                <a:schemeClr val="bg1">
                  <a:lumMod val="50000"/>
                </a:schemeClr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dirty="0">
                <a:solidFill>
                  <a:schemeClr val="bg1">
                    <a:lumMod val="50000"/>
                  </a:schemeClr>
                </a:solidFill>
              </a:rPr>
              <a:t>[17] E. Lima, M. Hell, R. </a:t>
            </a:r>
            <a:r>
              <a:rPr lang="en-US" sz="900" dirty="0" err="1">
                <a:solidFill>
                  <a:schemeClr val="bg1">
                    <a:lumMod val="50000"/>
                  </a:schemeClr>
                </a:solidFill>
              </a:rPr>
              <a:t>Ballini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</a:rPr>
              <a:t>, F. </a:t>
            </a:r>
            <a:r>
              <a:rPr lang="en-US" sz="900" dirty="0" err="1">
                <a:solidFill>
                  <a:schemeClr val="bg1">
                    <a:lumMod val="50000"/>
                  </a:schemeClr>
                </a:solidFill>
              </a:rPr>
              <a:t>Gomide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</a:rPr>
              <a:t>, Evolving fuzzy modeling using participatory learning, in: P. </a:t>
            </a:r>
            <a:r>
              <a:rPr lang="en-US" sz="900" dirty="0" err="1">
                <a:solidFill>
                  <a:schemeClr val="bg1">
                    <a:lumMod val="50000"/>
                  </a:schemeClr>
                </a:solidFill>
              </a:rPr>
              <a:t>Angelov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</a:rPr>
              <a:t>, D. </a:t>
            </a:r>
            <a:r>
              <a:rPr lang="en-US" sz="900" dirty="0" err="1">
                <a:solidFill>
                  <a:schemeClr val="bg1">
                    <a:lumMod val="50000"/>
                  </a:schemeClr>
                </a:solidFill>
              </a:rPr>
              <a:t>Filev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</a:rPr>
              <a:t>, N. </a:t>
            </a:r>
            <a:r>
              <a:rPr lang="en-US" sz="900" dirty="0" err="1">
                <a:solidFill>
                  <a:schemeClr val="bg1">
                    <a:lumMod val="50000"/>
                  </a:schemeClr>
                </a:solidFill>
              </a:rPr>
              <a:t>Kasabov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</a:rPr>
              <a:t> (Eds.), </a:t>
            </a:r>
            <a:r>
              <a:rPr lang="en-US" sz="900" dirty="0" err="1">
                <a:solidFill>
                  <a:schemeClr val="bg1">
                    <a:lumMod val="50000"/>
                  </a:schemeClr>
                </a:solidFill>
              </a:rPr>
              <a:t>EvolvingIntelligent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</a:rPr>
              <a:t> Systems: Methodology and Applications, John Wiley &amp; Sons, New York, 2010, pp. 67–86.</a:t>
            </a:r>
            <a:endParaRPr lang="sl-SI" sz="900" dirty="0">
              <a:solidFill>
                <a:schemeClr val="bg1">
                  <a:lumMod val="50000"/>
                </a:schemeClr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dirty="0">
                <a:solidFill>
                  <a:schemeClr val="bg1">
                    <a:lumMod val="50000"/>
                  </a:schemeClr>
                </a:solidFill>
              </a:rPr>
              <a:t>[19] </a:t>
            </a:r>
            <a:r>
              <a:rPr lang="en-US" sz="900" dirty="0" err="1">
                <a:solidFill>
                  <a:schemeClr val="bg1">
                    <a:lumMod val="50000"/>
                  </a:schemeClr>
                </a:solidFill>
              </a:rPr>
              <a:t>Andonovski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</a:rPr>
              <a:t>, G., </a:t>
            </a:r>
            <a:r>
              <a:rPr lang="en-US" sz="900" dirty="0" err="1">
                <a:solidFill>
                  <a:schemeClr val="bg1">
                    <a:lumMod val="50000"/>
                  </a:schemeClr>
                </a:solidFill>
              </a:rPr>
              <a:t>Lughofer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</a:rPr>
              <a:t>, E., &amp; </a:t>
            </a:r>
            <a:r>
              <a:rPr lang="en-US" sz="900" dirty="0" err="1">
                <a:solidFill>
                  <a:schemeClr val="bg1">
                    <a:lumMod val="50000"/>
                  </a:schemeClr>
                </a:solidFill>
              </a:rPr>
              <a:t>Skrjanc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</a:rPr>
              <a:t>, I. (2021). Evolving Fuzzy Model Identification of Nonlinear Wiener-Hammerstein Processes. IEEE Access, 9, 158470–158480. </a:t>
            </a:r>
            <a:endParaRPr lang="sl-SI" sz="900" dirty="0">
              <a:solidFill>
                <a:schemeClr val="bg1">
                  <a:lumMod val="50000"/>
                </a:schemeClr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[54]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Leite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, D.,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Ballini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, R., Costa, P., &amp;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Gomide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, F. (2012).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Evolving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fuzzy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granular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modeling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from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nonstationary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fuzzy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data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streams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.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Evolving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Systems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, 3(2), 65–79.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dirty="0">
                <a:solidFill>
                  <a:schemeClr val="bg1">
                    <a:lumMod val="50000"/>
                  </a:schemeClr>
                </a:solidFill>
              </a:rPr>
              <a:t>[20] </a:t>
            </a:r>
            <a:r>
              <a:rPr lang="en-US" sz="900" dirty="0" err="1">
                <a:solidFill>
                  <a:schemeClr val="bg1">
                    <a:lumMod val="50000"/>
                  </a:schemeClr>
                </a:solidFill>
              </a:rPr>
              <a:t>Lughofer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</a:rPr>
              <a:t>, E., </a:t>
            </a:r>
            <a:r>
              <a:rPr lang="en-US" sz="900" dirty="0" err="1">
                <a:solidFill>
                  <a:schemeClr val="bg1">
                    <a:lumMod val="50000"/>
                  </a:schemeClr>
                </a:solidFill>
              </a:rPr>
              <a:t>Bouchot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</a:rPr>
              <a:t>, J. L., &amp; Shaker, A. (2011). On-line elimination of local redundancies in evolving fuzzy systems. Evolving Systems, 2(3), 165–187. </a:t>
            </a:r>
            <a:endParaRPr lang="sl-SI" sz="900" dirty="0">
              <a:solidFill>
                <a:schemeClr val="bg1">
                  <a:lumMod val="50000"/>
                </a:schemeClr>
              </a:solidFill>
            </a:endParaRPr>
          </a:p>
          <a:p>
            <a:endParaRPr lang="sl-SI" sz="900" dirty="0">
              <a:solidFill>
                <a:schemeClr val="bg1">
                  <a:lumMod val="50000"/>
                </a:schemeClr>
              </a:solidFill>
            </a:endParaRPr>
          </a:p>
          <a:p>
            <a:endParaRPr lang="sl-SI" sz="9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3452116-F20B-4A02-9989-42FA516F9C32}"/>
              </a:ext>
            </a:extLst>
          </p:cNvPr>
          <p:cNvSpPr txBox="1"/>
          <p:nvPr/>
        </p:nvSpPr>
        <p:spPr>
          <a:xfrm>
            <a:off x="11713464" y="4079469"/>
            <a:ext cx="47853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bg1">
                    <a:lumMod val="50000"/>
                  </a:schemeClr>
                </a:solidFill>
              </a:rPr>
              <a:t>[5] </a:t>
            </a:r>
            <a:endParaRPr lang="sl-SI" sz="1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9723EA9-2429-41B9-BF85-7F9D3838A522}"/>
              </a:ext>
            </a:extLst>
          </p:cNvPr>
          <p:cNvSpPr txBox="1"/>
          <p:nvPr/>
        </p:nvSpPr>
        <p:spPr>
          <a:xfrm>
            <a:off x="3701677" y="4758455"/>
            <a:ext cx="50479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bg1">
                    <a:lumMod val="50000"/>
                  </a:schemeClr>
                </a:solidFill>
              </a:rPr>
              <a:t>[5] </a:t>
            </a:r>
            <a:endParaRPr lang="sl-SI" sz="1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FADFAA0-B187-4503-99F2-C8B170DB90F5}"/>
              </a:ext>
            </a:extLst>
          </p:cNvPr>
          <p:cNvSpPr txBox="1"/>
          <p:nvPr/>
        </p:nvSpPr>
        <p:spPr>
          <a:xfrm>
            <a:off x="11008036" y="5282733"/>
            <a:ext cx="49032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bg1">
                    <a:lumMod val="50000"/>
                  </a:schemeClr>
                </a:solidFill>
              </a:rPr>
              <a:t>[5] </a:t>
            </a:r>
            <a:endParaRPr lang="sl-SI" sz="1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3310FE1-71B5-470A-94BF-B02F44F521E0}"/>
              </a:ext>
            </a:extLst>
          </p:cNvPr>
          <p:cNvSpPr txBox="1"/>
          <p:nvPr/>
        </p:nvSpPr>
        <p:spPr>
          <a:xfrm>
            <a:off x="7523211" y="5384939"/>
            <a:ext cx="75068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bg1">
                    <a:lumMod val="50000"/>
                  </a:schemeClr>
                </a:solidFill>
              </a:rPr>
              <a:t>[</a:t>
            </a:r>
            <a:r>
              <a:rPr lang="sl-SI" sz="1400" dirty="0">
                <a:solidFill>
                  <a:schemeClr val="bg1">
                    <a:lumMod val="50000"/>
                  </a:schemeClr>
                </a:solidFill>
              </a:rPr>
              <a:t>14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</a:rPr>
              <a:t>] </a:t>
            </a:r>
            <a:endParaRPr lang="sl-SI" sz="1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9F071EA-5A8B-4EBF-88CF-F970AA07C535}"/>
              </a:ext>
            </a:extLst>
          </p:cNvPr>
          <p:cNvSpPr txBox="1"/>
          <p:nvPr/>
        </p:nvSpPr>
        <p:spPr>
          <a:xfrm>
            <a:off x="3746070" y="5349622"/>
            <a:ext cx="75068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bg1">
                    <a:lumMod val="50000"/>
                  </a:schemeClr>
                </a:solidFill>
              </a:rPr>
              <a:t>[</a:t>
            </a:r>
            <a:r>
              <a:rPr lang="sl-SI" sz="1400" dirty="0">
                <a:solidFill>
                  <a:schemeClr val="bg1">
                    <a:lumMod val="50000"/>
                  </a:schemeClr>
                </a:solidFill>
              </a:rPr>
              <a:t>19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</a:rPr>
              <a:t>] </a:t>
            </a:r>
            <a:endParaRPr lang="sl-SI" sz="1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A2F104D-3BDC-4009-A8B4-BC5D995A7E3A}"/>
              </a:ext>
            </a:extLst>
          </p:cNvPr>
          <p:cNvSpPr txBox="1"/>
          <p:nvPr/>
        </p:nvSpPr>
        <p:spPr>
          <a:xfrm>
            <a:off x="6189430" y="4716815"/>
            <a:ext cx="75068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bg1">
                    <a:lumMod val="50000"/>
                  </a:schemeClr>
                </a:solidFill>
              </a:rPr>
              <a:t>[</a:t>
            </a:r>
            <a:r>
              <a:rPr lang="sl-SI" sz="1400" dirty="0">
                <a:solidFill>
                  <a:schemeClr val="bg1">
                    <a:lumMod val="50000"/>
                  </a:schemeClr>
                </a:solidFill>
              </a:rPr>
              <a:t>17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</a:rPr>
              <a:t>] </a:t>
            </a:r>
            <a:endParaRPr lang="sl-SI" sz="1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6A69E5A-4D79-4FEE-9A97-C1709B603EA5}"/>
              </a:ext>
            </a:extLst>
          </p:cNvPr>
          <p:cNvSpPr txBox="1"/>
          <p:nvPr/>
        </p:nvSpPr>
        <p:spPr>
          <a:xfrm>
            <a:off x="9597469" y="4025172"/>
            <a:ext cx="75068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bg1">
                    <a:lumMod val="50000"/>
                  </a:schemeClr>
                </a:solidFill>
              </a:rPr>
              <a:t>[</a:t>
            </a:r>
            <a:r>
              <a:rPr lang="sl-SI" sz="1400" dirty="0">
                <a:solidFill>
                  <a:schemeClr val="bg1">
                    <a:lumMod val="50000"/>
                  </a:schemeClr>
                </a:solidFill>
              </a:rPr>
              <a:t>6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</a:rPr>
              <a:t>] </a:t>
            </a:r>
            <a:endParaRPr lang="sl-SI" sz="1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90D3AC9-A709-46C8-B3A1-C86C654E21A4}"/>
              </a:ext>
            </a:extLst>
          </p:cNvPr>
          <p:cNvSpPr txBox="1"/>
          <p:nvPr/>
        </p:nvSpPr>
        <p:spPr>
          <a:xfrm>
            <a:off x="11305445" y="3148544"/>
            <a:ext cx="75068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bg1">
                    <a:lumMod val="50000"/>
                  </a:schemeClr>
                </a:solidFill>
              </a:rPr>
              <a:t>[</a:t>
            </a:r>
            <a:r>
              <a:rPr lang="sl-SI" sz="1400" dirty="0">
                <a:solidFill>
                  <a:schemeClr val="bg1">
                    <a:lumMod val="50000"/>
                  </a:schemeClr>
                </a:solidFill>
              </a:rPr>
              <a:t>54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</a:rPr>
              <a:t>] </a:t>
            </a:r>
            <a:endParaRPr lang="sl-SI" sz="1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DCEFF3A-E716-4D9A-BFBE-BFE220F3D813}"/>
              </a:ext>
            </a:extLst>
          </p:cNvPr>
          <p:cNvSpPr txBox="1"/>
          <p:nvPr/>
        </p:nvSpPr>
        <p:spPr>
          <a:xfrm>
            <a:off x="4521508" y="4067697"/>
            <a:ext cx="75068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bg1">
                    <a:lumMod val="50000"/>
                  </a:schemeClr>
                </a:solidFill>
              </a:rPr>
              <a:t>[</a:t>
            </a:r>
            <a:r>
              <a:rPr lang="sl-SI" sz="1400" dirty="0">
                <a:solidFill>
                  <a:schemeClr val="bg1">
                    <a:lumMod val="50000"/>
                  </a:schemeClr>
                </a:solidFill>
              </a:rPr>
              <a:t>6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</a:rPr>
              <a:t>] </a:t>
            </a:r>
            <a:endParaRPr lang="sl-SI" sz="14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6B52FA7-17FE-49C2-A775-E0286C0BE027}"/>
              </a:ext>
            </a:extLst>
          </p:cNvPr>
          <p:cNvSpPr txBox="1"/>
          <p:nvPr/>
        </p:nvSpPr>
        <p:spPr>
          <a:xfrm>
            <a:off x="10931704" y="4581795"/>
            <a:ext cx="59354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bg1">
                    <a:lumMod val="50000"/>
                  </a:schemeClr>
                </a:solidFill>
              </a:rPr>
              <a:t>[</a:t>
            </a:r>
            <a:r>
              <a:rPr lang="sl-SI" sz="1400" dirty="0">
                <a:solidFill>
                  <a:schemeClr val="bg1">
                    <a:lumMod val="50000"/>
                  </a:schemeClr>
                </a:solidFill>
              </a:rPr>
              <a:t>20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</a:rPr>
              <a:t>] </a:t>
            </a:r>
            <a:endParaRPr lang="sl-SI" sz="14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7716846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5DD53BE2-3A1A-408D-AF5E-B16509C26E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l-SI" dirty="0"/>
              <a:t>Združevanje rojev</a:t>
            </a:r>
          </a:p>
        </p:txBody>
      </p:sp>
      <p:sp>
        <p:nvSpPr>
          <p:cNvPr id="3" name="Označba mesta vsebine 2">
            <a:extLst>
              <a:ext uri="{FF2B5EF4-FFF2-40B4-BE49-F238E27FC236}">
                <a16:creationId xmlns:a16="http://schemas.microsoft.com/office/drawing/2014/main" id="{9B7BDED3-60BE-4F4C-8872-B171FE820D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l-SI" sz="20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r</a:t>
            </a:r>
            <a:r>
              <a:rPr lang="sl-SI" sz="20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ekurzivno </a:t>
            </a:r>
            <a:r>
              <a:rPr lang="sl-SI" sz="20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uteženo</a:t>
            </a:r>
            <a:r>
              <a:rPr lang="sl-SI" sz="20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povprečje središč in </a:t>
            </a:r>
            <a:r>
              <a:rPr lang="sl-SI" sz="20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kovariančnih</a:t>
            </a:r>
            <a:r>
              <a:rPr lang="sl-SI" sz="20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matrik rojev </a:t>
            </a:r>
            <a:r>
              <a:rPr lang="en-US" sz="20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</a:t>
            </a:r>
            <a:r>
              <a:rPr lang="sl-SI" sz="20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3(5),</a:t>
            </a:r>
          </a:p>
          <a:p>
            <a:r>
              <a:rPr lang="sl-SI" sz="20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2(</a:t>
            </a:r>
            <a:r>
              <a:rPr lang="en-US" sz="20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43</a:t>
            </a:r>
            <a:r>
              <a:rPr lang="sl-SI" sz="20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),26(56)</a:t>
            </a:r>
            <a:r>
              <a:rPr lang="en-US" sz="20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]</a:t>
            </a:r>
            <a:r>
              <a:rPr lang="sl-SI" sz="20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</a:p>
          <a:p>
            <a:r>
              <a:rPr lang="sl-SI" sz="20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konveksna ovojnica (</a:t>
            </a:r>
            <a:r>
              <a:rPr lang="sl-SI" sz="2000" i="1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convex</a:t>
            </a:r>
            <a:r>
              <a:rPr lang="sl-SI" sz="2000" i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2000" i="1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hull</a:t>
            </a:r>
            <a:r>
              <a:rPr lang="sl-SI" sz="20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 granul </a:t>
            </a:r>
            <a:r>
              <a:rPr lang="en-US" sz="20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</a:t>
            </a:r>
            <a:r>
              <a:rPr lang="sl-SI" sz="20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27(51),11(54)</a:t>
            </a:r>
            <a:r>
              <a:rPr lang="en-US" sz="20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]</a:t>
            </a:r>
            <a:r>
              <a:rPr lang="sl-SI" sz="20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</a:p>
          <a:p>
            <a:endParaRPr lang="sl-SI" sz="20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sl-SI" sz="20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sl-SI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4" name="Slika 3" descr="Slika, ki vsebuje besede besedilo&#10;&#10;Opis je samodejno ustvarjen">
            <a:extLst>
              <a:ext uri="{FF2B5EF4-FFF2-40B4-BE49-F238E27FC236}">
                <a16:creationId xmlns:a16="http://schemas.microsoft.com/office/drawing/2014/main" id="{05AE727E-5F2F-448B-B67B-8E426C9AD9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8155" y="1609775"/>
            <a:ext cx="2400300" cy="1368799"/>
          </a:xfrm>
          <a:prstGeom prst="rect">
            <a:avLst/>
          </a:prstGeom>
        </p:spPr>
      </p:pic>
      <p:pic>
        <p:nvPicPr>
          <p:cNvPr id="5" name="Slika 4" descr="Slika, ki vsebuje besede besedilo, ura&#10;&#10;Opis je samodejno ustvarjen">
            <a:extLst>
              <a:ext uri="{FF2B5EF4-FFF2-40B4-BE49-F238E27FC236}">
                <a16:creationId xmlns:a16="http://schemas.microsoft.com/office/drawing/2014/main" id="{4C194844-4B49-488E-95FC-55F500B725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7542" y="2958642"/>
            <a:ext cx="4274976" cy="498358"/>
          </a:xfrm>
          <a:prstGeom prst="rect">
            <a:avLst/>
          </a:prstGeom>
        </p:spPr>
      </p:pic>
      <p:pic>
        <p:nvPicPr>
          <p:cNvPr id="6" name="Slika 5">
            <a:extLst>
              <a:ext uri="{FF2B5EF4-FFF2-40B4-BE49-F238E27FC236}">
                <a16:creationId xmlns:a16="http://schemas.microsoft.com/office/drawing/2014/main" id="{D299FABD-8B15-4E2C-B0B2-06D58E33344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04509" y="3538964"/>
            <a:ext cx="3690594" cy="382301"/>
          </a:xfrm>
          <a:prstGeom prst="rect">
            <a:avLst/>
          </a:prstGeom>
        </p:spPr>
      </p:pic>
      <p:pic>
        <p:nvPicPr>
          <p:cNvPr id="7" name="Picture 41" descr="Graphical user interface, application, table&#10;&#10;Description automatically generated">
            <a:extLst>
              <a:ext uri="{FF2B5EF4-FFF2-40B4-BE49-F238E27FC236}">
                <a16:creationId xmlns:a16="http://schemas.microsoft.com/office/drawing/2014/main" id="{B8D96EC5-A7EA-4DD7-9156-AA907DF54DE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04883" y="3042666"/>
            <a:ext cx="4377162" cy="1244651"/>
          </a:xfrm>
          <a:prstGeom prst="rect">
            <a:avLst/>
          </a:prstGeom>
        </p:spPr>
      </p:pic>
      <p:pic>
        <p:nvPicPr>
          <p:cNvPr id="9" name="Slika 8">
            <a:extLst>
              <a:ext uri="{FF2B5EF4-FFF2-40B4-BE49-F238E27FC236}">
                <a16:creationId xmlns:a16="http://schemas.microsoft.com/office/drawing/2014/main" id="{61AB9704-DDE9-431A-8EAA-398DAB228CC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1704" y="130556"/>
            <a:ext cx="1168059" cy="487300"/>
          </a:xfrm>
          <a:prstGeom prst="rect">
            <a:avLst/>
          </a:prstGeom>
        </p:spPr>
      </p:pic>
      <p:pic>
        <p:nvPicPr>
          <p:cNvPr id="14" name="Slika 13">
            <a:extLst>
              <a:ext uri="{FF2B5EF4-FFF2-40B4-BE49-F238E27FC236}">
                <a16:creationId xmlns:a16="http://schemas.microsoft.com/office/drawing/2014/main" id="{5CCB4BE9-CBDD-45AF-AA81-7DCEE4C1DEE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28957" y="4328654"/>
            <a:ext cx="3781425" cy="1981411"/>
          </a:xfrm>
          <a:prstGeom prst="rect">
            <a:avLst/>
          </a:prstGeom>
        </p:spPr>
      </p:pic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08E6C9B-9B91-4745-BD30-B8FE96C6CC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658395-0858-4046-BAB6-178FB2A7F14B}" type="slidenum">
              <a:rPr lang="sl-SI" smtClean="0"/>
              <a:t>13</a:t>
            </a:fld>
            <a:endParaRPr lang="sl-SI"/>
          </a:p>
        </p:txBody>
      </p:sp>
      <p:pic>
        <p:nvPicPr>
          <p:cNvPr id="18" name="Slika 17">
            <a:extLst>
              <a:ext uri="{FF2B5EF4-FFF2-40B4-BE49-F238E27FC236}">
                <a16:creationId xmlns:a16="http://schemas.microsoft.com/office/drawing/2014/main" id="{D8221DEE-20B2-42A7-95A7-353C353DA5D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10382" y="4663450"/>
            <a:ext cx="1726798" cy="1358524"/>
          </a:xfrm>
          <a:prstGeom prst="rect">
            <a:avLst/>
          </a:prstGeom>
        </p:spPr>
      </p:pic>
      <p:pic>
        <p:nvPicPr>
          <p:cNvPr id="15" name="Slika 14">
            <a:extLst>
              <a:ext uri="{FF2B5EF4-FFF2-40B4-BE49-F238E27FC236}">
                <a16:creationId xmlns:a16="http://schemas.microsoft.com/office/drawing/2014/main" id="{1A77BCA0-EEE7-4F69-8A51-C23D6C7089F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4820" y="2910962"/>
            <a:ext cx="3227599" cy="1638304"/>
          </a:xfrm>
          <a:prstGeom prst="rect">
            <a:avLst/>
          </a:prstGeom>
        </p:spPr>
      </p:pic>
      <p:sp>
        <p:nvSpPr>
          <p:cNvPr id="19" name="PoljeZBesedilom 18">
            <a:extLst>
              <a:ext uri="{FF2B5EF4-FFF2-40B4-BE49-F238E27FC236}">
                <a16:creationId xmlns:a16="http://schemas.microsoft.com/office/drawing/2014/main" id="{CADD5001-A18F-4BF1-B595-346D270DD558}"/>
              </a:ext>
            </a:extLst>
          </p:cNvPr>
          <p:cNvSpPr txBox="1"/>
          <p:nvPr/>
        </p:nvSpPr>
        <p:spPr>
          <a:xfrm>
            <a:off x="434419" y="5135195"/>
            <a:ext cx="5826681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dirty="0">
                <a:solidFill>
                  <a:schemeClr val="bg1">
                    <a:lumMod val="50000"/>
                  </a:schemeClr>
                </a:solidFill>
              </a:rPr>
              <a:t>[43] </a:t>
            </a:r>
            <a:r>
              <a:rPr lang="en-US" sz="900" dirty="0" err="1">
                <a:solidFill>
                  <a:schemeClr val="bg1">
                    <a:lumMod val="50000"/>
                  </a:schemeClr>
                </a:solidFill>
              </a:rPr>
              <a:t>Skrjanc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</a:rPr>
              <a:t>, I. (2020). Cluster-Volume-Based Merging Approach for Incrementally Evolving Fuzzy Gaussian Clustering-</a:t>
            </a:r>
            <a:r>
              <a:rPr lang="en-US" sz="900" dirty="0" err="1">
                <a:solidFill>
                  <a:schemeClr val="bg1">
                    <a:lumMod val="50000"/>
                  </a:schemeClr>
                </a:solidFill>
              </a:rPr>
              <a:t>eGAUSS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</a:rPr>
              <a:t>+. IEEE Transactions on Fuzzy Systems, 28(9), 2222–2231. </a:t>
            </a:r>
            <a:endParaRPr lang="sl-SI" sz="900" dirty="0">
              <a:solidFill>
                <a:schemeClr val="bg1">
                  <a:lumMod val="50000"/>
                </a:schemeClr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dirty="0">
                <a:solidFill>
                  <a:schemeClr val="bg1">
                    <a:lumMod val="50000"/>
                  </a:schemeClr>
                </a:solidFill>
              </a:rPr>
              <a:t>[51] 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Garcia, C.,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Leite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, D., &amp;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Skrjanc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, I. (2020).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Incremental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Missing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-Data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Imputation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for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Evolving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Fuzzy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Granular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Prediction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. IEEE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Transactions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on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Fuzzy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Systems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, 28(10), 2348–2362.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[54]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Leite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, D.,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Ballini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, R., Costa, P., &amp;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Gomide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, F. (2012).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Evolving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fuzzy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granular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modeling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from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nonstationary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fuzzy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data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streams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.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Evolving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Systems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, 3(2), 65–79.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dirty="0">
                <a:solidFill>
                  <a:schemeClr val="bg1">
                    <a:lumMod val="50000"/>
                  </a:schemeClr>
                </a:solidFill>
              </a:rPr>
              <a:t>[5] </a:t>
            </a:r>
            <a:r>
              <a:rPr lang="en-US" sz="900" dirty="0" err="1">
                <a:solidFill>
                  <a:schemeClr val="bg1">
                    <a:lumMod val="50000"/>
                  </a:schemeClr>
                </a:solidFill>
              </a:rPr>
              <a:t>Dovžan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</a:rPr>
              <a:t>, D., Logar, V., &amp; Škrjanc, I. (2015). Implementation of an Evolving Fuzzy Model (</a:t>
            </a:r>
            <a:r>
              <a:rPr lang="en-US" sz="900" dirty="0" err="1">
                <a:solidFill>
                  <a:schemeClr val="bg1">
                    <a:lumMod val="50000"/>
                  </a:schemeClr>
                </a:solidFill>
              </a:rPr>
              <a:t>eFuMo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</a:rPr>
              <a:t>) in a Monitoring System for a Waste-Water Treatment Process. IEEE Transactions on Fuzzy Systems, 23(5), 1761–1776.</a:t>
            </a:r>
            <a:endParaRPr lang="sl-SI" sz="900" dirty="0">
              <a:solidFill>
                <a:schemeClr val="bg1">
                  <a:lumMod val="50000"/>
                </a:schemeClr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[56] Pratama, M.,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Anavatti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, S. G., &amp;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Lughofer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, E. (2014).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Genefis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: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Toward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an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effective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localist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network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. IEEE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Transactions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on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Fuzzy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Systems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, 22(3), 547–562. https://doi.org/10.1109/TFUZZ.2013.2264938</a:t>
            </a:r>
          </a:p>
        </p:txBody>
      </p:sp>
      <p:sp>
        <p:nvSpPr>
          <p:cNvPr id="20" name="PoljeZBesedilom 19">
            <a:extLst>
              <a:ext uri="{FF2B5EF4-FFF2-40B4-BE49-F238E27FC236}">
                <a16:creationId xmlns:a16="http://schemas.microsoft.com/office/drawing/2014/main" id="{EEB6E38A-B324-425B-A7E6-5ED8994D4796}"/>
              </a:ext>
            </a:extLst>
          </p:cNvPr>
          <p:cNvSpPr txBox="1"/>
          <p:nvPr/>
        </p:nvSpPr>
        <p:spPr>
          <a:xfrm>
            <a:off x="2894775" y="4269628"/>
            <a:ext cx="5568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sl-SI" sz="1800" dirty="0">
                <a:solidFill>
                  <a:schemeClr val="bg1">
                    <a:lumMod val="50000"/>
                  </a:schemeClr>
                </a:solidFill>
              </a:rPr>
              <a:t>[56] </a:t>
            </a:r>
            <a:endParaRPr lang="sl-SI" dirty="0"/>
          </a:p>
        </p:txBody>
      </p:sp>
      <p:sp>
        <p:nvSpPr>
          <p:cNvPr id="21" name="PoljeZBesedilom 20">
            <a:extLst>
              <a:ext uri="{FF2B5EF4-FFF2-40B4-BE49-F238E27FC236}">
                <a16:creationId xmlns:a16="http://schemas.microsoft.com/office/drawing/2014/main" id="{4CC39A68-71EF-4C6F-93D6-0715F89D1241}"/>
              </a:ext>
            </a:extLst>
          </p:cNvPr>
          <p:cNvSpPr txBox="1"/>
          <p:nvPr/>
        </p:nvSpPr>
        <p:spPr>
          <a:xfrm>
            <a:off x="7645813" y="4125867"/>
            <a:ext cx="5568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sl-SI" sz="1800" dirty="0">
                <a:solidFill>
                  <a:schemeClr val="bg1">
                    <a:lumMod val="50000"/>
                  </a:schemeClr>
                </a:solidFill>
              </a:rPr>
              <a:t>[5] </a:t>
            </a:r>
            <a:endParaRPr lang="sl-SI" dirty="0"/>
          </a:p>
        </p:txBody>
      </p:sp>
      <p:sp>
        <p:nvSpPr>
          <p:cNvPr id="22" name="PoljeZBesedilom 21">
            <a:extLst>
              <a:ext uri="{FF2B5EF4-FFF2-40B4-BE49-F238E27FC236}">
                <a16:creationId xmlns:a16="http://schemas.microsoft.com/office/drawing/2014/main" id="{0447E4F2-8716-4FA2-B427-ACEE334300CC}"/>
              </a:ext>
            </a:extLst>
          </p:cNvPr>
          <p:cNvSpPr txBox="1"/>
          <p:nvPr/>
        </p:nvSpPr>
        <p:spPr>
          <a:xfrm>
            <a:off x="11690914" y="3788761"/>
            <a:ext cx="5568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sl-SI" sz="1800" dirty="0">
                <a:solidFill>
                  <a:schemeClr val="bg1">
                    <a:lumMod val="50000"/>
                  </a:schemeClr>
                </a:solidFill>
              </a:rPr>
              <a:t>[43] </a:t>
            </a:r>
            <a:endParaRPr lang="sl-SI" dirty="0"/>
          </a:p>
        </p:txBody>
      </p:sp>
      <p:sp>
        <p:nvSpPr>
          <p:cNvPr id="24" name="PoljeZBesedilom 23">
            <a:extLst>
              <a:ext uri="{FF2B5EF4-FFF2-40B4-BE49-F238E27FC236}">
                <a16:creationId xmlns:a16="http://schemas.microsoft.com/office/drawing/2014/main" id="{9D09225A-910B-442F-8D11-03A7C434E191}"/>
              </a:ext>
            </a:extLst>
          </p:cNvPr>
          <p:cNvSpPr txBox="1"/>
          <p:nvPr/>
        </p:nvSpPr>
        <p:spPr>
          <a:xfrm>
            <a:off x="10009099" y="5963876"/>
            <a:ext cx="5568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sl-SI" sz="1800" dirty="0">
                <a:solidFill>
                  <a:schemeClr val="bg1">
                    <a:lumMod val="50000"/>
                  </a:schemeClr>
                </a:solidFill>
              </a:rPr>
              <a:t>[</a:t>
            </a:r>
            <a:r>
              <a:rPr lang="sl-SI" dirty="0">
                <a:solidFill>
                  <a:schemeClr val="bg1">
                    <a:lumMod val="50000"/>
                  </a:schemeClr>
                </a:solidFill>
              </a:rPr>
              <a:t>51</a:t>
            </a:r>
            <a:r>
              <a:rPr lang="sl-SI" sz="1800" dirty="0">
                <a:solidFill>
                  <a:schemeClr val="bg1">
                    <a:lumMod val="50000"/>
                  </a:schemeClr>
                </a:solidFill>
              </a:rPr>
              <a:t>] </a:t>
            </a:r>
            <a:endParaRPr lang="sl-SI" dirty="0"/>
          </a:p>
        </p:txBody>
      </p:sp>
      <p:sp>
        <p:nvSpPr>
          <p:cNvPr id="26" name="PoljeZBesedilom 25">
            <a:extLst>
              <a:ext uri="{FF2B5EF4-FFF2-40B4-BE49-F238E27FC236}">
                <a16:creationId xmlns:a16="http://schemas.microsoft.com/office/drawing/2014/main" id="{8CD1597B-473A-40F6-8BBE-C7794A5B100D}"/>
              </a:ext>
            </a:extLst>
          </p:cNvPr>
          <p:cNvSpPr txBox="1"/>
          <p:nvPr/>
        </p:nvSpPr>
        <p:spPr>
          <a:xfrm>
            <a:off x="11690914" y="5914803"/>
            <a:ext cx="682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sl-SI" sz="1800" dirty="0">
                <a:solidFill>
                  <a:schemeClr val="bg1">
                    <a:lumMod val="50000"/>
                  </a:schemeClr>
                </a:solidFill>
              </a:rPr>
              <a:t>[53] </a:t>
            </a:r>
            <a:endParaRPr lang="sl-SI" dirty="0"/>
          </a:p>
        </p:txBody>
      </p:sp>
    </p:spTree>
    <p:extLst>
      <p:ext uri="{BB962C8B-B14F-4D97-AF65-F5344CB8AC3E}">
        <p14:creationId xmlns:p14="http://schemas.microsoft.com/office/powerpoint/2010/main" val="284957515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40538893-6351-49B8-BAF9-656D373F71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l-SI" dirty="0"/>
              <a:t>Razcep rojev</a:t>
            </a:r>
          </a:p>
        </p:txBody>
      </p:sp>
      <p:sp>
        <p:nvSpPr>
          <p:cNvPr id="3" name="Označba mesta vsebine 2">
            <a:extLst>
              <a:ext uri="{FF2B5EF4-FFF2-40B4-BE49-F238E27FC236}">
                <a16:creationId xmlns:a16="http://schemas.microsoft.com/office/drawing/2014/main" id="{5F43D92A-C5DA-4436-A6F4-4FE1EACAF2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386453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sl-SI" sz="1800" b="1" dirty="0"/>
              <a:t>Neprimerni parametri združevanja, lezenje parametrov </a:t>
            </a:r>
            <a:r>
              <a:rPr lang="sl-SI" sz="1800" dirty="0"/>
              <a:t>in </a:t>
            </a:r>
            <a:r>
              <a:rPr lang="sl-SI" sz="1800" b="1" dirty="0"/>
              <a:t>konceptualni pomiki </a:t>
            </a:r>
            <a:r>
              <a:rPr lang="sl-SI" sz="1800" dirty="0"/>
              <a:t>v toku podatkov, potreba po </a:t>
            </a:r>
            <a:r>
              <a:rPr lang="sl-SI" sz="1800" b="1" dirty="0"/>
              <a:t>natančnejšem deljenju prostora </a:t>
            </a:r>
            <a:r>
              <a:rPr lang="sl-SI" sz="1800" dirty="0"/>
              <a:t>idr.</a:t>
            </a:r>
          </a:p>
          <a:p>
            <a:pPr marL="0" indent="0">
              <a:buNone/>
            </a:pPr>
            <a:r>
              <a:rPr lang="sl-SI" sz="1800" dirty="0"/>
              <a:t> </a:t>
            </a:r>
          </a:p>
          <a:p>
            <a:r>
              <a:rPr lang="sl-SI" sz="1800" b="1" dirty="0"/>
              <a:t>akumulirana relativna napaka </a:t>
            </a:r>
            <a:r>
              <a:rPr lang="sl-SI" sz="1800" dirty="0"/>
              <a:t>[3(5)],</a:t>
            </a:r>
          </a:p>
          <a:p>
            <a:r>
              <a:rPr lang="sl-SI" sz="1800" b="1" dirty="0"/>
              <a:t>prekrivanje rojev, </a:t>
            </a:r>
            <a:r>
              <a:rPr lang="sl-SI" sz="1800" b="1" dirty="0" err="1"/>
              <a:t>Welchejev</a:t>
            </a:r>
            <a:r>
              <a:rPr lang="sl-SI" sz="1800" b="1" dirty="0"/>
              <a:t> T-test (</a:t>
            </a:r>
            <a:r>
              <a:rPr lang="sl-SI" sz="1800" b="1" dirty="0" err="1"/>
              <a:t>Welch</a:t>
            </a:r>
            <a:r>
              <a:rPr lang="sl-SI" sz="1800" b="1" dirty="0"/>
              <a:t> T-test)</a:t>
            </a:r>
            <a:r>
              <a:rPr lang="en-US" sz="1800" dirty="0"/>
              <a:t>[</a:t>
            </a:r>
            <a:r>
              <a:rPr lang="sl-SI" sz="1800" dirty="0"/>
              <a:t>21(</a:t>
            </a:r>
            <a:r>
              <a:rPr lang="en-US" sz="1800" dirty="0"/>
              <a:t>6</a:t>
            </a:r>
            <a:r>
              <a:rPr lang="sl-SI" sz="1800" dirty="0"/>
              <a:t>)</a:t>
            </a:r>
            <a:r>
              <a:rPr lang="en-US" sz="1800" dirty="0"/>
              <a:t>]</a:t>
            </a:r>
            <a:r>
              <a:rPr lang="sl-SI" sz="1800" dirty="0"/>
              <a:t>, </a:t>
            </a:r>
            <a:r>
              <a:rPr lang="sl-SI" sz="1800" b="1" dirty="0" err="1"/>
              <a:t>Bayesov</a:t>
            </a:r>
            <a:r>
              <a:rPr lang="sl-SI" sz="1800" b="1" dirty="0"/>
              <a:t> informacijski kriterij </a:t>
            </a:r>
            <a:r>
              <a:rPr lang="sl-SI" sz="1800" dirty="0"/>
              <a:t>(</a:t>
            </a:r>
            <a:r>
              <a:rPr lang="en-US" sz="1800" dirty="0"/>
              <a:t>Bayesian information criterion</a:t>
            </a:r>
            <a:r>
              <a:rPr lang="sl-SI" sz="1800" dirty="0"/>
              <a:t>)</a:t>
            </a:r>
            <a:r>
              <a:rPr lang="en-US" sz="1800" dirty="0"/>
              <a:t> </a:t>
            </a:r>
            <a:r>
              <a:rPr lang="sl-SI" sz="1800" dirty="0"/>
              <a:t>[21(6), 27(51)], </a:t>
            </a:r>
            <a:r>
              <a:rPr lang="sl-SI" sz="1800" b="1" dirty="0" err="1"/>
              <a:t>partition</a:t>
            </a:r>
            <a:r>
              <a:rPr lang="sl-SI" sz="1800" b="1" dirty="0"/>
              <a:t> </a:t>
            </a:r>
            <a:r>
              <a:rPr lang="sl-SI" sz="1800" b="1" dirty="0" err="1"/>
              <a:t>separation</a:t>
            </a:r>
            <a:r>
              <a:rPr lang="sl-SI" sz="1800" b="1" dirty="0"/>
              <a:t> </a:t>
            </a:r>
            <a:r>
              <a:rPr lang="sl-SI" sz="1800" b="1" dirty="0" err="1"/>
              <a:t>index</a:t>
            </a:r>
            <a:r>
              <a:rPr lang="sl-SI" sz="1800" b="1" dirty="0"/>
              <a:t> </a:t>
            </a:r>
            <a:r>
              <a:rPr lang="sl-SI" sz="1800" dirty="0"/>
              <a:t>[22(53)] idr. </a:t>
            </a:r>
          </a:p>
          <a:p>
            <a:endParaRPr lang="sl-SI" dirty="0"/>
          </a:p>
        </p:txBody>
      </p:sp>
      <p:pic>
        <p:nvPicPr>
          <p:cNvPr id="4" name="Slika 3" descr="Slika, ki vsebuje besede besedilo&#10;&#10;Opis je samodejno ustvarjen">
            <a:extLst>
              <a:ext uri="{FF2B5EF4-FFF2-40B4-BE49-F238E27FC236}">
                <a16:creationId xmlns:a16="http://schemas.microsoft.com/office/drawing/2014/main" id="{36793C1F-057D-4B6B-9D4A-9F59918B82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10600" y="1418084"/>
            <a:ext cx="2232660" cy="676275"/>
          </a:xfrm>
          <a:prstGeom prst="rect">
            <a:avLst/>
          </a:prstGeom>
        </p:spPr>
      </p:pic>
      <p:pic>
        <p:nvPicPr>
          <p:cNvPr id="5" name="Slika 4">
            <a:extLst>
              <a:ext uri="{FF2B5EF4-FFF2-40B4-BE49-F238E27FC236}">
                <a16:creationId xmlns:a16="http://schemas.microsoft.com/office/drawing/2014/main" id="{D2C874A5-9A3A-423F-80E9-B6066E1F20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0110" y="3268645"/>
            <a:ext cx="2343150" cy="752475"/>
          </a:xfrm>
          <a:prstGeom prst="rect">
            <a:avLst/>
          </a:prstGeom>
        </p:spPr>
      </p:pic>
      <p:pic>
        <p:nvPicPr>
          <p:cNvPr id="6" name="Slika 5">
            <a:extLst>
              <a:ext uri="{FF2B5EF4-FFF2-40B4-BE49-F238E27FC236}">
                <a16:creationId xmlns:a16="http://schemas.microsoft.com/office/drawing/2014/main" id="{D55EECF9-C2AE-49D0-9E53-EC859609BA5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1704" y="130556"/>
            <a:ext cx="1168059" cy="487300"/>
          </a:xfrm>
          <a:prstGeom prst="rect">
            <a:avLst/>
          </a:prstGeom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B15621-BC18-49F0-A004-F4F392BA9F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658395-0858-4046-BAB6-178FB2A7F14B}" type="slidenum">
              <a:rPr lang="sl-SI" smtClean="0"/>
              <a:t>14</a:t>
            </a:fld>
            <a:endParaRPr lang="sl-SI" dirty="0"/>
          </a:p>
        </p:txBody>
      </p:sp>
      <p:pic>
        <p:nvPicPr>
          <p:cNvPr id="9" name="Slika 8">
            <a:extLst>
              <a:ext uri="{FF2B5EF4-FFF2-40B4-BE49-F238E27FC236}">
                <a16:creationId xmlns:a16="http://schemas.microsoft.com/office/drawing/2014/main" id="{4CE520FE-C4F6-43B8-B031-17947DA23B4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16803" y="4449003"/>
            <a:ext cx="4165293" cy="937030"/>
          </a:xfrm>
          <a:prstGeom prst="rect">
            <a:avLst/>
          </a:prstGeom>
        </p:spPr>
      </p:pic>
      <p:pic>
        <p:nvPicPr>
          <p:cNvPr id="13" name="Slika 12">
            <a:extLst>
              <a:ext uri="{FF2B5EF4-FFF2-40B4-BE49-F238E27FC236}">
                <a16:creationId xmlns:a16="http://schemas.microsoft.com/office/drawing/2014/main" id="{2996BBE6-449F-40ED-A9B1-36B3DCF4788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6732" y="4164878"/>
            <a:ext cx="3467100" cy="857250"/>
          </a:xfrm>
          <a:prstGeom prst="rect">
            <a:avLst/>
          </a:prstGeom>
        </p:spPr>
      </p:pic>
      <p:pic>
        <p:nvPicPr>
          <p:cNvPr id="18" name="Slika 17">
            <a:extLst>
              <a:ext uri="{FF2B5EF4-FFF2-40B4-BE49-F238E27FC236}">
                <a16:creationId xmlns:a16="http://schemas.microsoft.com/office/drawing/2014/main" id="{93682EC8-A214-42AB-9C93-DB4608C5188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10600" y="2161034"/>
            <a:ext cx="3081151" cy="365126"/>
          </a:xfrm>
          <a:prstGeom prst="rect">
            <a:avLst/>
          </a:prstGeom>
        </p:spPr>
      </p:pic>
      <p:pic>
        <p:nvPicPr>
          <p:cNvPr id="20" name="Slika 19">
            <a:extLst>
              <a:ext uri="{FF2B5EF4-FFF2-40B4-BE49-F238E27FC236}">
                <a16:creationId xmlns:a16="http://schemas.microsoft.com/office/drawing/2014/main" id="{90C3A944-1147-4C9D-95F1-94FE4D6DDF1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037667" y="4861390"/>
            <a:ext cx="1846165" cy="1154835"/>
          </a:xfrm>
          <a:prstGeom prst="rect">
            <a:avLst/>
          </a:prstGeom>
        </p:spPr>
      </p:pic>
      <p:sp>
        <p:nvSpPr>
          <p:cNvPr id="14" name="PoljeZBesedilom 13">
            <a:extLst>
              <a:ext uri="{FF2B5EF4-FFF2-40B4-BE49-F238E27FC236}">
                <a16:creationId xmlns:a16="http://schemas.microsoft.com/office/drawing/2014/main" id="{659BB0DD-E54D-45D6-981F-495B4591D76A}"/>
              </a:ext>
            </a:extLst>
          </p:cNvPr>
          <p:cNvSpPr txBox="1"/>
          <p:nvPr/>
        </p:nvSpPr>
        <p:spPr>
          <a:xfrm>
            <a:off x="101600" y="6075144"/>
            <a:ext cx="1074166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[5] Dovžan, D., Logar, V., &amp; Škrjanc, I. (2015).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Implementation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of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an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Evolving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Fuzzy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Model (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eFuMo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) in a Monitoring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System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for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a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Waste-Water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Treatment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Process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. IEEE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Transactions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on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Fuzzy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Systems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, 23(5), 1761–1776.</a:t>
            </a:r>
          </a:p>
          <a:p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[6]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Lughofer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, E., &amp;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Sayed-Mouchaweh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, M. (2015).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Autonomous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data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stream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clustering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implementing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split-and-merge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concepts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–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Towards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a plug-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-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play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approach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.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Information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Sciences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, 304, 54–79.</a:t>
            </a:r>
          </a:p>
          <a:p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[51] Garcia, C.,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Leite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, D., &amp;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Skrjanc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, I. (2020).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Incremental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Missing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-Data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Imputation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for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Evolving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Fuzzy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Granular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Prediction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. IEEE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Transactions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on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Fuzzy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Systems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, 28(10), 2348–2362. </a:t>
            </a:r>
          </a:p>
          <a:p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[53]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Lughofer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, E. (2008).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Extensions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of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vector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quantization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for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incremental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clustering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.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Pattern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Recognition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, 41(3), 995–1011.</a:t>
            </a:r>
          </a:p>
        </p:txBody>
      </p:sp>
      <p:sp>
        <p:nvSpPr>
          <p:cNvPr id="15" name="PoljeZBesedilom 14">
            <a:extLst>
              <a:ext uri="{FF2B5EF4-FFF2-40B4-BE49-F238E27FC236}">
                <a16:creationId xmlns:a16="http://schemas.microsoft.com/office/drawing/2014/main" id="{B66F7651-EB00-4AF5-A215-D37F5B5259D7}"/>
              </a:ext>
            </a:extLst>
          </p:cNvPr>
          <p:cNvSpPr txBox="1"/>
          <p:nvPr/>
        </p:nvSpPr>
        <p:spPr>
          <a:xfrm>
            <a:off x="11515733" y="2299905"/>
            <a:ext cx="4445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sl-SI" sz="1800" dirty="0">
                <a:solidFill>
                  <a:schemeClr val="bg1">
                    <a:lumMod val="50000"/>
                  </a:schemeClr>
                </a:solidFill>
              </a:rPr>
              <a:t>[5] </a:t>
            </a:r>
            <a:endParaRPr lang="sl-SI" dirty="0"/>
          </a:p>
        </p:txBody>
      </p:sp>
      <p:sp>
        <p:nvSpPr>
          <p:cNvPr id="17" name="PoljeZBesedilom 16">
            <a:extLst>
              <a:ext uri="{FF2B5EF4-FFF2-40B4-BE49-F238E27FC236}">
                <a16:creationId xmlns:a16="http://schemas.microsoft.com/office/drawing/2014/main" id="{77150E8D-6E5A-4C36-A15E-68BF3B1337EC}"/>
              </a:ext>
            </a:extLst>
          </p:cNvPr>
          <p:cNvSpPr txBox="1"/>
          <p:nvPr/>
        </p:nvSpPr>
        <p:spPr>
          <a:xfrm>
            <a:off x="3942690" y="5632430"/>
            <a:ext cx="90469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sl-SI" sz="1400" dirty="0">
                <a:solidFill>
                  <a:schemeClr val="bg1">
                    <a:lumMod val="50000"/>
                  </a:schemeClr>
                </a:solidFill>
              </a:rPr>
              <a:t>[53] </a:t>
            </a:r>
          </a:p>
        </p:txBody>
      </p:sp>
      <p:sp>
        <p:nvSpPr>
          <p:cNvPr id="19" name="PoljeZBesedilom 18">
            <a:extLst>
              <a:ext uri="{FF2B5EF4-FFF2-40B4-BE49-F238E27FC236}">
                <a16:creationId xmlns:a16="http://schemas.microsoft.com/office/drawing/2014/main" id="{2B75B386-0979-4657-9906-858708464A9F}"/>
              </a:ext>
            </a:extLst>
          </p:cNvPr>
          <p:cNvSpPr txBox="1"/>
          <p:nvPr/>
        </p:nvSpPr>
        <p:spPr>
          <a:xfrm>
            <a:off x="10666369" y="3637537"/>
            <a:ext cx="90469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sl-SI" sz="1400" dirty="0">
                <a:solidFill>
                  <a:schemeClr val="bg1">
                    <a:lumMod val="50000"/>
                  </a:schemeClr>
                </a:solidFill>
              </a:rPr>
              <a:t>[6] </a:t>
            </a:r>
          </a:p>
        </p:txBody>
      </p:sp>
      <p:sp>
        <p:nvSpPr>
          <p:cNvPr id="21" name="PoljeZBesedilom 20">
            <a:extLst>
              <a:ext uri="{FF2B5EF4-FFF2-40B4-BE49-F238E27FC236}">
                <a16:creationId xmlns:a16="http://schemas.microsoft.com/office/drawing/2014/main" id="{A6A300C9-CB27-410E-84D8-3ECA5F29B146}"/>
              </a:ext>
            </a:extLst>
          </p:cNvPr>
          <p:cNvSpPr txBox="1"/>
          <p:nvPr/>
        </p:nvSpPr>
        <p:spPr>
          <a:xfrm>
            <a:off x="8961253" y="5195406"/>
            <a:ext cx="90469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sl-SI" sz="1400" dirty="0">
                <a:solidFill>
                  <a:schemeClr val="bg1">
                    <a:lumMod val="50000"/>
                  </a:schemeClr>
                </a:solidFill>
              </a:rPr>
              <a:t>[51] </a:t>
            </a:r>
          </a:p>
        </p:txBody>
      </p:sp>
    </p:spTree>
    <p:extLst>
      <p:ext uri="{BB962C8B-B14F-4D97-AF65-F5344CB8AC3E}">
        <p14:creationId xmlns:p14="http://schemas.microsoft.com/office/powerpoint/2010/main" val="3461412227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slov 1">
            <a:extLst>
              <a:ext uri="{FF2B5EF4-FFF2-40B4-BE49-F238E27FC236}">
                <a16:creationId xmlns:a16="http://schemas.microsoft.com/office/drawing/2014/main" id="{ADE6F06D-CBC0-4C63-81F2-CF0BE62BD1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Razcep rojev</a:t>
            </a:r>
          </a:p>
        </p:txBody>
      </p:sp>
      <p:sp>
        <p:nvSpPr>
          <p:cNvPr id="23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PoljeZBesedilom 12">
            <a:extLst>
              <a:ext uri="{FF2B5EF4-FFF2-40B4-BE49-F238E27FC236}">
                <a16:creationId xmlns:a16="http://schemas.microsoft.com/office/drawing/2014/main" id="{56187702-45A0-47FE-A28D-88475E6114A6}"/>
              </a:ext>
            </a:extLst>
          </p:cNvPr>
          <p:cNvSpPr txBox="1"/>
          <p:nvPr/>
        </p:nvSpPr>
        <p:spPr>
          <a:xfrm>
            <a:off x="630936" y="2807208"/>
            <a:ext cx="6099048" cy="341071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marL="342900" indent="-3429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1" dirty="0" err="1"/>
              <a:t>Hranjenje</a:t>
            </a:r>
            <a:r>
              <a:rPr lang="en-US" sz="2000" b="1" dirty="0"/>
              <a:t> </a:t>
            </a:r>
            <a:r>
              <a:rPr lang="en-US" sz="2000" b="1" dirty="0" err="1"/>
              <a:t>dodatnih</a:t>
            </a:r>
            <a:r>
              <a:rPr lang="en-US" sz="2000" b="1" dirty="0"/>
              <a:t> </a:t>
            </a:r>
            <a:r>
              <a:rPr lang="sl-SI" sz="2000" b="1" dirty="0"/>
              <a:t>struktur</a:t>
            </a:r>
            <a:r>
              <a:rPr lang="en-US" sz="2000" b="1" dirty="0"/>
              <a:t> </a:t>
            </a:r>
            <a:r>
              <a:rPr lang="en-US" sz="2000" dirty="0" err="1"/>
              <a:t>znotraj</a:t>
            </a:r>
            <a:r>
              <a:rPr lang="en-US" sz="2000" dirty="0"/>
              <a:t> </a:t>
            </a:r>
            <a:r>
              <a:rPr lang="en-US" sz="2000" dirty="0" err="1"/>
              <a:t>rojev</a:t>
            </a:r>
            <a:r>
              <a:rPr lang="en-US" sz="2000" dirty="0"/>
              <a:t> (Gaussian mixture model) [</a:t>
            </a:r>
            <a:r>
              <a:rPr lang="sl-SI" sz="2000" dirty="0"/>
              <a:t>27(</a:t>
            </a:r>
            <a:r>
              <a:rPr lang="en-US" sz="2000" dirty="0"/>
              <a:t>51</a:t>
            </a:r>
            <a:r>
              <a:rPr lang="sl-SI" sz="2000" dirty="0"/>
              <a:t>)</a:t>
            </a:r>
            <a:r>
              <a:rPr lang="en-US" sz="2000" dirty="0"/>
              <a:t>]</a:t>
            </a:r>
            <a:r>
              <a:rPr lang="sl-SI" sz="2000" dirty="0"/>
              <a:t> </a:t>
            </a:r>
          </a:p>
          <a:p>
            <a:pPr marL="342900" indent="-3429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sl-SI" sz="2000" dirty="0"/>
              <a:t>D</a:t>
            </a:r>
            <a:r>
              <a:rPr lang="en-US" sz="2000" dirty="0" err="1"/>
              <a:t>eljenje</a:t>
            </a:r>
            <a:r>
              <a:rPr lang="en-US" sz="2000" dirty="0"/>
              <a:t> </a:t>
            </a:r>
            <a:r>
              <a:rPr lang="en-US" sz="2000" dirty="0" err="1"/>
              <a:t>roja</a:t>
            </a:r>
            <a:r>
              <a:rPr lang="en-US" sz="2000" dirty="0"/>
              <a:t> v </a:t>
            </a:r>
            <a:r>
              <a:rPr lang="en-US" sz="2000" dirty="0" err="1"/>
              <a:t>smeri</a:t>
            </a:r>
            <a:r>
              <a:rPr lang="en-US" sz="2000" dirty="0"/>
              <a:t> </a:t>
            </a:r>
            <a:r>
              <a:rPr lang="en-US" sz="2000" b="1" dirty="0" err="1"/>
              <a:t>največje</a:t>
            </a:r>
            <a:r>
              <a:rPr lang="en-US" sz="2000" b="1" dirty="0"/>
              <a:t> </a:t>
            </a:r>
            <a:r>
              <a:rPr lang="en-US" sz="2000" b="1" dirty="0" err="1"/>
              <a:t>lastne</a:t>
            </a:r>
            <a:r>
              <a:rPr lang="en-US" sz="2000" b="1" dirty="0"/>
              <a:t> </a:t>
            </a:r>
            <a:r>
              <a:rPr lang="en-US" sz="2000" b="1" dirty="0" err="1"/>
              <a:t>vrednosti</a:t>
            </a:r>
            <a:r>
              <a:rPr lang="en-US" sz="2000" b="1" dirty="0"/>
              <a:t> in </a:t>
            </a:r>
            <a:r>
              <a:rPr lang="en-US" sz="2000" b="1" dirty="0" err="1"/>
              <a:t>postavitev</a:t>
            </a:r>
            <a:r>
              <a:rPr lang="en-US" sz="2000" b="1" dirty="0"/>
              <a:t> </a:t>
            </a:r>
            <a:r>
              <a:rPr lang="en-US" sz="2000" b="1" dirty="0" err="1"/>
              <a:t>kovariančne</a:t>
            </a:r>
            <a:r>
              <a:rPr lang="en-US" sz="2000" b="1" dirty="0"/>
              <a:t> </a:t>
            </a:r>
            <a:r>
              <a:rPr lang="en-US" sz="2000" b="1" dirty="0" err="1"/>
              <a:t>matrike</a:t>
            </a:r>
            <a:r>
              <a:rPr lang="en-US" sz="2000" dirty="0"/>
              <a:t>, </a:t>
            </a:r>
            <a:r>
              <a:rPr lang="en-US" sz="2000" b="1" dirty="0" err="1"/>
              <a:t>števila</a:t>
            </a:r>
            <a:r>
              <a:rPr lang="en-US" sz="2000" b="1" dirty="0"/>
              <a:t> </a:t>
            </a:r>
            <a:r>
              <a:rPr lang="en-US" sz="2000" b="1" dirty="0" err="1"/>
              <a:t>delcev</a:t>
            </a:r>
            <a:r>
              <a:rPr lang="en-US" sz="2000" b="1" dirty="0"/>
              <a:t> </a:t>
            </a:r>
            <a:r>
              <a:rPr lang="en-US" sz="2000" b="1" dirty="0" err="1"/>
              <a:t>na</a:t>
            </a:r>
            <a:r>
              <a:rPr lang="en-US" sz="2000" b="1" dirty="0"/>
              <a:t> </a:t>
            </a:r>
            <a:r>
              <a:rPr lang="en-US" sz="2000" b="1" dirty="0" err="1"/>
              <a:t>polovico</a:t>
            </a:r>
            <a:r>
              <a:rPr lang="sl-SI" sz="2000" dirty="0"/>
              <a:t> [3(5),22(53)]</a:t>
            </a:r>
            <a:r>
              <a:rPr lang="en-US" sz="2000" dirty="0"/>
              <a:t>. </a:t>
            </a:r>
          </a:p>
          <a:p>
            <a:pPr marL="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/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2000" dirty="0" err="1"/>
              <a:t>Nekateri</a:t>
            </a:r>
            <a:r>
              <a:rPr lang="en-US" sz="2000" dirty="0"/>
              <a:t> </a:t>
            </a:r>
            <a:r>
              <a:rPr lang="sl-SI" sz="2000" dirty="0" err="1"/>
              <a:t>samorazvijajoči</a:t>
            </a:r>
            <a:r>
              <a:rPr lang="sl-SI" sz="2000" dirty="0"/>
              <a:t> sistemi</a:t>
            </a:r>
            <a:r>
              <a:rPr lang="en-US" sz="2000" dirty="0"/>
              <a:t> </a:t>
            </a:r>
            <a:r>
              <a:rPr lang="en-US" sz="2000" dirty="0" err="1"/>
              <a:t>primerjajo</a:t>
            </a:r>
            <a:r>
              <a:rPr lang="en-US" sz="2000" dirty="0"/>
              <a:t> </a:t>
            </a:r>
            <a:r>
              <a:rPr lang="en-US" sz="2000" dirty="0" err="1"/>
              <a:t>kvaliteto</a:t>
            </a:r>
            <a:r>
              <a:rPr lang="en-US" sz="2000" dirty="0"/>
              <a:t> </a:t>
            </a:r>
            <a:r>
              <a:rPr lang="en-US" sz="2000" dirty="0" err="1"/>
              <a:t>modela</a:t>
            </a:r>
            <a:r>
              <a:rPr lang="en-US" sz="2000" dirty="0"/>
              <a:t> pred in po </a:t>
            </a:r>
            <a:r>
              <a:rPr lang="en-US" sz="2000" dirty="0" err="1"/>
              <a:t>spremembi</a:t>
            </a:r>
            <a:r>
              <a:rPr lang="en-US" sz="2000" dirty="0"/>
              <a:t> </a:t>
            </a:r>
            <a:r>
              <a:rPr lang="en-US" sz="2000" dirty="0" err="1"/>
              <a:t>strukture</a:t>
            </a:r>
            <a:r>
              <a:rPr lang="en-US" sz="2000" dirty="0"/>
              <a:t> [</a:t>
            </a:r>
            <a:r>
              <a:rPr lang="sl-SI" sz="2000" dirty="0"/>
              <a:t>19(</a:t>
            </a:r>
            <a:r>
              <a:rPr lang="en-US" sz="2000" dirty="0"/>
              <a:t>49</a:t>
            </a:r>
            <a:r>
              <a:rPr lang="sl-SI" sz="2000" dirty="0"/>
              <a:t>)</a:t>
            </a:r>
            <a:r>
              <a:rPr lang="en-US" sz="2000" dirty="0"/>
              <a:t>]. </a:t>
            </a:r>
          </a:p>
        </p:txBody>
      </p:sp>
      <p:pic>
        <p:nvPicPr>
          <p:cNvPr id="16" name="Označba mesta vsebine 5">
            <a:extLst>
              <a:ext uri="{FF2B5EF4-FFF2-40B4-BE49-F238E27FC236}">
                <a16:creationId xmlns:a16="http://schemas.microsoft.com/office/drawing/2014/main" id="{D1666D87-9A10-419E-B128-18E00B23199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7059357" y="3257465"/>
            <a:ext cx="4294443" cy="2125748"/>
          </a:xfrm>
          <a:prstGeom prst="rect">
            <a:avLst/>
          </a:prstGeom>
        </p:spPr>
      </p:pic>
      <p:sp>
        <p:nvSpPr>
          <p:cNvPr id="4" name="Označba mesta številke diapozitiva 3">
            <a:extLst>
              <a:ext uri="{FF2B5EF4-FFF2-40B4-BE49-F238E27FC236}">
                <a16:creationId xmlns:a16="http://schemas.microsoft.com/office/drawing/2014/main" id="{659A0EAC-3961-45B1-8498-74C4999668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2E658395-0858-4046-BAB6-178FB2A7F14B}" type="slidenum">
              <a:rPr lang="en-US" smtClean="0"/>
              <a:pPr>
                <a:spcAft>
                  <a:spcPts val="600"/>
                </a:spcAft>
              </a:pPr>
              <a:t>15</a:t>
            </a:fld>
            <a:endParaRPr lang="en-US" dirty="0"/>
          </a:p>
        </p:txBody>
      </p:sp>
      <p:pic>
        <p:nvPicPr>
          <p:cNvPr id="19" name="Slika 18">
            <a:extLst>
              <a:ext uri="{FF2B5EF4-FFF2-40B4-BE49-F238E27FC236}">
                <a16:creationId xmlns:a16="http://schemas.microsoft.com/office/drawing/2014/main" id="{42663209-40E7-4D5F-8D68-EB48F75F78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70204" y="2475622"/>
            <a:ext cx="4981575" cy="590550"/>
          </a:xfrm>
          <a:prstGeom prst="rect">
            <a:avLst/>
          </a:prstGeom>
        </p:spPr>
      </p:pic>
      <p:pic>
        <p:nvPicPr>
          <p:cNvPr id="20" name="Slika 19">
            <a:extLst>
              <a:ext uri="{FF2B5EF4-FFF2-40B4-BE49-F238E27FC236}">
                <a16:creationId xmlns:a16="http://schemas.microsoft.com/office/drawing/2014/main" id="{E0D5EAF2-CA5F-4C44-A2F0-70321E4E8B0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1704" y="130556"/>
            <a:ext cx="1168059" cy="487300"/>
          </a:xfrm>
          <a:prstGeom prst="rect">
            <a:avLst/>
          </a:prstGeom>
        </p:spPr>
      </p:pic>
      <p:sp>
        <p:nvSpPr>
          <p:cNvPr id="11" name="PoljeZBesedilom 10">
            <a:extLst>
              <a:ext uri="{FF2B5EF4-FFF2-40B4-BE49-F238E27FC236}">
                <a16:creationId xmlns:a16="http://schemas.microsoft.com/office/drawing/2014/main" id="{2A391543-806C-4A98-98B8-2FC8901204B2}"/>
              </a:ext>
            </a:extLst>
          </p:cNvPr>
          <p:cNvSpPr txBox="1"/>
          <p:nvPr/>
        </p:nvSpPr>
        <p:spPr>
          <a:xfrm>
            <a:off x="0" y="5962869"/>
            <a:ext cx="10597753" cy="6560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sl-SI" sz="9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[49] </a:t>
            </a:r>
            <a:r>
              <a:rPr lang="sl-SI" sz="900" dirty="0" err="1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Lughofer</a:t>
            </a:r>
            <a:r>
              <a:rPr lang="sl-SI" sz="9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, E. D. (2008). FLEXFIS: A </a:t>
            </a:r>
            <a:r>
              <a:rPr lang="sl-SI" sz="900" dirty="0" err="1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robust</a:t>
            </a:r>
            <a:r>
              <a:rPr lang="sl-SI" sz="9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900" dirty="0" err="1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incremental</a:t>
            </a:r>
            <a:r>
              <a:rPr lang="sl-SI" sz="9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900" dirty="0" err="1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learning</a:t>
            </a:r>
            <a:r>
              <a:rPr lang="sl-SI" sz="9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900" dirty="0" err="1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approach</a:t>
            </a:r>
            <a:r>
              <a:rPr lang="sl-SI" sz="9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900" dirty="0" err="1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for</a:t>
            </a:r>
            <a:r>
              <a:rPr lang="sl-SI" sz="9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900" dirty="0" err="1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evolving</a:t>
            </a:r>
            <a:r>
              <a:rPr lang="sl-SI" sz="9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900" dirty="0" err="1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Takagi-Sugeno</a:t>
            </a:r>
            <a:r>
              <a:rPr lang="sl-SI" sz="9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900" dirty="0" err="1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fuzzy</a:t>
            </a:r>
            <a:r>
              <a:rPr lang="sl-SI" sz="9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900" dirty="0" err="1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models</a:t>
            </a:r>
            <a:r>
              <a:rPr lang="sl-SI" sz="9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sl-SI" sz="900" i="1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IEEE </a:t>
            </a:r>
            <a:r>
              <a:rPr lang="sl-SI" sz="900" i="1" dirty="0" err="1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Transactions</a:t>
            </a:r>
            <a:r>
              <a:rPr lang="sl-SI" sz="900" i="1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on </a:t>
            </a:r>
            <a:r>
              <a:rPr lang="sl-SI" sz="900" i="1" dirty="0" err="1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Fuzzy</a:t>
            </a:r>
            <a:r>
              <a:rPr lang="sl-SI" sz="900" i="1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900" i="1" dirty="0" err="1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Systems</a:t>
            </a:r>
            <a:r>
              <a:rPr lang="sl-SI" sz="9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sl-SI" sz="900" i="1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16</a:t>
            </a:r>
            <a:r>
              <a:rPr lang="sl-SI" sz="9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(6), 1393–1410.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sl-SI" sz="9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[53] </a:t>
            </a:r>
            <a:r>
              <a:rPr lang="sl-SI" sz="900" dirty="0" err="1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Lughofer</a:t>
            </a:r>
            <a:r>
              <a:rPr lang="sl-SI" sz="9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, E. (2008). </a:t>
            </a:r>
            <a:r>
              <a:rPr lang="sl-SI" sz="900" dirty="0" err="1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Extensions</a:t>
            </a:r>
            <a:r>
              <a:rPr lang="sl-SI" sz="9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900" dirty="0" err="1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lang="sl-SI" sz="9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900" dirty="0" err="1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vector</a:t>
            </a:r>
            <a:r>
              <a:rPr lang="sl-SI" sz="9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900" dirty="0" err="1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quantization</a:t>
            </a:r>
            <a:r>
              <a:rPr lang="sl-SI" sz="9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900" dirty="0" err="1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for</a:t>
            </a:r>
            <a:r>
              <a:rPr lang="sl-SI" sz="9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900" dirty="0" err="1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incremental</a:t>
            </a:r>
            <a:r>
              <a:rPr lang="sl-SI" sz="9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900" dirty="0" err="1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clustering</a:t>
            </a:r>
            <a:r>
              <a:rPr lang="sl-SI" sz="9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sl-SI" sz="900" i="1" dirty="0" err="1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Pattern</a:t>
            </a:r>
            <a:r>
              <a:rPr lang="sl-SI" sz="900" i="1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900" i="1" dirty="0" err="1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Recognition</a:t>
            </a:r>
            <a:r>
              <a:rPr lang="sl-SI" sz="9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sl-SI" sz="900" i="1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41</a:t>
            </a:r>
            <a:r>
              <a:rPr lang="sl-SI" sz="9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(3), 995–1011.</a:t>
            </a:r>
            <a:endParaRPr lang="sl-SI" sz="9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9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[51] </a:t>
            </a:r>
            <a:r>
              <a:rPr lang="sl-SI" sz="9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Garcia, C., </a:t>
            </a:r>
            <a:r>
              <a:rPr lang="sl-SI" sz="900" dirty="0" err="1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Leite</a:t>
            </a:r>
            <a:r>
              <a:rPr lang="sl-SI" sz="9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, D., &amp; </a:t>
            </a:r>
            <a:r>
              <a:rPr lang="sl-SI" sz="900" dirty="0" err="1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Skrjanc</a:t>
            </a:r>
            <a:r>
              <a:rPr lang="sl-SI" sz="9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, I. (2020). </a:t>
            </a:r>
            <a:r>
              <a:rPr lang="sl-SI" sz="900" dirty="0" err="1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Incremental</a:t>
            </a:r>
            <a:r>
              <a:rPr lang="sl-SI" sz="9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900" dirty="0" err="1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Missing</a:t>
            </a:r>
            <a:r>
              <a:rPr lang="sl-SI" sz="9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-Data </a:t>
            </a:r>
            <a:r>
              <a:rPr lang="sl-SI" sz="900" dirty="0" err="1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Imputation</a:t>
            </a:r>
            <a:r>
              <a:rPr lang="sl-SI" sz="9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900" dirty="0" err="1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for</a:t>
            </a:r>
            <a:r>
              <a:rPr lang="sl-SI" sz="9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900" dirty="0" err="1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Evolving</a:t>
            </a:r>
            <a:r>
              <a:rPr lang="sl-SI" sz="9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900" dirty="0" err="1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Fuzzy</a:t>
            </a:r>
            <a:r>
              <a:rPr lang="sl-SI" sz="9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900" dirty="0" err="1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Granular</a:t>
            </a:r>
            <a:r>
              <a:rPr lang="sl-SI" sz="9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900" dirty="0" err="1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Prediction</a:t>
            </a:r>
            <a:r>
              <a:rPr lang="sl-SI" sz="9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sl-SI" sz="900" i="1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IEEE </a:t>
            </a:r>
            <a:r>
              <a:rPr lang="sl-SI" sz="900" i="1" dirty="0" err="1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Transactions</a:t>
            </a:r>
            <a:r>
              <a:rPr lang="sl-SI" sz="900" i="1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on </a:t>
            </a:r>
            <a:r>
              <a:rPr lang="sl-SI" sz="900" i="1" dirty="0" err="1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Fuzzy</a:t>
            </a:r>
            <a:r>
              <a:rPr lang="sl-SI" sz="900" i="1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l-SI" sz="900" i="1" dirty="0" err="1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Systems</a:t>
            </a:r>
            <a:r>
              <a:rPr lang="sl-SI" sz="9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sl-SI" sz="900" i="1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28</a:t>
            </a:r>
            <a:r>
              <a:rPr lang="sl-SI" sz="9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(10), 2348–2362. </a:t>
            </a:r>
            <a:endParaRPr lang="sl-SI" sz="9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[5] </a:t>
            </a:r>
            <a:r>
              <a:rPr lang="en-US" sz="9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Dovžan</a:t>
            </a:r>
            <a:r>
              <a:rPr lang="en-US" sz="9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, D., Logar, V., &amp; Škrjanc, I. (2015). Implementation of an Evolving Fuzzy Model (</a:t>
            </a:r>
            <a:r>
              <a:rPr lang="en-US" sz="9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eFuMo</a:t>
            </a:r>
            <a:r>
              <a:rPr lang="en-US" sz="9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) in a Monitoring System for a Waste-Water Treatment Process. IEEE Transactions on Fuzzy Systems, 23(5), 1761–1776.</a:t>
            </a:r>
            <a:endParaRPr lang="sl-SI" sz="9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2" name="PoljeZBesedilom 11">
            <a:extLst>
              <a:ext uri="{FF2B5EF4-FFF2-40B4-BE49-F238E27FC236}">
                <a16:creationId xmlns:a16="http://schemas.microsoft.com/office/drawing/2014/main" id="{F220E5E9-1191-46C3-9B1C-BCAE2949A659}"/>
              </a:ext>
            </a:extLst>
          </p:cNvPr>
          <p:cNvSpPr txBox="1"/>
          <p:nvPr/>
        </p:nvSpPr>
        <p:spPr>
          <a:xfrm>
            <a:off x="10794173" y="5234017"/>
            <a:ext cx="889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bg1">
                    <a:lumMod val="50000"/>
                  </a:schemeClr>
                </a:solidFill>
              </a:rPr>
              <a:t>[</a:t>
            </a:r>
            <a:r>
              <a:rPr lang="sl-SI" sz="1400" dirty="0">
                <a:solidFill>
                  <a:schemeClr val="bg1">
                    <a:lumMod val="50000"/>
                  </a:schemeClr>
                </a:solidFill>
              </a:rPr>
              <a:t>53]</a:t>
            </a:r>
          </a:p>
        </p:txBody>
      </p:sp>
      <p:sp>
        <p:nvSpPr>
          <p:cNvPr id="14" name="PoljeZBesedilom 13">
            <a:extLst>
              <a:ext uri="{FF2B5EF4-FFF2-40B4-BE49-F238E27FC236}">
                <a16:creationId xmlns:a16="http://schemas.microsoft.com/office/drawing/2014/main" id="{4384DDC9-1599-4223-AFAB-6C05DFACAD20}"/>
              </a:ext>
            </a:extLst>
          </p:cNvPr>
          <p:cNvSpPr txBox="1"/>
          <p:nvPr/>
        </p:nvSpPr>
        <p:spPr>
          <a:xfrm>
            <a:off x="11467687" y="2912283"/>
            <a:ext cx="889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bg1">
                    <a:lumMod val="50000"/>
                  </a:schemeClr>
                </a:solidFill>
              </a:rPr>
              <a:t>[</a:t>
            </a:r>
            <a:r>
              <a:rPr lang="sl-SI" sz="1400" dirty="0">
                <a:solidFill>
                  <a:schemeClr val="bg1">
                    <a:lumMod val="50000"/>
                  </a:schemeClr>
                </a:solidFill>
              </a:rPr>
              <a:t>5]</a:t>
            </a:r>
          </a:p>
        </p:txBody>
      </p:sp>
    </p:spTree>
    <p:extLst>
      <p:ext uri="{BB962C8B-B14F-4D97-AF65-F5344CB8AC3E}">
        <p14:creationId xmlns:p14="http://schemas.microsoft.com/office/powerpoint/2010/main" val="236193050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1D5CB862-DD5F-49D0-8566-F38BA2AA6C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l-SI" dirty="0"/>
              <a:t>Odstranjevanje rojev</a:t>
            </a:r>
          </a:p>
        </p:txBody>
      </p:sp>
      <p:sp>
        <p:nvSpPr>
          <p:cNvPr id="3" name="Označba mesta vsebine 2">
            <a:extLst>
              <a:ext uri="{FF2B5EF4-FFF2-40B4-BE49-F238E27FC236}">
                <a16:creationId xmlns:a16="http://schemas.microsoft.com/office/drawing/2014/main" id="{12886D7A-D4E7-495E-908F-E15497B16D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sl-SI" sz="2000" dirty="0"/>
              <a:t>Odstranjevanje je potrebno izvesti pazljivo, saj </a:t>
            </a:r>
            <a:r>
              <a:rPr lang="sl-SI" sz="2000" b="1" dirty="0"/>
              <a:t>nočemo zavreči koristnih informaciji</a:t>
            </a:r>
            <a:r>
              <a:rPr lang="sl-SI" sz="2000" dirty="0"/>
              <a:t> [20(39)]. Osamelce ne moremo vedno izločiti, saj si zelo podobni </a:t>
            </a:r>
            <a:r>
              <a:rPr lang="sl-SI" sz="2000" b="1" dirty="0"/>
              <a:t>cikličnim ali periodičnim pojavom</a:t>
            </a:r>
            <a:r>
              <a:rPr lang="sl-SI" sz="2000" dirty="0"/>
              <a:t>. Ti dogodki so zastopani z manjšim številom vzorcev, ki pa vsebujejo veliko informacije. </a:t>
            </a:r>
          </a:p>
          <a:p>
            <a:r>
              <a:rPr lang="sl-SI" sz="2000" b="1" dirty="0"/>
              <a:t>prekrivanje</a:t>
            </a:r>
            <a:r>
              <a:rPr lang="en-US" sz="2000" dirty="0"/>
              <a:t>, </a:t>
            </a:r>
            <a:endParaRPr lang="sl-SI" sz="2000" dirty="0"/>
          </a:p>
          <a:p>
            <a:r>
              <a:rPr lang="sl-SI" sz="2000" b="1" dirty="0"/>
              <a:t>starost</a:t>
            </a:r>
            <a:r>
              <a:rPr lang="sl-SI" sz="2000" dirty="0"/>
              <a:t> rojev [12(41),3(5)]</a:t>
            </a:r>
            <a:r>
              <a:rPr lang="en-US" sz="2000" dirty="0"/>
              <a:t>,</a:t>
            </a:r>
            <a:r>
              <a:rPr lang="sl-SI" sz="2000" dirty="0"/>
              <a:t> </a:t>
            </a:r>
          </a:p>
          <a:p>
            <a:r>
              <a:rPr lang="sl-SI" sz="2000" b="1" dirty="0"/>
              <a:t>uporabnost</a:t>
            </a:r>
            <a:r>
              <a:rPr lang="en-US" sz="2000" dirty="0"/>
              <a:t> </a:t>
            </a:r>
            <a:r>
              <a:rPr lang="sl-SI" sz="2000" dirty="0"/>
              <a:t>(</a:t>
            </a:r>
            <a:r>
              <a:rPr lang="en-US" sz="2000" i="1" dirty="0"/>
              <a:t>utility</a:t>
            </a:r>
            <a:r>
              <a:rPr lang="sl-SI" sz="2000" dirty="0"/>
              <a:t>)</a:t>
            </a:r>
            <a:r>
              <a:rPr lang="en-US" sz="2000" dirty="0"/>
              <a:t> (</a:t>
            </a:r>
            <a:r>
              <a:rPr lang="sl-SI" sz="2000" dirty="0"/>
              <a:t>akumulirana relativna aktivacija</a:t>
            </a:r>
            <a:r>
              <a:rPr lang="en-US" sz="2000" dirty="0"/>
              <a:t>,</a:t>
            </a:r>
            <a:r>
              <a:rPr lang="sl-SI" sz="2000" dirty="0"/>
              <a:t> redka aktivacija</a:t>
            </a:r>
            <a:r>
              <a:rPr lang="en-US" sz="2000" dirty="0"/>
              <a:t>,</a:t>
            </a:r>
            <a:r>
              <a:rPr lang="sl-SI" sz="2000" dirty="0"/>
              <a:t> nepomembnost</a:t>
            </a:r>
            <a:r>
              <a:rPr lang="en-US" sz="2000" dirty="0"/>
              <a:t>) [</a:t>
            </a:r>
            <a:r>
              <a:rPr lang="sl-SI" sz="2000" dirty="0"/>
              <a:t>28(</a:t>
            </a:r>
            <a:r>
              <a:rPr lang="en-US" sz="2000" dirty="0"/>
              <a:t>22</a:t>
            </a:r>
            <a:r>
              <a:rPr lang="sl-SI" sz="2000" dirty="0"/>
              <a:t>)</a:t>
            </a:r>
            <a:r>
              <a:rPr lang="en-US" sz="2000" dirty="0"/>
              <a:t>,</a:t>
            </a:r>
            <a:r>
              <a:rPr lang="sl-SI" sz="2000" dirty="0"/>
              <a:t>12(</a:t>
            </a:r>
            <a:r>
              <a:rPr lang="en-US" sz="2000" dirty="0"/>
              <a:t>41</a:t>
            </a:r>
            <a:r>
              <a:rPr lang="sl-SI" sz="2000" dirty="0"/>
              <a:t>)</a:t>
            </a:r>
            <a:r>
              <a:rPr lang="en-US" sz="2000" dirty="0"/>
              <a:t>,</a:t>
            </a:r>
            <a:r>
              <a:rPr lang="sl-SI" sz="2000" dirty="0"/>
              <a:t>10(</a:t>
            </a:r>
            <a:r>
              <a:rPr lang="en-US" sz="2000" dirty="0"/>
              <a:t>45</a:t>
            </a:r>
            <a:r>
              <a:rPr lang="sl-SI" sz="2000" dirty="0"/>
              <a:t>)</a:t>
            </a:r>
            <a:r>
              <a:rPr lang="sl-SI" sz="2000" dirty="0">
                <a:latin typeface="Calibri" panose="020F0502020204030204" pitchFamily="34" charset="0"/>
                <a:cs typeface="Times New Roman" panose="02020603050405020304" pitchFamily="18" charset="0"/>
              </a:rPr>
              <a:t>, 29(</a:t>
            </a:r>
            <a:r>
              <a:rPr lang="en-US" sz="20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48</a:t>
            </a:r>
            <a:r>
              <a:rPr lang="sl-SI" sz="20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</a:t>
            </a:r>
            <a:r>
              <a:rPr lang="en-US" sz="2000" dirty="0"/>
              <a:t>], </a:t>
            </a:r>
            <a:endParaRPr lang="sl-SI" sz="2000" dirty="0"/>
          </a:p>
          <a:p>
            <a:r>
              <a:rPr lang="sl-SI" sz="2000" b="1" dirty="0"/>
              <a:t>število pripadajočih vzorcev </a:t>
            </a:r>
            <a:r>
              <a:rPr lang="sl-SI" sz="2000" dirty="0"/>
              <a:t>[20(39),3(5)] idr.</a:t>
            </a:r>
          </a:p>
          <a:p>
            <a:endParaRPr lang="sl-SI" dirty="0"/>
          </a:p>
        </p:txBody>
      </p:sp>
      <p:pic>
        <p:nvPicPr>
          <p:cNvPr id="4" name="Slika 3">
            <a:extLst>
              <a:ext uri="{FF2B5EF4-FFF2-40B4-BE49-F238E27FC236}">
                <a16:creationId xmlns:a16="http://schemas.microsoft.com/office/drawing/2014/main" id="{6372B4F0-06F5-438E-A44C-05CBF48F235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1704" y="130556"/>
            <a:ext cx="1168059" cy="487300"/>
          </a:xfrm>
          <a:prstGeom prst="rect">
            <a:avLst/>
          </a:prstGeom>
        </p:spPr>
      </p:pic>
      <p:pic>
        <p:nvPicPr>
          <p:cNvPr id="7" name="Slika 6" descr="Slika, ki vsebuje besede besedilo&#10;&#10;Opis je samodejno ustvarjen">
            <a:extLst>
              <a:ext uri="{FF2B5EF4-FFF2-40B4-BE49-F238E27FC236}">
                <a16:creationId xmlns:a16="http://schemas.microsoft.com/office/drawing/2014/main" id="{3EFBE3DE-D154-408C-90ED-EB5CCA9656F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41948" y="4627912"/>
            <a:ext cx="1962150" cy="733425"/>
          </a:xfrm>
          <a:prstGeom prst="rect">
            <a:avLst/>
          </a:prstGeom>
        </p:spPr>
      </p:pic>
      <p:pic>
        <p:nvPicPr>
          <p:cNvPr id="8" name="Slika 7" descr="Slika, ki vsebuje besede ura, antena&#10;&#10;Opis je samodejno ustvarjen">
            <a:extLst>
              <a:ext uri="{FF2B5EF4-FFF2-40B4-BE49-F238E27FC236}">
                <a16:creationId xmlns:a16="http://schemas.microsoft.com/office/drawing/2014/main" id="{7DA9D3D4-84B5-4902-B19B-1A093CCC949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18046" y="4707221"/>
            <a:ext cx="1962150" cy="676275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9A0C489-130A-427E-966A-0E8D44F9F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658395-0858-4046-BAB6-178FB2A7F14B}" type="slidenum">
              <a:rPr lang="sl-SI" smtClean="0"/>
              <a:t>16</a:t>
            </a:fld>
            <a:endParaRPr lang="sl-SI"/>
          </a:p>
        </p:txBody>
      </p:sp>
      <p:pic>
        <p:nvPicPr>
          <p:cNvPr id="9" name="Slika 8">
            <a:extLst>
              <a:ext uri="{FF2B5EF4-FFF2-40B4-BE49-F238E27FC236}">
                <a16:creationId xmlns:a16="http://schemas.microsoft.com/office/drawing/2014/main" id="{157CEC1B-36E1-4CFC-944A-F6C0BF7E768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83450" y="4642401"/>
            <a:ext cx="3009900" cy="666750"/>
          </a:xfrm>
          <a:prstGeom prst="rect">
            <a:avLst/>
          </a:prstGeom>
        </p:spPr>
      </p:pic>
      <p:sp>
        <p:nvSpPr>
          <p:cNvPr id="11" name="PoljeZBesedilom 10">
            <a:extLst>
              <a:ext uri="{FF2B5EF4-FFF2-40B4-BE49-F238E27FC236}">
                <a16:creationId xmlns:a16="http://schemas.microsoft.com/office/drawing/2014/main" id="{26E6E58B-1A7F-446C-AE9D-86AB99F46FB1}"/>
              </a:ext>
            </a:extLst>
          </p:cNvPr>
          <p:cNvSpPr txBox="1"/>
          <p:nvPr/>
        </p:nvSpPr>
        <p:spPr>
          <a:xfrm>
            <a:off x="99219" y="5528189"/>
            <a:ext cx="10664031" cy="12712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</a:pPr>
            <a:r>
              <a:rPr lang="sl-SI" sz="900" dirty="0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[48]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Leite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D., &amp; Škrjanc, I. (2019).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Ensemble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of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evolving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optimal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granular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experts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OWA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aggregation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and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time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series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prediction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.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Information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Sciences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504, 95–112. </a:t>
            </a:r>
          </a:p>
          <a:p>
            <a:pPr>
              <a:lnSpc>
                <a:spcPct val="107000"/>
              </a:lnSpc>
            </a:pPr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[41] </a:t>
            </a:r>
            <a:r>
              <a:rPr lang="en-US" sz="900" dirty="0" err="1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Angelov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P., &amp; </a:t>
            </a:r>
            <a:r>
              <a:rPr lang="en-US" sz="900" dirty="0" err="1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Yager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R. (2011). Simplified fuzzy rule-based systems using non-parametric antecedents and relative data density. IEEE SSCI 2011: Symposium Series on Computational Intelligence - EAIS 2011: 2011 IEEE Workshop on Evolving and Adaptive Intelligent Systems, 62–69.</a:t>
            </a:r>
            <a:endParaRPr lang="sl-SI" sz="900" dirty="0">
              <a:solidFill>
                <a:schemeClr val="bg1">
                  <a:lumMod val="50000"/>
                </a:schemeClr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7000"/>
              </a:lnSpc>
              <a:spcBef>
                <a:spcPts val="0"/>
              </a:spcBef>
              <a:buClrTx/>
              <a:buSzTx/>
              <a:buFontTx/>
              <a:buNone/>
              <a:tabLst/>
              <a:defRPr/>
            </a:pPr>
            <a:r>
              <a:rPr lang="sl-SI" sz="900" dirty="0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[45] Angelov, P. P.,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Gu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X., &amp; Principe, J. C. (2018).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Autonomous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learning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multimodel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systems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from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data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streams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. IEEE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Transactions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on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Fuzzy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Systems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26(4), 2213–2224. </a:t>
            </a:r>
          </a:p>
          <a:p>
            <a:pPr marL="0" marR="0" lvl="0" indent="0" algn="l" defTabSz="914400" rtl="0" eaLnBrk="1" fontAlgn="auto" latinLnBrk="0" hangingPunct="1">
              <a:lnSpc>
                <a:spcPct val="107000"/>
              </a:lnSpc>
              <a:spcBef>
                <a:spcPts val="0"/>
              </a:spcBef>
              <a:buClrTx/>
              <a:buSzTx/>
              <a:buFontTx/>
              <a:buNone/>
              <a:tabLst/>
              <a:defRPr/>
            </a:pPr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[22] Rong, H. J., Sundararajan, N., Huang, G. bin, &amp; </a:t>
            </a:r>
            <a:r>
              <a:rPr lang="en-US" sz="900" dirty="0" err="1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Saratchandran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P. (2006). Sequential Adaptive Fuzzy Inference System (SAFIS) for nonlinear system identification and prediction. Fuzzy Sets and Systems, 157(9), 1260–1275. </a:t>
            </a:r>
            <a:endParaRPr lang="sl-SI" sz="900" dirty="0">
              <a:solidFill>
                <a:schemeClr val="bg1">
                  <a:lumMod val="50000"/>
                </a:schemeClr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7000"/>
              </a:lnSpc>
              <a:spcBef>
                <a:spcPts val="0"/>
              </a:spcBef>
              <a:buClrTx/>
              <a:buSzTx/>
              <a:buFontTx/>
              <a:buNone/>
              <a:tabLst/>
              <a:defRPr/>
            </a:pPr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[5] </a:t>
            </a:r>
            <a:r>
              <a:rPr lang="en-US" sz="900" dirty="0" err="1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Dovžan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D., Logar, V., &amp; Škrjanc, I. (2015). Implementation of an Evolving Fuzzy Model (</a:t>
            </a:r>
            <a:r>
              <a:rPr lang="en-US" sz="900" dirty="0" err="1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eFuMo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 in a Monitoring System for a Waste-Water Treatment Process. IEEE Transactions on Fuzzy Systems, 23(5), 1761–1776.</a:t>
            </a:r>
            <a:endParaRPr lang="sl-SI" sz="900" dirty="0">
              <a:solidFill>
                <a:schemeClr val="bg1">
                  <a:lumMod val="50000"/>
                </a:schemeClr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7000"/>
              </a:lnSpc>
              <a:spcBef>
                <a:spcPts val="0"/>
              </a:spcBef>
              <a:buClrTx/>
              <a:buSzTx/>
              <a:buFontTx/>
              <a:buNone/>
              <a:tabLst/>
              <a:defRPr/>
            </a:pPr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[39] 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Andonovski, G., Mušič, G., Blažič, S., &amp; Škrjanc, I. (2018). Evolving model identification for process monitoring and prediction of non-linear systems. </a:t>
            </a:r>
            <a:r>
              <a:rPr lang="en-US" sz="900" i="1" dirty="0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Engineering Applications of Artificial Intelligence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900" i="1" dirty="0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68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214–221.</a:t>
            </a:r>
            <a:endParaRPr lang="sl-SI" sz="900" dirty="0">
              <a:solidFill>
                <a:schemeClr val="bg1">
                  <a:lumMod val="50000"/>
                </a:schemeClr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[12] </a:t>
            </a:r>
            <a:r>
              <a:rPr lang="en-US" sz="900" dirty="0" err="1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Lughofer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E. (2013). On-line assurance of interpretability criteria in evolving fuzzy systems – Achievements, new concepts and open issues. Information Sciences, 251, 22–46.</a:t>
            </a:r>
            <a:endParaRPr lang="sl-SI" sz="900" dirty="0">
              <a:solidFill>
                <a:schemeClr val="bg1">
                  <a:lumMod val="50000"/>
                </a:schemeClr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3" name="PoljeZBesedilom 12">
            <a:extLst>
              <a:ext uri="{FF2B5EF4-FFF2-40B4-BE49-F238E27FC236}">
                <a16:creationId xmlns:a16="http://schemas.microsoft.com/office/drawing/2014/main" id="{DF6AB5CB-144E-4300-B1F9-120315A1B523}"/>
              </a:ext>
            </a:extLst>
          </p:cNvPr>
          <p:cNvSpPr txBox="1"/>
          <p:nvPr/>
        </p:nvSpPr>
        <p:spPr>
          <a:xfrm>
            <a:off x="9848850" y="4988740"/>
            <a:ext cx="889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bg1">
                    <a:lumMod val="50000"/>
                  </a:schemeClr>
                </a:solidFill>
              </a:rPr>
              <a:t>[</a:t>
            </a:r>
            <a:r>
              <a:rPr lang="sl-SI" sz="1400" dirty="0">
                <a:solidFill>
                  <a:schemeClr val="bg1">
                    <a:lumMod val="50000"/>
                  </a:schemeClr>
                </a:solidFill>
              </a:rPr>
              <a:t>2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</a:rPr>
              <a:t>2</a:t>
            </a:r>
            <a:r>
              <a:rPr lang="sl-SI" sz="1400" dirty="0">
                <a:solidFill>
                  <a:schemeClr val="bg1">
                    <a:lumMod val="50000"/>
                  </a:schemeClr>
                </a:solidFill>
              </a:rPr>
              <a:t>]</a:t>
            </a:r>
          </a:p>
        </p:txBody>
      </p:sp>
      <p:sp>
        <p:nvSpPr>
          <p:cNvPr id="14" name="PoljeZBesedilom 13">
            <a:extLst>
              <a:ext uri="{FF2B5EF4-FFF2-40B4-BE49-F238E27FC236}">
                <a16:creationId xmlns:a16="http://schemas.microsoft.com/office/drawing/2014/main" id="{6B91DC60-BD89-46DF-92EC-99C6E7DCF1CD}"/>
              </a:ext>
            </a:extLst>
          </p:cNvPr>
          <p:cNvSpPr txBox="1"/>
          <p:nvPr/>
        </p:nvSpPr>
        <p:spPr>
          <a:xfrm>
            <a:off x="6204098" y="5042201"/>
            <a:ext cx="889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bg1">
                    <a:lumMod val="50000"/>
                  </a:schemeClr>
                </a:solidFill>
              </a:rPr>
              <a:t>[</a:t>
            </a:r>
            <a:r>
              <a:rPr lang="sl-SI" sz="1400" dirty="0">
                <a:solidFill>
                  <a:schemeClr val="bg1">
                    <a:lumMod val="50000"/>
                  </a:schemeClr>
                </a:solidFill>
              </a:rPr>
              <a:t>1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</a:rPr>
              <a:t>2</a:t>
            </a:r>
            <a:r>
              <a:rPr lang="sl-SI" sz="1400" dirty="0">
                <a:solidFill>
                  <a:schemeClr val="bg1">
                    <a:lumMod val="50000"/>
                  </a:schemeClr>
                </a:solidFill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258491693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32AEEBC8-9D30-42EF-95F2-386C2653FB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slov 1">
            <a:extLst>
              <a:ext uri="{FF2B5EF4-FFF2-40B4-BE49-F238E27FC236}">
                <a16:creationId xmlns:a16="http://schemas.microsoft.com/office/drawing/2014/main" id="{EBCEABC0-1914-41D7-80CD-2099FA5A14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502920"/>
            <a:ext cx="3419856" cy="1463040"/>
          </a:xfrm>
        </p:spPr>
        <p:txBody>
          <a:bodyPr anchor="ctr">
            <a:normAutofit fontScale="90000"/>
          </a:bodyPr>
          <a:lstStyle/>
          <a:p>
            <a:r>
              <a:rPr lang="sl-SI" sz="3400" dirty="0"/>
              <a:t>Optimizacija posledičnega dela modela</a:t>
            </a:r>
          </a:p>
        </p:txBody>
      </p:sp>
      <p:sp>
        <p:nvSpPr>
          <p:cNvPr id="17" name="sketch line">
            <a:extLst>
              <a:ext uri="{FF2B5EF4-FFF2-40B4-BE49-F238E27FC236}">
                <a16:creationId xmlns:a16="http://schemas.microsoft.com/office/drawing/2014/main" id="{2E92FA66-67D7-4CB4-94D3-E643A9AD4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566159" y="1225296"/>
            <a:ext cx="1554480" cy="18288"/>
          </a:xfrm>
          <a:custGeom>
            <a:avLst/>
            <a:gdLst>
              <a:gd name="connsiteX0" fmla="*/ 0 w 1554480"/>
              <a:gd name="connsiteY0" fmla="*/ 0 h 18288"/>
              <a:gd name="connsiteX1" fmla="*/ 549250 w 1554480"/>
              <a:gd name="connsiteY1" fmla="*/ 0 h 18288"/>
              <a:gd name="connsiteX2" fmla="*/ 1082954 w 1554480"/>
              <a:gd name="connsiteY2" fmla="*/ 0 h 18288"/>
              <a:gd name="connsiteX3" fmla="*/ 1554480 w 1554480"/>
              <a:gd name="connsiteY3" fmla="*/ 0 h 18288"/>
              <a:gd name="connsiteX4" fmla="*/ 1554480 w 1554480"/>
              <a:gd name="connsiteY4" fmla="*/ 18288 h 18288"/>
              <a:gd name="connsiteX5" fmla="*/ 1067410 w 1554480"/>
              <a:gd name="connsiteY5" fmla="*/ 18288 h 18288"/>
              <a:gd name="connsiteX6" fmla="*/ 549250 w 1554480"/>
              <a:gd name="connsiteY6" fmla="*/ 18288 h 18288"/>
              <a:gd name="connsiteX7" fmla="*/ 0 w 1554480"/>
              <a:gd name="connsiteY7" fmla="*/ 18288 h 18288"/>
              <a:gd name="connsiteX8" fmla="*/ 0 w 1554480"/>
              <a:gd name="connsiteY8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54480" h="18288" fill="none" extrusionOk="0">
                <a:moveTo>
                  <a:pt x="0" y="0"/>
                </a:moveTo>
                <a:cubicBezTo>
                  <a:pt x="114141" y="-19864"/>
                  <a:pt x="345055" y="-1657"/>
                  <a:pt x="549250" y="0"/>
                </a:cubicBezTo>
                <a:cubicBezTo>
                  <a:pt x="753445" y="1657"/>
                  <a:pt x="862292" y="-5674"/>
                  <a:pt x="1082954" y="0"/>
                </a:cubicBezTo>
                <a:cubicBezTo>
                  <a:pt x="1303616" y="5674"/>
                  <a:pt x="1363530" y="4537"/>
                  <a:pt x="1554480" y="0"/>
                </a:cubicBezTo>
                <a:cubicBezTo>
                  <a:pt x="1554963" y="7176"/>
                  <a:pt x="1553909" y="13682"/>
                  <a:pt x="1554480" y="18288"/>
                </a:cubicBezTo>
                <a:cubicBezTo>
                  <a:pt x="1338847" y="6127"/>
                  <a:pt x="1215066" y="37851"/>
                  <a:pt x="1067410" y="18288"/>
                </a:cubicBezTo>
                <a:cubicBezTo>
                  <a:pt x="919754" y="-1275"/>
                  <a:pt x="800465" y="3080"/>
                  <a:pt x="549250" y="18288"/>
                </a:cubicBezTo>
                <a:cubicBezTo>
                  <a:pt x="298035" y="33496"/>
                  <a:pt x="158868" y="22769"/>
                  <a:pt x="0" y="18288"/>
                </a:cubicBezTo>
                <a:cubicBezTo>
                  <a:pt x="-655" y="13237"/>
                  <a:pt x="709" y="4645"/>
                  <a:pt x="0" y="0"/>
                </a:cubicBezTo>
                <a:close/>
              </a:path>
              <a:path w="1554480" h="18288" stroke="0" extrusionOk="0">
                <a:moveTo>
                  <a:pt x="0" y="0"/>
                </a:moveTo>
                <a:cubicBezTo>
                  <a:pt x="249941" y="-58"/>
                  <a:pt x="367334" y="23448"/>
                  <a:pt x="502615" y="0"/>
                </a:cubicBezTo>
                <a:cubicBezTo>
                  <a:pt x="637897" y="-23448"/>
                  <a:pt x="813653" y="-20418"/>
                  <a:pt x="974141" y="0"/>
                </a:cubicBezTo>
                <a:cubicBezTo>
                  <a:pt x="1134629" y="20418"/>
                  <a:pt x="1268772" y="6288"/>
                  <a:pt x="1554480" y="0"/>
                </a:cubicBezTo>
                <a:cubicBezTo>
                  <a:pt x="1554917" y="7222"/>
                  <a:pt x="1555359" y="13299"/>
                  <a:pt x="1554480" y="18288"/>
                </a:cubicBezTo>
                <a:cubicBezTo>
                  <a:pt x="1336087" y="12172"/>
                  <a:pt x="1310024" y="19759"/>
                  <a:pt x="1067410" y="18288"/>
                </a:cubicBezTo>
                <a:cubicBezTo>
                  <a:pt x="824796" y="16818"/>
                  <a:pt x="787902" y="34647"/>
                  <a:pt x="518160" y="18288"/>
                </a:cubicBezTo>
                <a:cubicBezTo>
                  <a:pt x="248418" y="1930"/>
                  <a:pt x="133160" y="9205"/>
                  <a:pt x="0" y="18288"/>
                </a:cubicBezTo>
                <a:cubicBezTo>
                  <a:pt x="-643" y="9451"/>
                  <a:pt x="-340" y="711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značba mesta vsebine 2">
            <a:extLst>
              <a:ext uri="{FF2B5EF4-FFF2-40B4-BE49-F238E27FC236}">
                <a16:creationId xmlns:a16="http://schemas.microsoft.com/office/drawing/2014/main" id="{FF9CEB20-11ED-49A7-A1FC-827249F25E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280863"/>
            <a:ext cx="9532111" cy="2940066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sl-SI" sz="1800" b="1" dirty="0"/>
              <a:t>Lokalna optimizacija, </a:t>
            </a:r>
            <a:r>
              <a:rPr lang="sl-SI" sz="1800" dirty="0"/>
              <a:t>kjer so </a:t>
            </a:r>
            <a:r>
              <a:rPr lang="sl-SI" sz="1800" b="1" dirty="0"/>
              <a:t>parametri vsakega lokalnega modela optimizirani posamezno</a:t>
            </a:r>
            <a:r>
              <a:rPr lang="sl-SI" sz="1800" dirty="0"/>
              <a:t> [30(15)]. To omogoča večjo robustnost in </a:t>
            </a:r>
            <a:r>
              <a:rPr lang="sl-SI" sz="1800" dirty="0" err="1"/>
              <a:t>interpretabilnost</a:t>
            </a:r>
            <a:r>
              <a:rPr lang="sl-SI" sz="1800" dirty="0"/>
              <a:t> lokalnih modelov.</a:t>
            </a:r>
          </a:p>
          <a:p>
            <a:r>
              <a:rPr lang="sl-SI" sz="1800" dirty="0"/>
              <a:t>mehko </a:t>
            </a:r>
            <a:r>
              <a:rPr lang="sl-SI" sz="1800" dirty="0" err="1"/>
              <a:t>utežena</a:t>
            </a:r>
            <a:r>
              <a:rPr lang="sl-SI" sz="1800" dirty="0"/>
              <a:t> rekurzivna metoda najmanjših kvadratov (</a:t>
            </a:r>
            <a:r>
              <a:rPr lang="en-US" sz="1800" dirty="0"/>
              <a:t>fuzzy weighted recursive least squares </a:t>
            </a:r>
            <a:r>
              <a:rPr lang="sl-SI" sz="1800" dirty="0"/>
              <a:t>[10(45)])</a:t>
            </a:r>
          </a:p>
          <a:p>
            <a:r>
              <a:rPr lang="sl-SI" sz="1800" dirty="0"/>
              <a:t>m</a:t>
            </a:r>
            <a:r>
              <a:rPr lang="en-US" sz="1800" dirty="0" err="1"/>
              <a:t>ulti</a:t>
            </a:r>
            <a:r>
              <a:rPr lang="en-US" sz="1800" dirty="0"/>
              <a:t>-innovation</a:t>
            </a:r>
            <a:r>
              <a:rPr lang="sl-SI" sz="1800" dirty="0"/>
              <a:t> [31(47)],</a:t>
            </a:r>
          </a:p>
          <a:p>
            <a:r>
              <a:rPr lang="sl-SI" sz="1800" dirty="0"/>
              <a:t>merilo maksimalne </a:t>
            </a:r>
            <a:r>
              <a:rPr lang="sl-SI" sz="1800" dirty="0" err="1"/>
              <a:t>korentropije</a:t>
            </a:r>
            <a:r>
              <a:rPr lang="sl-SI" sz="1800" dirty="0"/>
              <a:t> (</a:t>
            </a:r>
            <a:r>
              <a:rPr lang="sl-SI" sz="1800" dirty="0" err="1"/>
              <a:t>maximum</a:t>
            </a:r>
            <a:r>
              <a:rPr lang="sl-SI" sz="1800" dirty="0"/>
              <a:t> </a:t>
            </a:r>
            <a:r>
              <a:rPr lang="sl-SI" sz="1800" dirty="0" err="1"/>
              <a:t>correntropy</a:t>
            </a:r>
            <a:r>
              <a:rPr lang="sl-SI" sz="1800" dirty="0"/>
              <a:t> </a:t>
            </a:r>
            <a:r>
              <a:rPr lang="sl-SI" sz="1800" dirty="0" err="1"/>
              <a:t>criterion</a:t>
            </a:r>
            <a:r>
              <a:rPr lang="sl-SI" sz="1800" dirty="0"/>
              <a:t>) [31(47),</a:t>
            </a:r>
            <a:r>
              <a:rPr lang="sl-SI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32(55)</a:t>
            </a:r>
            <a:r>
              <a:rPr lang="sl-SI" sz="1800" dirty="0"/>
              <a:t>],</a:t>
            </a:r>
          </a:p>
          <a:p>
            <a:r>
              <a:rPr lang="en-US" sz="1800" dirty="0"/>
              <a:t>Kalman</a:t>
            </a:r>
            <a:r>
              <a:rPr lang="sl-SI" sz="1800" dirty="0"/>
              <a:t>ov</a:t>
            </a:r>
            <a:r>
              <a:rPr lang="en-US" sz="1800" dirty="0"/>
              <a:t> filter</a:t>
            </a:r>
            <a:r>
              <a:rPr lang="sl-SI" sz="1800" dirty="0"/>
              <a:t>,</a:t>
            </a:r>
          </a:p>
          <a:p>
            <a:r>
              <a:rPr lang="sl-SI" sz="1800" dirty="0"/>
              <a:t>stohastični gradientni spust (</a:t>
            </a:r>
            <a:r>
              <a:rPr lang="en-US" sz="1800" dirty="0"/>
              <a:t>Stochastic gradient </a:t>
            </a:r>
            <a:r>
              <a:rPr lang="sl-SI" sz="1800" dirty="0" err="1"/>
              <a:t>descent</a:t>
            </a:r>
            <a:r>
              <a:rPr lang="sl-SI" sz="1800" dirty="0"/>
              <a:t>) idr.</a:t>
            </a:r>
            <a:endParaRPr lang="sl-SI" sz="14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sl-SI" sz="1400" dirty="0"/>
          </a:p>
        </p:txBody>
      </p:sp>
      <p:pic>
        <p:nvPicPr>
          <p:cNvPr id="5" name="Slika 4" descr="Slika, ki vsebuje besede besedilo&#10;&#10;Opis je samodejno ustvarjen">
            <a:extLst>
              <a:ext uri="{FF2B5EF4-FFF2-40B4-BE49-F238E27FC236}">
                <a16:creationId xmlns:a16="http://schemas.microsoft.com/office/drawing/2014/main" id="{85FA5BB3-5F27-498A-A5B1-638AB5C57B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9206" y="688511"/>
            <a:ext cx="4812979" cy="1196833"/>
          </a:xfrm>
          <a:prstGeom prst="rect">
            <a:avLst/>
          </a:prstGeom>
        </p:spPr>
      </p:pic>
      <p:pic>
        <p:nvPicPr>
          <p:cNvPr id="10" name="Slika 9">
            <a:extLst>
              <a:ext uri="{FF2B5EF4-FFF2-40B4-BE49-F238E27FC236}">
                <a16:creationId xmlns:a16="http://schemas.microsoft.com/office/drawing/2014/main" id="{0B61EA95-4EAE-46A4-BC11-7E20A4889CD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1704" y="130556"/>
            <a:ext cx="1168059" cy="48730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AF7A2B-CAEA-4161-89BE-2C3A49F13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658395-0858-4046-BAB6-178FB2A7F14B}" type="slidenum">
              <a:rPr lang="sl-SI" smtClean="0"/>
              <a:t>17</a:t>
            </a:fld>
            <a:endParaRPr lang="sl-SI"/>
          </a:p>
        </p:txBody>
      </p:sp>
      <p:sp>
        <p:nvSpPr>
          <p:cNvPr id="12" name="PoljeZBesedilom 11">
            <a:extLst>
              <a:ext uri="{FF2B5EF4-FFF2-40B4-BE49-F238E27FC236}">
                <a16:creationId xmlns:a16="http://schemas.microsoft.com/office/drawing/2014/main" id="{7BDBCDF1-8F7D-4AF8-9E1B-038AAD58F273}"/>
              </a:ext>
            </a:extLst>
          </p:cNvPr>
          <p:cNvSpPr txBox="1"/>
          <p:nvPr/>
        </p:nvSpPr>
        <p:spPr>
          <a:xfrm>
            <a:off x="173736" y="6087167"/>
            <a:ext cx="1269136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chemeClr val="bg1">
                    <a:lumMod val="50000"/>
                  </a:schemeClr>
                </a:solidFill>
              </a:rPr>
              <a:t>[15] </a:t>
            </a:r>
            <a:r>
              <a:rPr lang="en-US" sz="900" dirty="0" err="1">
                <a:solidFill>
                  <a:schemeClr val="bg1">
                    <a:lumMod val="50000"/>
                  </a:schemeClr>
                </a:solidFill>
              </a:rPr>
              <a:t>Nelles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</a:rPr>
              <a:t>, O. (2001). Nonlinear System Identification. Nonlinear System Identification.</a:t>
            </a:r>
            <a:endParaRPr lang="sl-SI" sz="900" dirty="0">
              <a:solidFill>
                <a:schemeClr val="bg1">
                  <a:lumMod val="50000"/>
                </a:schemeClr>
              </a:solidFill>
            </a:endParaRPr>
          </a:p>
          <a:p>
            <a:pPr marL="0" marR="0" lvl="0" indent="0" algn="l" defTabSz="914400" rtl="0" eaLnBrk="1" fontAlgn="auto" latinLnBrk="0" hangingPunct="1">
              <a:spcBef>
                <a:spcPts val="0"/>
              </a:spcBef>
              <a:buClrTx/>
              <a:buSzTx/>
              <a:buFontTx/>
              <a:buNone/>
              <a:tabLst/>
              <a:defRPr/>
            </a:pP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[45] Angelov, P. P.,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Gu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, X., &amp; Principe, J. C. (2018).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Autonomous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learning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multimodel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systems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from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data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streams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. IEEE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Transactions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on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Fuzzy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Systems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, 26(4), 2213–2224.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[47]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Lughofer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, E. (2021).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Improving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the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robustness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of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recursive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consequent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parameters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learning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in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evolving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neuro-fuzzy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systems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.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Information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Sciences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, 545, 555–574.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[55]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Bao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, R. J.,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Rong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, H. J., Angelov, P. P.,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Chen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, B., &amp;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Wong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, P. K. (2018).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Correntropy-Based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Evolving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Fuzzy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Neural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System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. IEEE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Transactions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on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Fuzzy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Systems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, 26(3), 1324–1338. </a:t>
            </a:r>
          </a:p>
        </p:txBody>
      </p:sp>
    </p:spTree>
    <p:extLst>
      <p:ext uri="{BB962C8B-B14F-4D97-AF65-F5344CB8AC3E}">
        <p14:creationId xmlns:p14="http://schemas.microsoft.com/office/powerpoint/2010/main" val="390415292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2" name="Rectangle 11">
            <a:extLst>
              <a:ext uri="{FF2B5EF4-FFF2-40B4-BE49-F238E27FC236}">
                <a16:creationId xmlns:a16="http://schemas.microsoft.com/office/drawing/2014/main" id="{352BEC0E-22F8-46D0-9632-375DB541B0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slov 1">
            <a:extLst>
              <a:ext uri="{FF2B5EF4-FFF2-40B4-BE49-F238E27FC236}">
                <a16:creationId xmlns:a16="http://schemas.microsoft.com/office/drawing/2014/main" id="{08293A48-0358-45D5-99AB-1890A56BB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9184"/>
            <a:ext cx="6894576" cy="1783080"/>
          </a:xfrm>
        </p:spPr>
        <p:txBody>
          <a:bodyPr anchor="b">
            <a:normAutofit/>
          </a:bodyPr>
          <a:lstStyle/>
          <a:p>
            <a:r>
              <a:rPr lang="sl-SI" sz="5000" dirty="0"/>
              <a:t>Ansambli </a:t>
            </a:r>
            <a:r>
              <a:rPr lang="sl-SI" sz="5000" b="0" i="0" dirty="0" err="1">
                <a:effectLst/>
              </a:rPr>
              <a:t>samorazvijajočih</a:t>
            </a:r>
            <a:r>
              <a:rPr lang="sl-SI" sz="5000" b="0" i="0" dirty="0">
                <a:effectLst/>
              </a:rPr>
              <a:t> se modelov</a:t>
            </a:r>
            <a:endParaRPr lang="sl-SI" sz="5000" dirty="0"/>
          </a:p>
        </p:txBody>
      </p:sp>
      <p:sp>
        <p:nvSpPr>
          <p:cNvPr id="53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8952" y="2395728"/>
            <a:ext cx="4243589" cy="18288"/>
          </a:xfrm>
          <a:custGeom>
            <a:avLst/>
            <a:gdLst>
              <a:gd name="connsiteX0" fmla="*/ 0 w 4243589"/>
              <a:gd name="connsiteY0" fmla="*/ 0 h 18288"/>
              <a:gd name="connsiteX1" fmla="*/ 478919 w 4243589"/>
              <a:gd name="connsiteY1" fmla="*/ 0 h 18288"/>
              <a:gd name="connsiteX2" fmla="*/ 957839 w 4243589"/>
              <a:gd name="connsiteY2" fmla="*/ 0 h 18288"/>
              <a:gd name="connsiteX3" fmla="*/ 1521630 w 4243589"/>
              <a:gd name="connsiteY3" fmla="*/ 0 h 18288"/>
              <a:gd name="connsiteX4" fmla="*/ 2212729 w 4243589"/>
              <a:gd name="connsiteY4" fmla="*/ 0 h 18288"/>
              <a:gd name="connsiteX5" fmla="*/ 2734084 w 4243589"/>
              <a:gd name="connsiteY5" fmla="*/ 0 h 18288"/>
              <a:gd name="connsiteX6" fmla="*/ 3255439 w 4243589"/>
              <a:gd name="connsiteY6" fmla="*/ 0 h 18288"/>
              <a:gd name="connsiteX7" fmla="*/ 4243589 w 4243589"/>
              <a:gd name="connsiteY7" fmla="*/ 0 h 18288"/>
              <a:gd name="connsiteX8" fmla="*/ 4243589 w 4243589"/>
              <a:gd name="connsiteY8" fmla="*/ 18288 h 18288"/>
              <a:gd name="connsiteX9" fmla="*/ 3594926 w 4243589"/>
              <a:gd name="connsiteY9" fmla="*/ 18288 h 18288"/>
              <a:gd name="connsiteX10" fmla="*/ 3073571 w 4243589"/>
              <a:gd name="connsiteY10" fmla="*/ 18288 h 18288"/>
              <a:gd name="connsiteX11" fmla="*/ 2552216 w 4243589"/>
              <a:gd name="connsiteY11" fmla="*/ 18288 h 18288"/>
              <a:gd name="connsiteX12" fmla="*/ 1903553 w 4243589"/>
              <a:gd name="connsiteY12" fmla="*/ 18288 h 18288"/>
              <a:gd name="connsiteX13" fmla="*/ 1212454 w 4243589"/>
              <a:gd name="connsiteY13" fmla="*/ 18288 h 18288"/>
              <a:gd name="connsiteX14" fmla="*/ 733535 w 4243589"/>
              <a:gd name="connsiteY14" fmla="*/ 18288 h 18288"/>
              <a:gd name="connsiteX15" fmla="*/ 0 w 4243589"/>
              <a:gd name="connsiteY15" fmla="*/ 18288 h 18288"/>
              <a:gd name="connsiteX16" fmla="*/ 0 w 4243589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Označba mesta vsebine 2">
                <a:extLst>
                  <a:ext uri="{FF2B5EF4-FFF2-40B4-BE49-F238E27FC236}">
                    <a16:creationId xmlns:a16="http://schemas.microsoft.com/office/drawing/2014/main" id="{09770A0F-0E9E-4F08-871D-40BE89BE243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40080" y="2706624"/>
                <a:ext cx="6894576" cy="348386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sl-SI" sz="1400" dirty="0"/>
                  <a:t>Učenje </a:t>
                </a:r>
                <a:r>
                  <a:rPr lang="sl-SI" sz="1400" b="1" dirty="0"/>
                  <a:t>več</a:t>
                </a:r>
                <a:r>
                  <a:rPr lang="sl-SI" sz="1400" dirty="0"/>
                  <a:t> različnih </a:t>
                </a:r>
                <a:r>
                  <a:rPr lang="sl-SI" sz="1400" dirty="0" err="1"/>
                  <a:t>samorazvijajočih</a:t>
                </a:r>
                <a:r>
                  <a:rPr lang="sl-SI" sz="1400" dirty="0"/>
                  <a:t> se modelov </a:t>
                </a:r>
                <a:r>
                  <a:rPr lang="sl-SI" sz="1400" b="1" dirty="0"/>
                  <a:t>na istem problemu z različnimi parametri </a:t>
                </a:r>
                <a:r>
                  <a:rPr lang="en-US" sz="1400" dirty="0"/>
                  <a:t>[</a:t>
                </a:r>
                <a:r>
                  <a:rPr lang="sl-SI" sz="1400" dirty="0"/>
                  <a:t>6(</a:t>
                </a:r>
                <a:r>
                  <a:rPr lang="en-US" sz="1400" dirty="0"/>
                  <a:t>10</a:t>
                </a:r>
                <a:r>
                  <a:rPr lang="sl-SI" sz="1400" dirty="0"/>
                  <a:t>)</a:t>
                </a:r>
                <a:r>
                  <a:rPr lang="en-US" sz="1400" dirty="0"/>
                  <a:t>, </a:t>
                </a:r>
                <a:r>
                  <a:rPr lang="sl-SI" sz="1400" dirty="0"/>
                  <a:t>29(</a:t>
                </a:r>
                <a:r>
                  <a:rPr lang="en-US" sz="1400" dirty="0"/>
                  <a:t>48</a:t>
                </a:r>
                <a:r>
                  <a:rPr lang="sl-SI" sz="1400" dirty="0"/>
                  <a:t>)]</a:t>
                </a:r>
                <a14:m>
                  <m:oMath xmlns:m="http://schemas.openxmlformats.org/officeDocument/2006/math">
                    <m:r>
                      <a:rPr lang="sl-SI" sz="1400" i="1" dirty="0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sl-SI" sz="1400" b="1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sl-SI" sz="1400" b="1" dirty="0"/>
                  <a:t>Ansambel/skupina </a:t>
                </a:r>
                <a:r>
                  <a:rPr lang="sl-SI" sz="1400" dirty="0"/>
                  <a:t>(</a:t>
                </a:r>
                <a:r>
                  <a:rPr lang="sl-SI" sz="1400" dirty="0" err="1"/>
                  <a:t>Ensemble</a:t>
                </a:r>
                <a:r>
                  <a:rPr lang="sl-SI" sz="1400" dirty="0"/>
                  <a:t> </a:t>
                </a:r>
                <a:r>
                  <a:rPr lang="sl-SI" sz="1400" dirty="0" err="1"/>
                  <a:t>learning</a:t>
                </a:r>
                <a:r>
                  <a:rPr lang="sl-SI" sz="1400" dirty="0"/>
                  <a:t>). </a:t>
                </a:r>
              </a:p>
              <a:p>
                <a:pPr marL="0" indent="0">
                  <a:buNone/>
                </a:pPr>
                <a:r>
                  <a:rPr lang="sl-SI" sz="1400" dirty="0"/>
                  <a:t>Posamezni </a:t>
                </a:r>
                <a:r>
                  <a:rPr lang="sl-SI" sz="1400" dirty="0" err="1"/>
                  <a:t>samorazvijajoči</a:t>
                </a:r>
                <a:r>
                  <a:rPr lang="sl-SI" sz="1400" dirty="0"/>
                  <a:t> se modeli v ansamblu se lahko razlikujejo po: </a:t>
                </a:r>
                <a:r>
                  <a:rPr lang="sl-SI" sz="1400" b="1" dirty="0"/>
                  <a:t>strukturi</a:t>
                </a:r>
                <a:r>
                  <a:rPr lang="sl-SI" sz="1400" dirty="0"/>
                  <a:t>, </a:t>
                </a:r>
                <a:r>
                  <a:rPr lang="sl-SI" sz="1400" b="1" dirty="0"/>
                  <a:t>številu</a:t>
                </a:r>
                <a:r>
                  <a:rPr lang="sl-SI" sz="1400" dirty="0"/>
                  <a:t> </a:t>
                </a:r>
                <a:r>
                  <a:rPr lang="sl-SI" sz="1400" b="1" dirty="0"/>
                  <a:t>parametrov</a:t>
                </a:r>
                <a:r>
                  <a:rPr lang="sl-SI" sz="1400" dirty="0"/>
                  <a:t>, </a:t>
                </a:r>
                <a:r>
                  <a:rPr lang="sl-SI" sz="1400" b="1" dirty="0"/>
                  <a:t>omejitvah</a:t>
                </a:r>
                <a:r>
                  <a:rPr lang="sl-SI" sz="1400" dirty="0"/>
                  <a:t> (</a:t>
                </a:r>
                <a:r>
                  <a:rPr lang="sl-SI" sz="1400" dirty="0" err="1"/>
                  <a:t>constraints</a:t>
                </a:r>
                <a:r>
                  <a:rPr lang="sl-SI" sz="1400" dirty="0"/>
                  <a:t>), </a:t>
                </a:r>
                <a:r>
                  <a:rPr lang="sl-SI" sz="1400" b="1" dirty="0" err="1"/>
                  <a:t>kriterijski</a:t>
                </a:r>
                <a:r>
                  <a:rPr lang="sl-SI" sz="1400" dirty="0"/>
                  <a:t> </a:t>
                </a:r>
                <a:r>
                  <a:rPr lang="sl-SI" sz="1400" b="1" dirty="0"/>
                  <a:t>funkciji</a:t>
                </a:r>
                <a:r>
                  <a:rPr lang="sl-SI" sz="1400" dirty="0"/>
                  <a:t>, </a:t>
                </a:r>
                <a:r>
                  <a:rPr lang="sl-SI" sz="1400" b="1" dirty="0"/>
                  <a:t>tipu </a:t>
                </a:r>
                <a:r>
                  <a:rPr lang="sl-SI" sz="1400" b="1" dirty="0" err="1"/>
                  <a:t>samorazvijajočega</a:t>
                </a:r>
                <a:r>
                  <a:rPr lang="sl-SI" sz="1400" b="1" dirty="0"/>
                  <a:t> se modela</a:t>
                </a:r>
                <a:r>
                  <a:rPr lang="sl-SI" sz="1400" dirty="0"/>
                  <a:t>. </a:t>
                </a:r>
              </a:p>
              <a:p>
                <a:r>
                  <a:rPr lang="en-US" sz="1400" dirty="0">
                    <a:effectLst/>
                    <a:ea typeface="Calibri" panose="020F0502020204030204" pitchFamily="34" charset="0"/>
                    <a:cs typeface="Times New Roman" panose="02020603050405020304" pitchFamily="18" charset="0"/>
                  </a:rPr>
                  <a:t>Extreme Learning Machines (ELMs) (2009) </a:t>
                </a:r>
                <a:r>
                  <a:rPr lang="sl-SI" sz="1400" dirty="0">
                    <a:effectLst/>
                    <a:ea typeface="Calibri" panose="020F0502020204030204" pitchFamily="34" charset="0"/>
                    <a:cs typeface="Times New Roman" panose="02020603050405020304" pitchFamily="18" charset="0"/>
                  </a:rPr>
                  <a:t>(naključna inicializacija parametrov in strukture)</a:t>
                </a:r>
              </a:p>
              <a:p>
                <a:r>
                  <a:rPr lang="en-US" sz="1400" dirty="0">
                    <a:effectLst/>
                    <a:ea typeface="Calibri" panose="020F0502020204030204" pitchFamily="34" charset="0"/>
                    <a:cs typeface="Times New Roman" panose="02020603050405020304" pitchFamily="18" charset="0"/>
                  </a:rPr>
                  <a:t>Parsimonious ensemble (</a:t>
                </a:r>
                <a:r>
                  <a:rPr lang="en-US" sz="1400" dirty="0" err="1">
                    <a:effectLst/>
                    <a:ea typeface="Calibri" panose="020F0502020204030204" pitchFamily="34" charset="0"/>
                    <a:cs typeface="Times New Roman" panose="02020603050405020304" pitchFamily="18" charset="0"/>
                  </a:rPr>
                  <a:t>pENsemble</a:t>
                </a:r>
                <a:r>
                  <a:rPr lang="en-US" sz="1400" dirty="0">
                    <a:effectLst/>
                    <a:ea typeface="Calibri" panose="020F0502020204030204" pitchFamily="34" charset="0"/>
                    <a:cs typeface="Times New Roman" panose="02020603050405020304" pitchFamily="18" charset="0"/>
                  </a:rPr>
                  <a:t>) (2018) </a:t>
                </a:r>
                <a:r>
                  <a:rPr lang="sl-SI" sz="1400" dirty="0">
                    <a:effectLst/>
                    <a:ea typeface="Calibri" panose="020F0502020204030204" pitchFamily="34" charset="0"/>
                    <a:cs typeface="Times New Roman" panose="02020603050405020304" pitchFamily="18" charset="0"/>
                  </a:rPr>
                  <a:t>(odstranjevanje modelov in izbira </a:t>
                </a:r>
                <a:r>
                  <a:rPr lang="sl-SI" sz="1400" dirty="0" err="1">
                    <a:effectLst/>
                    <a:ea typeface="Calibri" panose="020F0502020204030204" pitchFamily="34" charset="0"/>
                    <a:cs typeface="Times New Roman" panose="02020603050405020304" pitchFamily="18" charset="0"/>
                  </a:rPr>
                  <a:t>značilk</a:t>
                </a:r>
                <a:r>
                  <a:rPr lang="sl-SI" sz="1400" dirty="0">
                    <a:effectLst/>
                    <a:ea typeface="Calibri" panose="020F0502020204030204" pitchFamily="34" charset="0"/>
                    <a:cs typeface="Times New Roman" panose="02020603050405020304" pitchFamily="18" charset="0"/>
                  </a:rPr>
                  <a:t>)</a:t>
                </a:r>
              </a:p>
              <a:p>
                <a:r>
                  <a:rPr lang="en-US" sz="1400" dirty="0" err="1">
                    <a:effectLst/>
                    <a:ea typeface="Calibri" panose="020F0502020204030204" pitchFamily="34" charset="0"/>
                    <a:cs typeface="Times New Roman" panose="02020603050405020304" pitchFamily="18" charset="0"/>
                  </a:rPr>
                  <a:t>Ensamble</a:t>
                </a:r>
                <a:r>
                  <a:rPr lang="en-US" sz="1400" dirty="0">
                    <a:effectLst/>
                    <a:ea typeface="Calibri" panose="020F0502020204030204" pitchFamily="34" charset="0"/>
                    <a:cs typeface="Times New Roman" panose="02020603050405020304" pitchFamily="18" charset="0"/>
                  </a:rPr>
                  <a:t> of Fuzzy-set-Based evolving Models (</a:t>
                </a:r>
                <a:r>
                  <a:rPr lang="en-US" sz="1400" dirty="0" err="1">
                    <a:effectLst/>
                    <a:ea typeface="Calibri" panose="020F0502020204030204" pitchFamily="34" charset="0"/>
                    <a:cs typeface="Times New Roman" panose="02020603050405020304" pitchFamily="18" charset="0"/>
                  </a:rPr>
                  <a:t>FBeM</a:t>
                </a:r>
                <a:r>
                  <a:rPr lang="en-US" sz="1400" dirty="0">
                    <a:effectLst/>
                    <a:ea typeface="Calibri" panose="020F0502020204030204" pitchFamily="34" charset="0"/>
                    <a:cs typeface="Times New Roman" panose="02020603050405020304" pitchFamily="18" charset="0"/>
                  </a:rPr>
                  <a:t>) (201</a:t>
                </a:r>
                <a:r>
                  <a:rPr lang="sl-SI" sz="1400" dirty="0">
                    <a:effectLst/>
                    <a:ea typeface="Calibri" panose="020F0502020204030204" pitchFamily="34" charset="0"/>
                    <a:cs typeface="Times New Roman" panose="02020603050405020304" pitchFamily="18" charset="0"/>
                  </a:rPr>
                  <a:t>5) (različni parametri in strukture informacijskih granul)</a:t>
                </a:r>
              </a:p>
              <a:p>
                <a:r>
                  <a:rPr lang="en-US" sz="1400" dirty="0" err="1">
                    <a:effectLst/>
                    <a:ea typeface="Calibri" panose="020F0502020204030204" pitchFamily="34" charset="0"/>
                    <a:cs typeface="Times New Roman" panose="02020603050405020304" pitchFamily="18" charset="0"/>
                  </a:rPr>
                  <a:t>Ensamble</a:t>
                </a:r>
                <a:r>
                  <a:rPr lang="en-US" sz="1400" dirty="0">
                    <a:effectLst/>
                    <a:ea typeface="Calibri" panose="020F0502020204030204" pitchFamily="34" charset="0"/>
                    <a:cs typeface="Times New Roman" panose="02020603050405020304" pitchFamily="18" charset="0"/>
                  </a:rPr>
                  <a:t> of optimal evolving granular experts (</a:t>
                </a:r>
                <a:r>
                  <a:rPr lang="en-US" sz="1400" dirty="0" err="1">
                    <a:effectLst/>
                    <a:ea typeface="Calibri" panose="020F0502020204030204" pitchFamily="34" charset="0"/>
                    <a:cs typeface="Times New Roman" panose="02020603050405020304" pitchFamily="18" charset="0"/>
                  </a:rPr>
                  <a:t>eOGS</a:t>
                </a:r>
                <a:r>
                  <a:rPr lang="en-US" sz="1400" dirty="0">
                    <a:effectLst/>
                    <a:ea typeface="Calibri" panose="020F0502020204030204" pitchFamily="34" charset="0"/>
                    <a:cs typeface="Times New Roman" panose="02020603050405020304" pitchFamily="18" charset="0"/>
                  </a:rPr>
                  <a:t>) (2019) [</a:t>
                </a:r>
                <a:r>
                  <a:rPr lang="sl-SI" sz="1400" dirty="0">
                    <a:effectLst/>
                    <a:ea typeface="Calibri" panose="020F0502020204030204" pitchFamily="34" charset="0"/>
                    <a:cs typeface="Times New Roman" panose="02020603050405020304" pitchFamily="18" charset="0"/>
                  </a:rPr>
                  <a:t>29(</a:t>
                </a:r>
                <a:r>
                  <a:rPr lang="en-US" sz="1400" dirty="0">
                    <a:effectLst/>
                    <a:ea typeface="Calibri" panose="020F0502020204030204" pitchFamily="34" charset="0"/>
                    <a:cs typeface="Times New Roman" panose="02020603050405020304" pitchFamily="18" charset="0"/>
                  </a:rPr>
                  <a:t>48</a:t>
                </a:r>
                <a:r>
                  <a:rPr lang="sl-SI" sz="1400" dirty="0">
                    <a:effectLst/>
                    <a:ea typeface="Calibri" panose="020F0502020204030204" pitchFamily="34" charset="0"/>
                    <a:cs typeface="Times New Roman" panose="02020603050405020304" pitchFamily="18" charset="0"/>
                  </a:rPr>
                  <a:t>)</a:t>
                </a:r>
                <a:r>
                  <a:rPr lang="en-US" sz="1400" dirty="0">
                    <a:effectLst/>
                    <a:ea typeface="Calibri" panose="020F0502020204030204" pitchFamily="34" charset="0"/>
                    <a:cs typeface="Times New Roman" panose="02020603050405020304" pitchFamily="18" charset="0"/>
                  </a:rPr>
                  <a:t>]</a:t>
                </a:r>
                <a:r>
                  <a:rPr lang="sl-SI" sz="1400" dirty="0">
                    <a:effectLst/>
                    <a:ea typeface="Calibri" panose="020F0502020204030204" pitchFamily="34" charset="0"/>
                    <a:cs typeface="Times New Roman" panose="02020603050405020304" pitchFamily="18" charset="0"/>
                  </a:rPr>
                  <a:t> (</a:t>
                </a:r>
                <a:r>
                  <a:rPr lang="sl-SI" sz="1400" dirty="0" err="1">
                    <a:effectLst/>
                    <a:ea typeface="Calibri" panose="020F0502020204030204" pitchFamily="34" charset="0"/>
                    <a:cs typeface="Times New Roman" panose="02020603050405020304" pitchFamily="18" charset="0"/>
                  </a:rPr>
                  <a:t>uses</a:t>
                </a:r>
                <a:r>
                  <a:rPr lang="sl-SI" sz="1400" dirty="0">
                    <a:effectLst/>
                    <a:ea typeface="Calibri" panose="020F0502020204030204" pitchFamily="34" charset="0"/>
                    <a:cs typeface="Times New Roman" panose="02020603050405020304" pitchFamily="18" charset="0"/>
                  </a:rPr>
                  <a:t> multiple </a:t>
                </a:r>
                <a:r>
                  <a:rPr lang="sl-SI" sz="1400" dirty="0" err="1">
                    <a:effectLst/>
                    <a:ea typeface="Calibri" panose="020F0502020204030204" pitchFamily="34" charset="0"/>
                    <a:cs typeface="Times New Roman" panose="02020603050405020304" pitchFamily="18" charset="0"/>
                  </a:rPr>
                  <a:t>aggregation</a:t>
                </a:r>
                <a:r>
                  <a:rPr lang="sl-SI" sz="1400" dirty="0">
                    <a:effectLst/>
                    <a:ea typeface="Calibri" panose="020F0502020204030204" pitchFamily="34" charset="0"/>
                    <a:cs typeface="Times New Roman" panose="02020603050405020304" pitchFamily="18" charset="0"/>
                  </a:rPr>
                  <a:t> </a:t>
                </a:r>
                <a:r>
                  <a:rPr lang="sl-SI" sz="1400" dirty="0" err="1">
                    <a:effectLst/>
                    <a:ea typeface="Calibri" panose="020F0502020204030204" pitchFamily="34" charset="0"/>
                    <a:cs typeface="Times New Roman" panose="02020603050405020304" pitchFamily="18" charset="0"/>
                  </a:rPr>
                  <a:t>functions</a:t>
                </a:r>
                <a:r>
                  <a:rPr lang="sl-SI" sz="1400" dirty="0">
                    <a:effectLst/>
                    <a:ea typeface="Calibri" panose="020F0502020204030204" pitchFamily="34" charset="0"/>
                    <a:cs typeface="Times New Roman" panose="02020603050405020304" pitchFamily="18" charset="0"/>
                  </a:rPr>
                  <a:t>)</a:t>
                </a:r>
              </a:p>
              <a:p>
                <a:r>
                  <a:rPr lang="sl-SI" sz="1400" dirty="0" err="1">
                    <a:ea typeface="Calibri" panose="020F0502020204030204" pitchFamily="34" charset="0"/>
                    <a:cs typeface="Times New Roman" panose="02020603050405020304" pitchFamily="18" charset="0"/>
                  </a:rPr>
                  <a:t>M</a:t>
                </a:r>
                <a:r>
                  <a:rPr lang="sl-SI" sz="1400" dirty="0" err="1">
                    <a:effectLst/>
                    <a:ea typeface="Calibri" panose="020F0502020204030204" pitchFamily="34" charset="0"/>
                    <a:cs typeface="Times New Roman" panose="02020603050405020304" pitchFamily="18" charset="0"/>
                  </a:rPr>
                  <a:t>ultilayer</a:t>
                </a:r>
                <a:r>
                  <a:rPr lang="sl-SI" sz="1400" dirty="0">
                    <a:effectLst/>
                    <a:ea typeface="Calibri" panose="020F0502020204030204" pitchFamily="34" charset="0"/>
                    <a:cs typeface="Times New Roman" panose="02020603050405020304" pitchFamily="18" charset="0"/>
                  </a:rPr>
                  <a:t> </a:t>
                </a:r>
                <a:r>
                  <a:rPr lang="sl-SI" sz="1400" dirty="0" err="1">
                    <a:effectLst/>
                    <a:ea typeface="Calibri" panose="020F0502020204030204" pitchFamily="34" charset="0"/>
                    <a:cs typeface="Times New Roman" panose="02020603050405020304" pitchFamily="18" charset="0"/>
                  </a:rPr>
                  <a:t>ensemble</a:t>
                </a:r>
                <a:r>
                  <a:rPr lang="sl-SI" sz="1400" dirty="0">
                    <a:effectLst/>
                    <a:ea typeface="Calibri" panose="020F0502020204030204" pitchFamily="34" charset="0"/>
                    <a:cs typeface="Times New Roman" panose="02020603050405020304" pitchFamily="18" charset="0"/>
                  </a:rPr>
                  <a:t> </a:t>
                </a:r>
                <a:r>
                  <a:rPr lang="sl-SI" sz="1400" dirty="0" err="1">
                    <a:effectLst/>
                    <a:ea typeface="Calibri" panose="020F0502020204030204" pitchFamily="34" charset="0"/>
                    <a:cs typeface="Times New Roman" panose="02020603050405020304" pitchFamily="18" charset="0"/>
                  </a:rPr>
                  <a:t>evolving</a:t>
                </a:r>
                <a:r>
                  <a:rPr lang="sl-SI" sz="1400" dirty="0">
                    <a:effectLst/>
                    <a:ea typeface="Calibri" panose="020F0502020204030204" pitchFamily="34" charset="0"/>
                    <a:cs typeface="Times New Roman" panose="02020603050405020304" pitchFamily="18" charset="0"/>
                  </a:rPr>
                  <a:t> </a:t>
                </a:r>
                <a:r>
                  <a:rPr lang="sl-SI" sz="1400" dirty="0" err="1">
                    <a:effectLst/>
                    <a:ea typeface="Calibri" panose="020F0502020204030204" pitchFamily="34" charset="0"/>
                    <a:cs typeface="Times New Roman" panose="02020603050405020304" pitchFamily="18" charset="0"/>
                  </a:rPr>
                  <a:t>fuzzy</a:t>
                </a:r>
                <a:r>
                  <a:rPr lang="sl-SI" sz="1400" dirty="0">
                    <a:effectLst/>
                    <a:ea typeface="Calibri" panose="020F0502020204030204" pitchFamily="34" charset="0"/>
                    <a:cs typeface="Times New Roman" panose="02020603050405020304" pitchFamily="18" charset="0"/>
                  </a:rPr>
                  <a:t> </a:t>
                </a:r>
                <a:r>
                  <a:rPr lang="sl-SI" sz="1400" dirty="0" err="1">
                    <a:effectLst/>
                    <a:ea typeface="Calibri" panose="020F0502020204030204" pitchFamily="34" charset="0"/>
                    <a:cs typeface="Times New Roman" panose="02020603050405020304" pitchFamily="18" charset="0"/>
                  </a:rPr>
                  <a:t>inference</a:t>
                </a:r>
                <a:r>
                  <a:rPr lang="sl-SI" sz="1400" dirty="0">
                    <a:effectLst/>
                    <a:ea typeface="Calibri" panose="020F0502020204030204" pitchFamily="34" charset="0"/>
                    <a:cs typeface="Times New Roman" panose="02020603050405020304" pitchFamily="18" charset="0"/>
                  </a:rPr>
                  <a:t> </a:t>
                </a:r>
                <a:r>
                  <a:rPr lang="sl-SI" sz="1400" dirty="0" err="1">
                    <a:effectLst/>
                    <a:ea typeface="Calibri" panose="020F0502020204030204" pitchFamily="34" charset="0"/>
                    <a:cs typeface="Times New Roman" panose="02020603050405020304" pitchFamily="18" charset="0"/>
                  </a:rPr>
                  <a:t>system</a:t>
                </a:r>
                <a:r>
                  <a:rPr lang="sl-SI" sz="1400" dirty="0">
                    <a:effectLst/>
                    <a:ea typeface="Calibri" panose="020F0502020204030204" pitchFamily="34" charset="0"/>
                    <a:cs typeface="Times New Roman" panose="02020603050405020304" pitchFamily="18" charset="0"/>
                  </a:rPr>
                  <a:t> MEEFIS (2019) [33(44)] (</a:t>
                </a:r>
                <a:r>
                  <a:rPr lang="sl-SI" sz="1400" dirty="0" err="1">
                    <a:effectLst/>
                    <a:ea typeface="Calibri" panose="020F0502020204030204" pitchFamily="34" charset="0"/>
                    <a:cs typeface="Times New Roman" panose="02020603050405020304" pitchFamily="18" charset="0"/>
                  </a:rPr>
                  <a:t>samorazvijajoči</a:t>
                </a:r>
                <a:r>
                  <a:rPr lang="sl-SI" sz="1400" dirty="0">
                    <a:effectLst/>
                    <a:ea typeface="Calibri" panose="020F0502020204030204" pitchFamily="34" charset="0"/>
                    <a:cs typeface="Times New Roman" panose="02020603050405020304" pitchFamily="18" charset="0"/>
                  </a:rPr>
                  <a:t> se modeli kot gradniki omrežja)</a:t>
                </a:r>
              </a:p>
              <a:p>
                <a:pPr marL="0" indent="0">
                  <a:buNone/>
                </a:pPr>
                <a:endParaRPr lang="sl-SI" sz="1000" dirty="0"/>
              </a:p>
            </p:txBody>
          </p:sp>
        </mc:Choice>
        <mc:Fallback>
          <p:sp>
            <p:nvSpPr>
              <p:cNvPr id="3" name="Označba mesta vsebine 2">
                <a:extLst>
                  <a:ext uri="{FF2B5EF4-FFF2-40B4-BE49-F238E27FC236}">
                    <a16:creationId xmlns:a16="http://schemas.microsoft.com/office/drawing/2014/main" id="{09770A0F-0E9E-4F08-871D-40BE89BE243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40080" y="2706624"/>
                <a:ext cx="6894576" cy="3483864"/>
              </a:xfrm>
              <a:blipFill>
                <a:blip r:embed="rId4"/>
                <a:stretch>
                  <a:fillRect l="-265" t="-874"/>
                </a:stretch>
              </a:blipFill>
            </p:spPr>
            <p:txBody>
              <a:bodyPr/>
              <a:lstStyle/>
              <a:p>
                <a:r>
                  <a:rPr lang="sl-SI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Slika 6">
            <a:extLst>
              <a:ext uri="{FF2B5EF4-FFF2-40B4-BE49-F238E27FC236}">
                <a16:creationId xmlns:a16="http://schemas.microsoft.com/office/drawing/2014/main" id="{3AEBCE64-73E8-4850-89A4-FE6B5C3725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3840" y="634174"/>
            <a:ext cx="4014216" cy="2819987"/>
          </a:xfrm>
          <a:prstGeom prst="rect">
            <a:avLst/>
          </a:prstGeom>
        </p:spPr>
      </p:pic>
      <p:pic>
        <p:nvPicPr>
          <p:cNvPr id="6" name="Picture 42" descr="Diagram&#10;&#10;Description automatically generated">
            <a:extLst>
              <a:ext uri="{FF2B5EF4-FFF2-40B4-BE49-F238E27FC236}">
                <a16:creationId xmlns:a16="http://schemas.microsoft.com/office/drawing/2014/main" id="{22993324-5225-4517-8700-DCDAE7E8F72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63840" y="4163352"/>
            <a:ext cx="3995928" cy="2007953"/>
          </a:xfrm>
          <a:prstGeom prst="rect">
            <a:avLst/>
          </a:prstGeom>
        </p:spPr>
      </p:pic>
      <p:pic>
        <p:nvPicPr>
          <p:cNvPr id="5" name="Slika 4">
            <a:extLst>
              <a:ext uri="{FF2B5EF4-FFF2-40B4-BE49-F238E27FC236}">
                <a16:creationId xmlns:a16="http://schemas.microsoft.com/office/drawing/2014/main" id="{F6BFB80F-971E-4EED-AC4F-C5779921748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1704" y="130556"/>
            <a:ext cx="1168059" cy="48730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20B686-6407-4456-82EF-81F1ABA595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658395-0858-4046-BAB6-178FB2A7F14B}" type="slidenum">
              <a:rPr lang="sl-SI" smtClean="0"/>
              <a:t>18</a:t>
            </a:fld>
            <a:endParaRPr lang="sl-SI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653C3C4-EA77-41CB-8F60-0C8EDAFB11B7}"/>
              </a:ext>
            </a:extLst>
          </p:cNvPr>
          <p:cNvSpPr txBox="1"/>
          <p:nvPr/>
        </p:nvSpPr>
        <p:spPr>
          <a:xfrm>
            <a:off x="164592" y="6319499"/>
            <a:ext cx="11859768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dirty="0">
                <a:solidFill>
                  <a:schemeClr val="bg1">
                    <a:lumMod val="50000"/>
                  </a:schemeClr>
                </a:solidFill>
              </a:rPr>
              <a:t>[10] </a:t>
            </a:r>
            <a:r>
              <a:rPr lang="en-US" sz="900" dirty="0" err="1">
                <a:solidFill>
                  <a:schemeClr val="bg1">
                    <a:lumMod val="50000"/>
                  </a:schemeClr>
                </a:solidFill>
              </a:rPr>
              <a:t>Leite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</a:rPr>
              <a:t>, D., Škrjanc, I., &amp; </a:t>
            </a:r>
            <a:r>
              <a:rPr lang="en-US" sz="900" dirty="0" err="1">
                <a:solidFill>
                  <a:schemeClr val="bg1">
                    <a:lumMod val="50000"/>
                  </a:schemeClr>
                </a:solidFill>
              </a:rPr>
              <a:t>Gomide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</a:rPr>
              <a:t>, F. (2020). An overview on evolving systems and learning from stream data. Evolving Systems, 11(2), 181–198. </a:t>
            </a:r>
            <a:endParaRPr lang="sl-SI" sz="900" dirty="0">
              <a:solidFill>
                <a:schemeClr val="bg1">
                  <a:lumMod val="50000"/>
                </a:schemeClr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dirty="0">
                <a:solidFill>
                  <a:schemeClr val="bg1">
                    <a:lumMod val="50000"/>
                  </a:schemeClr>
                </a:solidFill>
              </a:rPr>
              <a:t>[44] Gu, X. (2021). Multilayer Ensemble Evolving Fuzzy Inference System. IEEE Transactions on Fuzzy Systems, 29(8), 2425–2431.</a:t>
            </a:r>
            <a:endParaRPr lang="sl-SI" sz="900" dirty="0">
              <a:solidFill>
                <a:schemeClr val="bg1">
                  <a:lumMod val="50000"/>
                </a:schemeClr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[48]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Leite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, D., &amp; Škrjanc, I. (2019).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Ensemble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of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evolving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optimal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granular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experts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, OWA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aggregation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,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time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series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prediction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.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Information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Sciences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, 504, 95–112.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F4F293B-59F5-473D-A065-7B9CF5C22F3B}"/>
              </a:ext>
            </a:extLst>
          </p:cNvPr>
          <p:cNvSpPr txBox="1"/>
          <p:nvPr/>
        </p:nvSpPr>
        <p:spPr>
          <a:xfrm>
            <a:off x="11347704" y="6001974"/>
            <a:ext cx="7467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sl-SI" sz="1400" dirty="0">
                <a:solidFill>
                  <a:schemeClr val="bg1">
                    <a:lumMod val="50000"/>
                  </a:schemeClr>
                </a:solidFill>
              </a:rPr>
              <a:t>[44]</a:t>
            </a:r>
            <a:endParaRPr lang="sl-SI" sz="14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2B217FF-7527-4896-90C6-653058EBE4FF}"/>
              </a:ext>
            </a:extLst>
          </p:cNvPr>
          <p:cNvSpPr txBox="1"/>
          <p:nvPr/>
        </p:nvSpPr>
        <p:spPr>
          <a:xfrm>
            <a:off x="11423904" y="2276044"/>
            <a:ext cx="7467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sl-SI" sz="1400" dirty="0">
                <a:solidFill>
                  <a:schemeClr val="bg1">
                    <a:lumMod val="50000"/>
                  </a:schemeClr>
                </a:solidFill>
              </a:rPr>
              <a:t>[48]</a:t>
            </a:r>
            <a:endParaRPr lang="sl-SI" sz="1400" dirty="0"/>
          </a:p>
        </p:txBody>
      </p:sp>
    </p:spTree>
    <p:extLst>
      <p:ext uri="{BB962C8B-B14F-4D97-AF65-F5344CB8AC3E}">
        <p14:creationId xmlns:p14="http://schemas.microsoft.com/office/powerpoint/2010/main" val="87778305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77A147A-9ED8-46B4-8660-1B3C2AA880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slov 1">
            <a:extLst>
              <a:ext uri="{FF2B5EF4-FFF2-40B4-BE49-F238E27FC236}">
                <a16:creationId xmlns:a16="http://schemas.microsoft.com/office/drawing/2014/main" id="{48A86C58-8A74-461B-B93C-6CB631DC2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548640"/>
            <a:ext cx="3600860" cy="5431536"/>
          </a:xfrm>
        </p:spPr>
        <p:txBody>
          <a:bodyPr>
            <a:normAutofit/>
          </a:bodyPr>
          <a:lstStyle/>
          <a:p>
            <a:r>
              <a:rPr lang="sl-SI" sz="3800"/>
              <a:t>Odprta vprašanja na področju samorazvijajočih se sistemov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5D6C15A0-C087-4593-8414-2B4EC1CDC3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2543983" y="3258715"/>
            <a:ext cx="4480560" cy="18288"/>
          </a:xfrm>
          <a:custGeom>
            <a:avLst/>
            <a:gdLst>
              <a:gd name="connsiteX0" fmla="*/ 0 w 4480560"/>
              <a:gd name="connsiteY0" fmla="*/ 0 h 18288"/>
              <a:gd name="connsiteX1" fmla="*/ 595274 w 4480560"/>
              <a:gd name="connsiteY1" fmla="*/ 0 h 18288"/>
              <a:gd name="connsiteX2" fmla="*/ 1100938 w 4480560"/>
              <a:gd name="connsiteY2" fmla="*/ 0 h 18288"/>
              <a:gd name="connsiteX3" fmla="*/ 1651406 w 4480560"/>
              <a:gd name="connsiteY3" fmla="*/ 0 h 18288"/>
              <a:gd name="connsiteX4" fmla="*/ 2336292 w 4480560"/>
              <a:gd name="connsiteY4" fmla="*/ 0 h 18288"/>
              <a:gd name="connsiteX5" fmla="*/ 2931566 w 4480560"/>
              <a:gd name="connsiteY5" fmla="*/ 0 h 18288"/>
              <a:gd name="connsiteX6" fmla="*/ 3482035 w 4480560"/>
              <a:gd name="connsiteY6" fmla="*/ 0 h 18288"/>
              <a:gd name="connsiteX7" fmla="*/ 4480560 w 4480560"/>
              <a:gd name="connsiteY7" fmla="*/ 0 h 18288"/>
              <a:gd name="connsiteX8" fmla="*/ 4480560 w 4480560"/>
              <a:gd name="connsiteY8" fmla="*/ 18288 h 18288"/>
              <a:gd name="connsiteX9" fmla="*/ 3840480 w 4480560"/>
              <a:gd name="connsiteY9" fmla="*/ 18288 h 18288"/>
              <a:gd name="connsiteX10" fmla="*/ 3290011 w 4480560"/>
              <a:gd name="connsiteY10" fmla="*/ 18288 h 18288"/>
              <a:gd name="connsiteX11" fmla="*/ 2560320 w 4480560"/>
              <a:gd name="connsiteY11" fmla="*/ 18288 h 18288"/>
              <a:gd name="connsiteX12" fmla="*/ 1965046 w 4480560"/>
              <a:gd name="connsiteY12" fmla="*/ 18288 h 18288"/>
              <a:gd name="connsiteX13" fmla="*/ 1459382 w 4480560"/>
              <a:gd name="connsiteY13" fmla="*/ 18288 h 18288"/>
              <a:gd name="connsiteX14" fmla="*/ 774497 w 4480560"/>
              <a:gd name="connsiteY14" fmla="*/ 18288 h 18288"/>
              <a:gd name="connsiteX15" fmla="*/ 0 w 4480560"/>
              <a:gd name="connsiteY15" fmla="*/ 18288 h 18288"/>
              <a:gd name="connsiteX16" fmla="*/ 0 w 448056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480560" h="18288" fill="none" extrusionOk="0">
                <a:moveTo>
                  <a:pt x="0" y="0"/>
                </a:moveTo>
                <a:cubicBezTo>
                  <a:pt x="267821" y="8731"/>
                  <a:pt x="334105" y="2629"/>
                  <a:pt x="595274" y="0"/>
                </a:cubicBezTo>
                <a:cubicBezTo>
                  <a:pt x="856443" y="-2629"/>
                  <a:pt x="863808" y="-13353"/>
                  <a:pt x="1100938" y="0"/>
                </a:cubicBezTo>
                <a:cubicBezTo>
                  <a:pt x="1338068" y="13353"/>
                  <a:pt x="1431663" y="-25862"/>
                  <a:pt x="1651406" y="0"/>
                </a:cubicBezTo>
                <a:cubicBezTo>
                  <a:pt x="1871149" y="25862"/>
                  <a:pt x="2173163" y="23827"/>
                  <a:pt x="2336292" y="0"/>
                </a:cubicBezTo>
                <a:cubicBezTo>
                  <a:pt x="2499421" y="-23827"/>
                  <a:pt x="2720589" y="28148"/>
                  <a:pt x="2931566" y="0"/>
                </a:cubicBezTo>
                <a:cubicBezTo>
                  <a:pt x="3142543" y="-28148"/>
                  <a:pt x="3323630" y="27022"/>
                  <a:pt x="3482035" y="0"/>
                </a:cubicBezTo>
                <a:cubicBezTo>
                  <a:pt x="3640440" y="-27022"/>
                  <a:pt x="4012110" y="-20118"/>
                  <a:pt x="4480560" y="0"/>
                </a:cubicBezTo>
                <a:cubicBezTo>
                  <a:pt x="4480958" y="7429"/>
                  <a:pt x="4480540" y="10822"/>
                  <a:pt x="4480560" y="18288"/>
                </a:cubicBezTo>
                <a:cubicBezTo>
                  <a:pt x="4314132" y="14924"/>
                  <a:pt x="4028383" y="36632"/>
                  <a:pt x="3840480" y="18288"/>
                </a:cubicBezTo>
                <a:cubicBezTo>
                  <a:pt x="3652577" y="-56"/>
                  <a:pt x="3547615" y="2848"/>
                  <a:pt x="3290011" y="18288"/>
                </a:cubicBezTo>
                <a:cubicBezTo>
                  <a:pt x="3032407" y="33728"/>
                  <a:pt x="2830268" y="8719"/>
                  <a:pt x="2560320" y="18288"/>
                </a:cubicBezTo>
                <a:cubicBezTo>
                  <a:pt x="2290372" y="27857"/>
                  <a:pt x="2147422" y="6728"/>
                  <a:pt x="1965046" y="18288"/>
                </a:cubicBezTo>
                <a:cubicBezTo>
                  <a:pt x="1782670" y="29848"/>
                  <a:pt x="1689791" y="40680"/>
                  <a:pt x="1459382" y="18288"/>
                </a:cubicBezTo>
                <a:cubicBezTo>
                  <a:pt x="1228973" y="-4104"/>
                  <a:pt x="915486" y="36501"/>
                  <a:pt x="774497" y="18288"/>
                </a:cubicBezTo>
                <a:cubicBezTo>
                  <a:pt x="633508" y="75"/>
                  <a:pt x="361442" y="-11107"/>
                  <a:pt x="0" y="18288"/>
                </a:cubicBezTo>
                <a:cubicBezTo>
                  <a:pt x="-591" y="13205"/>
                  <a:pt x="-663" y="6329"/>
                  <a:pt x="0" y="0"/>
                </a:cubicBezTo>
                <a:close/>
              </a:path>
              <a:path w="4480560" h="18288" stroke="0" extrusionOk="0">
                <a:moveTo>
                  <a:pt x="0" y="0"/>
                </a:moveTo>
                <a:cubicBezTo>
                  <a:pt x="285465" y="225"/>
                  <a:pt x="322691" y="16223"/>
                  <a:pt x="595274" y="0"/>
                </a:cubicBezTo>
                <a:cubicBezTo>
                  <a:pt x="867857" y="-16223"/>
                  <a:pt x="989129" y="-11242"/>
                  <a:pt x="1100938" y="0"/>
                </a:cubicBezTo>
                <a:cubicBezTo>
                  <a:pt x="1212747" y="11242"/>
                  <a:pt x="1574350" y="-36410"/>
                  <a:pt x="1830629" y="0"/>
                </a:cubicBezTo>
                <a:cubicBezTo>
                  <a:pt x="2086908" y="36410"/>
                  <a:pt x="2180922" y="4645"/>
                  <a:pt x="2425903" y="0"/>
                </a:cubicBezTo>
                <a:cubicBezTo>
                  <a:pt x="2670884" y="-4645"/>
                  <a:pt x="2782024" y="22929"/>
                  <a:pt x="3021178" y="0"/>
                </a:cubicBezTo>
                <a:cubicBezTo>
                  <a:pt x="3260332" y="-22929"/>
                  <a:pt x="3456982" y="-1586"/>
                  <a:pt x="3750869" y="0"/>
                </a:cubicBezTo>
                <a:cubicBezTo>
                  <a:pt x="4044756" y="1586"/>
                  <a:pt x="4302726" y="17043"/>
                  <a:pt x="4480560" y="0"/>
                </a:cubicBezTo>
                <a:cubicBezTo>
                  <a:pt x="4479674" y="5429"/>
                  <a:pt x="4481381" y="14046"/>
                  <a:pt x="4480560" y="18288"/>
                </a:cubicBezTo>
                <a:cubicBezTo>
                  <a:pt x="4279652" y="-6850"/>
                  <a:pt x="4200762" y="41566"/>
                  <a:pt x="3930091" y="18288"/>
                </a:cubicBezTo>
                <a:cubicBezTo>
                  <a:pt x="3659420" y="-4990"/>
                  <a:pt x="3456052" y="22294"/>
                  <a:pt x="3290011" y="18288"/>
                </a:cubicBezTo>
                <a:cubicBezTo>
                  <a:pt x="3123970" y="14282"/>
                  <a:pt x="2882392" y="32818"/>
                  <a:pt x="2649931" y="18288"/>
                </a:cubicBezTo>
                <a:cubicBezTo>
                  <a:pt x="2417470" y="3758"/>
                  <a:pt x="2238426" y="7337"/>
                  <a:pt x="2054657" y="18288"/>
                </a:cubicBezTo>
                <a:cubicBezTo>
                  <a:pt x="1870888" y="29239"/>
                  <a:pt x="1566368" y="45040"/>
                  <a:pt x="1324966" y="18288"/>
                </a:cubicBezTo>
                <a:cubicBezTo>
                  <a:pt x="1083564" y="-8464"/>
                  <a:pt x="787410" y="10946"/>
                  <a:pt x="595274" y="18288"/>
                </a:cubicBezTo>
                <a:cubicBezTo>
                  <a:pt x="403138" y="25630"/>
                  <a:pt x="169622" y="10499"/>
                  <a:pt x="0" y="18288"/>
                </a:cubicBezTo>
                <a:cubicBezTo>
                  <a:pt x="668" y="13665"/>
                  <a:pt x="578" y="567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značba mesta vsebine 2">
            <a:extLst>
              <a:ext uri="{FF2B5EF4-FFF2-40B4-BE49-F238E27FC236}">
                <a16:creationId xmlns:a16="http://schemas.microsoft.com/office/drawing/2014/main" id="{937870A5-48CA-42D8-91E1-59D70059D2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26418" y="552091"/>
            <a:ext cx="6224335" cy="5431536"/>
          </a:xfrm>
        </p:spPr>
        <p:txBody>
          <a:bodyPr anchor="ctr">
            <a:normAutofit/>
          </a:bodyPr>
          <a:lstStyle/>
          <a:p>
            <a:r>
              <a:rPr lang="sl-SI" sz="2200"/>
              <a:t>obravnava </a:t>
            </a:r>
            <a:r>
              <a:rPr lang="sl-SI" sz="2200" b="1"/>
              <a:t>manjkajočih vzorcev </a:t>
            </a:r>
            <a:r>
              <a:rPr lang="sl-SI" sz="2200"/>
              <a:t>(</a:t>
            </a:r>
            <a:r>
              <a:rPr lang="sl-SI" sz="2200" i="1"/>
              <a:t>missing data</a:t>
            </a:r>
            <a:r>
              <a:rPr lang="sl-SI" sz="2200"/>
              <a:t>) in </a:t>
            </a:r>
            <a:r>
              <a:rPr lang="sl-SI" sz="2200" b="1"/>
              <a:t>osamelcev</a:t>
            </a:r>
            <a:r>
              <a:rPr lang="sl-SI" sz="2200"/>
              <a:t> (</a:t>
            </a:r>
            <a:r>
              <a:rPr lang="sl-SI" sz="2200" i="1"/>
              <a:t>outliers</a:t>
            </a:r>
            <a:r>
              <a:rPr lang="sl-SI" sz="2200"/>
              <a:t>) </a:t>
            </a:r>
          </a:p>
          <a:p>
            <a:r>
              <a:rPr lang="sl-SI" sz="2200" b="1"/>
              <a:t>teoremi</a:t>
            </a:r>
            <a:r>
              <a:rPr lang="sl-SI" sz="2200"/>
              <a:t> za zagotavljanje </a:t>
            </a:r>
            <a:r>
              <a:rPr lang="sl-SI" sz="2200" b="1"/>
              <a:t>dolgoročne stabilnosti </a:t>
            </a:r>
            <a:r>
              <a:rPr lang="sl-SI" sz="2200"/>
              <a:t>in </a:t>
            </a:r>
            <a:r>
              <a:rPr lang="sl-SI" sz="2200" b="1"/>
              <a:t>konvergence</a:t>
            </a:r>
          </a:p>
          <a:p>
            <a:r>
              <a:rPr lang="sl-SI" sz="2200" b="1"/>
              <a:t>načrtovanje experimentov </a:t>
            </a:r>
            <a:r>
              <a:rPr lang="sl-SI" sz="2200"/>
              <a:t>(Design of Experiments)</a:t>
            </a:r>
          </a:p>
          <a:p>
            <a:r>
              <a:rPr lang="sl-SI" sz="2200"/>
              <a:t>predlogi </a:t>
            </a:r>
            <a:r>
              <a:rPr lang="sl-SI" sz="2200" b="1"/>
              <a:t>za potek dela </a:t>
            </a:r>
            <a:r>
              <a:rPr lang="sl-SI" sz="2200"/>
              <a:t>(</a:t>
            </a:r>
            <a:r>
              <a:rPr lang="sl-SI" sz="2200" i="1"/>
              <a:t>workflow</a:t>
            </a:r>
            <a:r>
              <a:rPr lang="sl-SI" sz="2200"/>
              <a:t>)</a:t>
            </a:r>
          </a:p>
          <a:p>
            <a:r>
              <a:rPr lang="sl-SI" sz="2200" b="1"/>
              <a:t>mere uspešnosti </a:t>
            </a:r>
            <a:r>
              <a:rPr lang="sl-SI" sz="2200"/>
              <a:t>sprotnega delovanja (</a:t>
            </a:r>
            <a:r>
              <a:rPr lang="en-US" sz="2200" i="1"/>
              <a:t>performance metrics</a:t>
            </a:r>
            <a:r>
              <a:rPr lang="sl-SI" sz="2200"/>
              <a:t>) </a:t>
            </a:r>
          </a:p>
          <a:p>
            <a:r>
              <a:rPr lang="sl-SI" sz="2200" b="1"/>
              <a:t>paralelno </a:t>
            </a:r>
            <a:r>
              <a:rPr lang="sl-SI" sz="2200"/>
              <a:t>učenje</a:t>
            </a:r>
            <a:r>
              <a:rPr lang="sl-SI" sz="2200" b="1"/>
              <a:t> </a:t>
            </a:r>
            <a:r>
              <a:rPr lang="sl-SI" sz="2200"/>
              <a:t>(</a:t>
            </a:r>
            <a:r>
              <a:rPr lang="en-US" sz="2200" i="1"/>
              <a:t>parallelization</a:t>
            </a:r>
            <a:r>
              <a:rPr lang="sl-SI" sz="2200"/>
              <a:t>)</a:t>
            </a:r>
          </a:p>
          <a:p>
            <a:r>
              <a:rPr lang="sl-SI" sz="2200" b="1"/>
              <a:t>programski senzorji </a:t>
            </a:r>
            <a:r>
              <a:rPr lang="sl-SI" sz="2200"/>
              <a:t>(soft sensors)</a:t>
            </a:r>
          </a:p>
          <a:p>
            <a:r>
              <a:rPr lang="sl-SI" sz="2200"/>
              <a:t>sprotna </a:t>
            </a:r>
            <a:r>
              <a:rPr lang="sl-SI" sz="2200" b="1"/>
              <a:t>izbira regresorjev</a:t>
            </a:r>
          </a:p>
          <a:p>
            <a:endParaRPr lang="sl-SI" sz="2200" i="1"/>
          </a:p>
        </p:txBody>
      </p:sp>
      <p:pic>
        <p:nvPicPr>
          <p:cNvPr id="6" name="Slika 4">
            <a:extLst>
              <a:ext uri="{FF2B5EF4-FFF2-40B4-BE49-F238E27FC236}">
                <a16:creationId xmlns:a16="http://schemas.microsoft.com/office/drawing/2014/main" id="{32FD3291-7A37-4F24-90A6-C0C9C0FE95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1704" y="130556"/>
            <a:ext cx="1168059" cy="48730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6CB62C-88D6-4645-930B-4E81DFD106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658395-0858-4046-BAB6-178FB2A7F14B}" type="slidenum">
              <a:rPr lang="sl-SI" smtClean="0"/>
              <a:t>19</a:t>
            </a:fld>
            <a:endParaRPr lang="sl-SI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891943-C082-4EEA-A448-1BFE4DCC071B}"/>
              </a:ext>
            </a:extLst>
          </p:cNvPr>
          <p:cNvSpPr txBox="1"/>
          <p:nvPr/>
        </p:nvSpPr>
        <p:spPr>
          <a:xfrm>
            <a:off x="236421" y="6113659"/>
            <a:ext cx="112793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[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6(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10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)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] </a:t>
            </a:r>
            <a:r>
              <a:rPr lang="en-US" sz="900" dirty="0" err="1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Leite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D., Škrjanc, I., &amp; </a:t>
            </a:r>
            <a:r>
              <a:rPr lang="en-US" sz="900" dirty="0" err="1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Gomide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F. (2020). An overview on evolving systems and learning from stream data. Evolving Systems, 11(2), 181–198. </a:t>
            </a:r>
            <a:endParaRPr lang="sl-SI" sz="900" dirty="0">
              <a:solidFill>
                <a:schemeClr val="bg1">
                  <a:lumMod val="50000"/>
                </a:schemeClr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sl-SI" sz="900">
                <a:solidFill>
                  <a:schemeClr val="bg1">
                    <a:lumMod val="50000"/>
                  </a:schemeClr>
                </a:solidFill>
              </a:rPr>
              <a:t>[34(27)] 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Škrjanc, I., Iglesias, J.,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Sanchis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, A.,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Leite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, D.,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Lughofer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, E., &amp;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Gomide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, F. (2019).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Evolving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fuzzy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neuro-fuzzy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approaches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in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clustering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,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regression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,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identification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,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classification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: A </a:t>
            </a:r>
            <a:r>
              <a:rPr lang="sl-SI" sz="900" dirty="0" err="1">
                <a:solidFill>
                  <a:schemeClr val="bg1">
                    <a:lumMod val="50000"/>
                  </a:schemeClr>
                </a:solidFill>
              </a:rPr>
              <a:t>Survey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. </a:t>
            </a:r>
            <a:r>
              <a:rPr lang="sl-SI" sz="900" i="1" dirty="0" err="1">
                <a:solidFill>
                  <a:schemeClr val="bg1">
                    <a:lumMod val="50000"/>
                  </a:schemeClr>
                </a:solidFill>
              </a:rPr>
              <a:t>Information</a:t>
            </a:r>
            <a:r>
              <a:rPr lang="sl-SI" sz="900" i="1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sl-SI" sz="900" i="1" dirty="0" err="1">
                <a:solidFill>
                  <a:schemeClr val="bg1">
                    <a:lumMod val="50000"/>
                  </a:schemeClr>
                </a:solidFill>
              </a:rPr>
              <a:t>Sciences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, </a:t>
            </a:r>
            <a:r>
              <a:rPr lang="sl-SI" sz="900" i="1" dirty="0">
                <a:solidFill>
                  <a:schemeClr val="bg1">
                    <a:lumMod val="50000"/>
                  </a:schemeClr>
                </a:solidFill>
              </a:rPr>
              <a:t>490</a:t>
            </a:r>
            <a:r>
              <a:rPr lang="sl-SI" sz="900" dirty="0">
                <a:solidFill>
                  <a:schemeClr val="bg1">
                    <a:lumMod val="50000"/>
                  </a:schemeClr>
                </a:solidFill>
              </a:rPr>
              <a:t>, 344–368</a:t>
            </a:r>
          </a:p>
        </p:txBody>
      </p:sp>
    </p:spTree>
    <p:extLst>
      <p:ext uri="{BB962C8B-B14F-4D97-AF65-F5344CB8AC3E}">
        <p14:creationId xmlns:p14="http://schemas.microsoft.com/office/powerpoint/2010/main" val="99606883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24">
            <a:extLst>
              <a:ext uri="{FF2B5EF4-FFF2-40B4-BE49-F238E27FC236}">
                <a16:creationId xmlns:a16="http://schemas.microsoft.com/office/drawing/2014/main" id="{53B475F8-50AE-46A0-9943-B2B63183D5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slov 1">
            <a:extLst>
              <a:ext uri="{FF2B5EF4-FFF2-40B4-BE49-F238E27FC236}">
                <a16:creationId xmlns:a16="http://schemas.microsoft.com/office/drawing/2014/main" id="{33AC806F-76B1-43B6-8CA1-6EDE0AFBE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9" y="365125"/>
            <a:ext cx="5254752" cy="1776484"/>
          </a:xfrm>
        </p:spPr>
        <p:txBody>
          <a:bodyPr anchor="b">
            <a:normAutofit fontScale="90000"/>
          </a:bodyPr>
          <a:lstStyle/>
          <a:p>
            <a:r>
              <a:rPr lang="sl-SI" sz="4600" dirty="0"/>
              <a:t>Adaptiranje filtra z relativnim intervalom zaupanja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E118952-D35D-497A-8FC7-BAB88B34EA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526" y="686733"/>
            <a:ext cx="3532036" cy="522966"/>
          </a:xfrm>
          <a:prstGeom prst="rect">
            <a:avLst/>
          </a:prstGeom>
        </p:spPr>
      </p:pic>
      <p:sp>
        <p:nvSpPr>
          <p:cNvPr id="27" name="sketch line">
            <a:extLst>
              <a:ext uri="{FF2B5EF4-FFF2-40B4-BE49-F238E27FC236}">
                <a16:creationId xmlns:a16="http://schemas.microsoft.com/office/drawing/2014/main" id="{75F6FDB4-2351-48C2-A863-2364A02343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2315691"/>
            <a:ext cx="4343400" cy="18288"/>
          </a:xfrm>
          <a:custGeom>
            <a:avLst/>
            <a:gdLst>
              <a:gd name="connsiteX0" fmla="*/ 0 w 4343400"/>
              <a:gd name="connsiteY0" fmla="*/ 0 h 18288"/>
              <a:gd name="connsiteX1" fmla="*/ 577052 w 4343400"/>
              <a:gd name="connsiteY1" fmla="*/ 0 h 18288"/>
              <a:gd name="connsiteX2" fmla="*/ 1067235 w 4343400"/>
              <a:gd name="connsiteY2" fmla="*/ 0 h 18288"/>
              <a:gd name="connsiteX3" fmla="*/ 1600853 w 4343400"/>
              <a:gd name="connsiteY3" fmla="*/ 0 h 18288"/>
              <a:gd name="connsiteX4" fmla="*/ 2264773 w 4343400"/>
              <a:gd name="connsiteY4" fmla="*/ 0 h 18288"/>
              <a:gd name="connsiteX5" fmla="*/ 2841825 w 4343400"/>
              <a:gd name="connsiteY5" fmla="*/ 0 h 18288"/>
              <a:gd name="connsiteX6" fmla="*/ 3375442 w 4343400"/>
              <a:gd name="connsiteY6" fmla="*/ 0 h 18288"/>
              <a:gd name="connsiteX7" fmla="*/ 4343400 w 4343400"/>
              <a:gd name="connsiteY7" fmla="*/ 0 h 18288"/>
              <a:gd name="connsiteX8" fmla="*/ 4343400 w 4343400"/>
              <a:gd name="connsiteY8" fmla="*/ 18288 h 18288"/>
              <a:gd name="connsiteX9" fmla="*/ 3722914 w 4343400"/>
              <a:gd name="connsiteY9" fmla="*/ 18288 h 18288"/>
              <a:gd name="connsiteX10" fmla="*/ 3189297 w 4343400"/>
              <a:gd name="connsiteY10" fmla="*/ 18288 h 18288"/>
              <a:gd name="connsiteX11" fmla="*/ 2481943 w 4343400"/>
              <a:gd name="connsiteY11" fmla="*/ 18288 h 18288"/>
              <a:gd name="connsiteX12" fmla="*/ 1904891 w 4343400"/>
              <a:gd name="connsiteY12" fmla="*/ 18288 h 18288"/>
              <a:gd name="connsiteX13" fmla="*/ 1414707 w 4343400"/>
              <a:gd name="connsiteY13" fmla="*/ 18288 h 18288"/>
              <a:gd name="connsiteX14" fmla="*/ 750788 w 4343400"/>
              <a:gd name="connsiteY14" fmla="*/ 18288 h 18288"/>
              <a:gd name="connsiteX15" fmla="*/ 0 w 4343400"/>
              <a:gd name="connsiteY15" fmla="*/ 18288 h 18288"/>
              <a:gd name="connsiteX16" fmla="*/ 0 w 43434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343400" h="18288" fill="none" extrusionOk="0">
                <a:moveTo>
                  <a:pt x="0" y="0"/>
                </a:moveTo>
                <a:cubicBezTo>
                  <a:pt x="233209" y="-19550"/>
                  <a:pt x="330816" y="19068"/>
                  <a:pt x="577052" y="0"/>
                </a:cubicBezTo>
                <a:cubicBezTo>
                  <a:pt x="823288" y="-19068"/>
                  <a:pt x="875077" y="10360"/>
                  <a:pt x="1067235" y="0"/>
                </a:cubicBezTo>
                <a:cubicBezTo>
                  <a:pt x="1259393" y="-10360"/>
                  <a:pt x="1410699" y="2939"/>
                  <a:pt x="1600853" y="0"/>
                </a:cubicBezTo>
                <a:cubicBezTo>
                  <a:pt x="1791007" y="-2939"/>
                  <a:pt x="2101644" y="-26225"/>
                  <a:pt x="2264773" y="0"/>
                </a:cubicBezTo>
                <a:cubicBezTo>
                  <a:pt x="2427902" y="26225"/>
                  <a:pt x="2690426" y="-27726"/>
                  <a:pt x="2841825" y="0"/>
                </a:cubicBezTo>
                <a:cubicBezTo>
                  <a:pt x="2993224" y="27726"/>
                  <a:pt x="3172320" y="-18569"/>
                  <a:pt x="3375442" y="0"/>
                </a:cubicBezTo>
                <a:cubicBezTo>
                  <a:pt x="3578564" y="18569"/>
                  <a:pt x="4003119" y="21909"/>
                  <a:pt x="4343400" y="0"/>
                </a:cubicBezTo>
                <a:cubicBezTo>
                  <a:pt x="4343798" y="7429"/>
                  <a:pt x="4343380" y="10822"/>
                  <a:pt x="4343400" y="18288"/>
                </a:cubicBezTo>
                <a:cubicBezTo>
                  <a:pt x="4109047" y="14709"/>
                  <a:pt x="3996986" y="7919"/>
                  <a:pt x="3722914" y="18288"/>
                </a:cubicBezTo>
                <a:cubicBezTo>
                  <a:pt x="3448842" y="28657"/>
                  <a:pt x="3340973" y="29252"/>
                  <a:pt x="3189297" y="18288"/>
                </a:cubicBezTo>
                <a:cubicBezTo>
                  <a:pt x="3037621" y="7324"/>
                  <a:pt x="2636891" y="-9539"/>
                  <a:pt x="2481943" y="18288"/>
                </a:cubicBezTo>
                <a:cubicBezTo>
                  <a:pt x="2326995" y="46115"/>
                  <a:pt x="2131632" y="740"/>
                  <a:pt x="1904891" y="18288"/>
                </a:cubicBezTo>
                <a:cubicBezTo>
                  <a:pt x="1678150" y="35836"/>
                  <a:pt x="1575362" y="-3381"/>
                  <a:pt x="1414707" y="18288"/>
                </a:cubicBezTo>
                <a:cubicBezTo>
                  <a:pt x="1254052" y="39957"/>
                  <a:pt x="1051093" y="-335"/>
                  <a:pt x="750788" y="18288"/>
                </a:cubicBezTo>
                <a:cubicBezTo>
                  <a:pt x="450483" y="36911"/>
                  <a:pt x="293781" y="22900"/>
                  <a:pt x="0" y="18288"/>
                </a:cubicBezTo>
                <a:cubicBezTo>
                  <a:pt x="-591" y="13205"/>
                  <a:pt x="-663" y="6329"/>
                  <a:pt x="0" y="0"/>
                </a:cubicBezTo>
                <a:close/>
              </a:path>
              <a:path w="4343400" h="18288" stroke="0" extrusionOk="0">
                <a:moveTo>
                  <a:pt x="0" y="0"/>
                </a:moveTo>
                <a:cubicBezTo>
                  <a:pt x="212719" y="-28531"/>
                  <a:pt x="340561" y="-1164"/>
                  <a:pt x="577052" y="0"/>
                </a:cubicBezTo>
                <a:cubicBezTo>
                  <a:pt x="813543" y="1164"/>
                  <a:pt x="866967" y="-9376"/>
                  <a:pt x="1067235" y="0"/>
                </a:cubicBezTo>
                <a:cubicBezTo>
                  <a:pt x="1267503" y="9376"/>
                  <a:pt x="1485778" y="-20470"/>
                  <a:pt x="1774589" y="0"/>
                </a:cubicBezTo>
                <a:cubicBezTo>
                  <a:pt x="2063400" y="20470"/>
                  <a:pt x="2090152" y="-14502"/>
                  <a:pt x="2351641" y="0"/>
                </a:cubicBezTo>
                <a:cubicBezTo>
                  <a:pt x="2613130" y="14502"/>
                  <a:pt x="2802864" y="19125"/>
                  <a:pt x="2928693" y="0"/>
                </a:cubicBezTo>
                <a:cubicBezTo>
                  <a:pt x="3054522" y="-19125"/>
                  <a:pt x="3482611" y="-2038"/>
                  <a:pt x="3636046" y="0"/>
                </a:cubicBezTo>
                <a:cubicBezTo>
                  <a:pt x="3789481" y="2038"/>
                  <a:pt x="4012363" y="973"/>
                  <a:pt x="4343400" y="0"/>
                </a:cubicBezTo>
                <a:cubicBezTo>
                  <a:pt x="4342514" y="5429"/>
                  <a:pt x="4344221" y="14046"/>
                  <a:pt x="4343400" y="18288"/>
                </a:cubicBezTo>
                <a:cubicBezTo>
                  <a:pt x="4078870" y="-6138"/>
                  <a:pt x="4015967" y="29658"/>
                  <a:pt x="3809782" y="18288"/>
                </a:cubicBezTo>
                <a:cubicBezTo>
                  <a:pt x="3603597" y="6918"/>
                  <a:pt x="3495552" y="24439"/>
                  <a:pt x="3189297" y="18288"/>
                </a:cubicBezTo>
                <a:cubicBezTo>
                  <a:pt x="2883042" y="12137"/>
                  <a:pt x="2850610" y="32583"/>
                  <a:pt x="2568811" y="18288"/>
                </a:cubicBezTo>
                <a:cubicBezTo>
                  <a:pt x="2287012" y="3993"/>
                  <a:pt x="2279820" y="23580"/>
                  <a:pt x="1991759" y="18288"/>
                </a:cubicBezTo>
                <a:cubicBezTo>
                  <a:pt x="1703698" y="12996"/>
                  <a:pt x="1616455" y="23157"/>
                  <a:pt x="1284405" y="18288"/>
                </a:cubicBezTo>
                <a:cubicBezTo>
                  <a:pt x="952355" y="13419"/>
                  <a:pt x="783530" y="16053"/>
                  <a:pt x="577052" y="18288"/>
                </a:cubicBezTo>
                <a:cubicBezTo>
                  <a:pt x="370574" y="20523"/>
                  <a:pt x="173929" y="5195"/>
                  <a:pt x="0" y="18288"/>
                </a:cubicBezTo>
                <a:cubicBezTo>
                  <a:pt x="668" y="13665"/>
                  <a:pt x="578" y="567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Content Placeholder 9" descr="Graphical user interface, chart&#10;&#10;Description automatically generated">
            <a:extLst>
              <a:ext uri="{FF2B5EF4-FFF2-40B4-BE49-F238E27FC236}">
                <a16:creationId xmlns:a16="http://schemas.microsoft.com/office/drawing/2014/main" id="{334DCAF6-D811-4BAD-B565-AED2BC4F18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4476" y="2592131"/>
            <a:ext cx="4454652" cy="3496901"/>
          </a:xfrm>
          <a:prstGeom prst="rect">
            <a:avLst/>
          </a:prstGeom>
        </p:spPr>
      </p:pic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B631CC7E-121E-4541-BB99-C70CD6057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2E658395-0858-4046-BAB6-178FB2A7F14B}" type="slidenum">
              <a:rPr lang="sl-SI" smtClean="0"/>
              <a:pPr>
                <a:spcAft>
                  <a:spcPts val="600"/>
                </a:spcAft>
              </a:pPr>
              <a:t>20</a:t>
            </a:fld>
            <a:endParaRPr lang="sl-SI"/>
          </a:p>
        </p:txBody>
      </p:sp>
      <p:pic>
        <p:nvPicPr>
          <p:cNvPr id="17" name="Slika 4">
            <a:extLst>
              <a:ext uri="{FF2B5EF4-FFF2-40B4-BE49-F238E27FC236}">
                <a16:creationId xmlns:a16="http://schemas.microsoft.com/office/drawing/2014/main" id="{EE89B95C-39D8-427F-A9E8-A93DEA761E7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1704" y="130556"/>
            <a:ext cx="1168059" cy="487300"/>
          </a:xfrm>
          <a:prstGeom prst="rect">
            <a:avLst/>
          </a:prstGeom>
        </p:spPr>
      </p:pic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480621F9-EF07-4C21-A82F-9480BF7F1A8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6"/>
          <a:stretch>
            <a:fillRect/>
          </a:stretch>
        </p:blipFill>
        <p:spPr>
          <a:xfrm>
            <a:off x="917448" y="5721851"/>
            <a:ext cx="3429000" cy="638175"/>
          </a:xfrm>
          <a:prstGeom prst="rect">
            <a:avLst/>
          </a:prstGeom>
        </p:spPr>
      </p:pic>
      <p:pic>
        <p:nvPicPr>
          <p:cNvPr id="21" name="Picture 20" descr="Chart&#10;&#10;Description automatically generated">
            <a:extLst>
              <a:ext uri="{FF2B5EF4-FFF2-40B4-BE49-F238E27FC236}">
                <a16:creationId xmlns:a16="http://schemas.microsoft.com/office/drawing/2014/main" id="{AE611F5A-ECCA-44F7-9198-67E064EA755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7448" y="2814607"/>
            <a:ext cx="4454652" cy="284169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C4DDB5E-2213-43D9-89CC-F295E5570C2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42521" y="1285051"/>
            <a:ext cx="3408045" cy="538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200425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3" name="Rectangle 32">
            <a:extLst>
              <a:ext uri="{FF2B5EF4-FFF2-40B4-BE49-F238E27FC236}">
                <a16:creationId xmlns:a16="http://schemas.microsoft.com/office/drawing/2014/main" id="{94BFCCA4-109C-4B21-816E-144FE75C38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sketch line">
            <a:extLst>
              <a:ext uri="{FF2B5EF4-FFF2-40B4-BE49-F238E27FC236}">
                <a16:creationId xmlns:a16="http://schemas.microsoft.com/office/drawing/2014/main" id="{0059B5C0-FEC8-4370-AF45-02E3AEF6FA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2659144"/>
            <a:ext cx="3566160" cy="18288"/>
          </a:xfrm>
          <a:custGeom>
            <a:avLst/>
            <a:gdLst>
              <a:gd name="connsiteX0" fmla="*/ 0 w 3566160"/>
              <a:gd name="connsiteY0" fmla="*/ 0 h 18288"/>
              <a:gd name="connsiteX1" fmla="*/ 665683 w 3566160"/>
              <a:gd name="connsiteY1" fmla="*/ 0 h 18288"/>
              <a:gd name="connsiteX2" fmla="*/ 1331366 w 3566160"/>
              <a:gd name="connsiteY2" fmla="*/ 0 h 18288"/>
              <a:gd name="connsiteX3" fmla="*/ 1818742 w 3566160"/>
              <a:gd name="connsiteY3" fmla="*/ 0 h 18288"/>
              <a:gd name="connsiteX4" fmla="*/ 2413102 w 3566160"/>
              <a:gd name="connsiteY4" fmla="*/ 0 h 18288"/>
              <a:gd name="connsiteX5" fmla="*/ 2936138 w 3566160"/>
              <a:gd name="connsiteY5" fmla="*/ 0 h 18288"/>
              <a:gd name="connsiteX6" fmla="*/ 3566160 w 3566160"/>
              <a:gd name="connsiteY6" fmla="*/ 0 h 18288"/>
              <a:gd name="connsiteX7" fmla="*/ 3566160 w 3566160"/>
              <a:gd name="connsiteY7" fmla="*/ 18288 h 18288"/>
              <a:gd name="connsiteX8" fmla="*/ 2971800 w 3566160"/>
              <a:gd name="connsiteY8" fmla="*/ 18288 h 18288"/>
              <a:gd name="connsiteX9" fmla="*/ 2448763 w 3566160"/>
              <a:gd name="connsiteY9" fmla="*/ 18288 h 18288"/>
              <a:gd name="connsiteX10" fmla="*/ 1854403 w 3566160"/>
              <a:gd name="connsiteY10" fmla="*/ 18288 h 18288"/>
              <a:gd name="connsiteX11" fmla="*/ 1295705 w 3566160"/>
              <a:gd name="connsiteY11" fmla="*/ 18288 h 18288"/>
              <a:gd name="connsiteX12" fmla="*/ 772668 w 3566160"/>
              <a:gd name="connsiteY12" fmla="*/ 18288 h 18288"/>
              <a:gd name="connsiteX13" fmla="*/ 0 w 3566160"/>
              <a:gd name="connsiteY13" fmla="*/ 18288 h 18288"/>
              <a:gd name="connsiteX14" fmla="*/ 0 w 3566160"/>
              <a:gd name="connsiteY14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566160" h="18288" fill="none" extrusionOk="0">
                <a:moveTo>
                  <a:pt x="0" y="0"/>
                </a:moveTo>
                <a:cubicBezTo>
                  <a:pt x="222644" y="15773"/>
                  <a:pt x="447078" y="-30288"/>
                  <a:pt x="665683" y="0"/>
                </a:cubicBezTo>
                <a:cubicBezTo>
                  <a:pt x="884288" y="30288"/>
                  <a:pt x="1132425" y="-6167"/>
                  <a:pt x="1331366" y="0"/>
                </a:cubicBezTo>
                <a:cubicBezTo>
                  <a:pt x="1530307" y="6167"/>
                  <a:pt x="1680942" y="17562"/>
                  <a:pt x="1818742" y="0"/>
                </a:cubicBezTo>
                <a:cubicBezTo>
                  <a:pt x="1956542" y="-17562"/>
                  <a:pt x="2130227" y="23032"/>
                  <a:pt x="2413102" y="0"/>
                </a:cubicBezTo>
                <a:cubicBezTo>
                  <a:pt x="2695977" y="-23032"/>
                  <a:pt x="2679988" y="-13260"/>
                  <a:pt x="2936138" y="0"/>
                </a:cubicBezTo>
                <a:cubicBezTo>
                  <a:pt x="3192288" y="13260"/>
                  <a:pt x="3378668" y="16268"/>
                  <a:pt x="3566160" y="0"/>
                </a:cubicBezTo>
                <a:cubicBezTo>
                  <a:pt x="3566199" y="7328"/>
                  <a:pt x="3566779" y="9982"/>
                  <a:pt x="3566160" y="18288"/>
                </a:cubicBezTo>
                <a:cubicBezTo>
                  <a:pt x="3315478" y="45899"/>
                  <a:pt x="3188272" y="-7574"/>
                  <a:pt x="2971800" y="18288"/>
                </a:cubicBezTo>
                <a:cubicBezTo>
                  <a:pt x="2755328" y="44150"/>
                  <a:pt x="2598570" y="34692"/>
                  <a:pt x="2448763" y="18288"/>
                </a:cubicBezTo>
                <a:cubicBezTo>
                  <a:pt x="2298956" y="1884"/>
                  <a:pt x="2011344" y="-7043"/>
                  <a:pt x="1854403" y="18288"/>
                </a:cubicBezTo>
                <a:cubicBezTo>
                  <a:pt x="1697462" y="43619"/>
                  <a:pt x="1444994" y="618"/>
                  <a:pt x="1295705" y="18288"/>
                </a:cubicBezTo>
                <a:cubicBezTo>
                  <a:pt x="1146416" y="35958"/>
                  <a:pt x="965401" y="42167"/>
                  <a:pt x="772668" y="18288"/>
                </a:cubicBezTo>
                <a:cubicBezTo>
                  <a:pt x="579935" y="-5591"/>
                  <a:pt x="352420" y="-19381"/>
                  <a:pt x="0" y="18288"/>
                </a:cubicBezTo>
                <a:cubicBezTo>
                  <a:pt x="-593" y="9736"/>
                  <a:pt x="244" y="6610"/>
                  <a:pt x="0" y="0"/>
                </a:cubicBezTo>
                <a:close/>
              </a:path>
              <a:path w="3566160" h="18288" stroke="0" extrusionOk="0">
                <a:moveTo>
                  <a:pt x="0" y="0"/>
                </a:moveTo>
                <a:cubicBezTo>
                  <a:pt x="169947" y="-5008"/>
                  <a:pt x="340602" y="-17518"/>
                  <a:pt x="594360" y="0"/>
                </a:cubicBezTo>
                <a:cubicBezTo>
                  <a:pt x="848118" y="17518"/>
                  <a:pt x="997921" y="8866"/>
                  <a:pt x="1224382" y="0"/>
                </a:cubicBezTo>
                <a:cubicBezTo>
                  <a:pt x="1450843" y="-8866"/>
                  <a:pt x="1572343" y="8392"/>
                  <a:pt x="1783080" y="0"/>
                </a:cubicBezTo>
                <a:cubicBezTo>
                  <a:pt x="1993817" y="-8392"/>
                  <a:pt x="2266728" y="2126"/>
                  <a:pt x="2448763" y="0"/>
                </a:cubicBezTo>
                <a:cubicBezTo>
                  <a:pt x="2630798" y="-2126"/>
                  <a:pt x="2815508" y="-13843"/>
                  <a:pt x="3043123" y="0"/>
                </a:cubicBezTo>
                <a:cubicBezTo>
                  <a:pt x="3270738" y="13843"/>
                  <a:pt x="3420568" y="2184"/>
                  <a:pt x="3566160" y="0"/>
                </a:cubicBezTo>
                <a:cubicBezTo>
                  <a:pt x="3566487" y="8595"/>
                  <a:pt x="3566088" y="13110"/>
                  <a:pt x="3566160" y="18288"/>
                </a:cubicBezTo>
                <a:cubicBezTo>
                  <a:pt x="3421748" y="9323"/>
                  <a:pt x="3176383" y="-3939"/>
                  <a:pt x="2971800" y="18288"/>
                </a:cubicBezTo>
                <a:cubicBezTo>
                  <a:pt x="2767217" y="40515"/>
                  <a:pt x="2590769" y="4336"/>
                  <a:pt x="2306117" y="18288"/>
                </a:cubicBezTo>
                <a:cubicBezTo>
                  <a:pt x="2021465" y="32240"/>
                  <a:pt x="1860727" y="-9280"/>
                  <a:pt x="1676095" y="18288"/>
                </a:cubicBezTo>
                <a:cubicBezTo>
                  <a:pt x="1491463" y="45856"/>
                  <a:pt x="1329173" y="5765"/>
                  <a:pt x="1153058" y="18288"/>
                </a:cubicBezTo>
                <a:cubicBezTo>
                  <a:pt x="976943" y="30811"/>
                  <a:pt x="895178" y="4751"/>
                  <a:pt x="665683" y="18288"/>
                </a:cubicBezTo>
                <a:cubicBezTo>
                  <a:pt x="436189" y="31825"/>
                  <a:pt x="302924" y="2002"/>
                  <a:pt x="0" y="18288"/>
                </a:cubicBezTo>
                <a:cubicBezTo>
                  <a:pt x="822" y="10564"/>
                  <a:pt x="-23" y="457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448976505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 descr="Graphical user interface&#10;&#10;Description automatically generated with medium confidence">
            <a:extLst>
              <a:ext uri="{FF2B5EF4-FFF2-40B4-BE49-F238E27FC236}">
                <a16:creationId xmlns:a16="http://schemas.microsoft.com/office/drawing/2014/main" id="{DF5DA5A8-19A2-4A07-8852-61DABF4BEB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3192" y="3093215"/>
            <a:ext cx="4169664" cy="3304457"/>
          </a:xfrm>
          <a:prstGeom prst="rect">
            <a:avLst/>
          </a:prstGeom>
        </p:spPr>
      </p:pic>
      <p:pic>
        <p:nvPicPr>
          <p:cNvPr id="16" name="Picture 15" descr="Chart, pie chart&#10;&#10;Description automatically generated">
            <a:extLst>
              <a:ext uri="{FF2B5EF4-FFF2-40B4-BE49-F238E27FC236}">
                <a16:creationId xmlns:a16="http://schemas.microsoft.com/office/drawing/2014/main" id="{7169D02A-738F-4A1D-841C-7AD1C268E5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92948" y="502272"/>
            <a:ext cx="3099816" cy="2324862"/>
          </a:xfrm>
          <a:prstGeom prst="rect">
            <a:avLst/>
          </a:prstGeom>
        </p:spPr>
      </p:pic>
      <p:pic>
        <p:nvPicPr>
          <p:cNvPr id="6" name="Content Placeholder 5" descr="A picture containing text, sky, screenshot&#10;&#10;Description automatically generated">
            <a:extLst>
              <a:ext uri="{FF2B5EF4-FFF2-40B4-BE49-F238E27FC236}">
                <a16:creationId xmlns:a16="http://schemas.microsoft.com/office/drawing/2014/main" id="{11273977-0306-4732-886E-2D7878917C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3269" y="3109773"/>
            <a:ext cx="4250284" cy="3283344"/>
          </a:xfrm>
          <a:prstGeom prst="rect">
            <a:avLst/>
          </a:prstGeom>
        </p:spPr>
      </p:pic>
      <p:pic>
        <p:nvPicPr>
          <p:cNvPr id="29" name="Slika 4">
            <a:extLst>
              <a:ext uri="{FF2B5EF4-FFF2-40B4-BE49-F238E27FC236}">
                <a16:creationId xmlns:a16="http://schemas.microsoft.com/office/drawing/2014/main" id="{E6DFB3EB-3544-4EC3-A94E-5B07BA933E6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1704" y="130556"/>
            <a:ext cx="1168059" cy="487300"/>
          </a:xfrm>
          <a:prstGeom prst="rect">
            <a:avLst/>
          </a:prstGeom>
        </p:spPr>
      </p:pic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6205CD9C-FBAB-4107-9DB6-EF4CBDC92F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658395-0858-4046-BAB6-178FB2A7F14B}" type="slidenum">
              <a:rPr lang="sl-SI" smtClean="0"/>
              <a:t>21</a:t>
            </a:fld>
            <a:endParaRPr lang="sl-SI"/>
          </a:p>
        </p:txBody>
      </p:sp>
      <p:pic>
        <p:nvPicPr>
          <p:cNvPr id="22" name="Content Placeholder 21">
            <a:extLst>
              <a:ext uri="{FF2B5EF4-FFF2-40B4-BE49-F238E27FC236}">
                <a16:creationId xmlns:a16="http://schemas.microsoft.com/office/drawing/2014/main" id="{6B9EAAC1-1378-43B9-A00C-895749E308D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99534" y="721545"/>
            <a:ext cx="3785616" cy="1892808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33AC806F-76B1-43B6-8CA1-6EDE0AFBE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457201"/>
            <a:ext cx="4436745" cy="1967628"/>
          </a:xfrm>
        </p:spPr>
        <p:txBody>
          <a:bodyPr anchor="b">
            <a:noAutofit/>
          </a:bodyPr>
          <a:lstStyle/>
          <a:p>
            <a:r>
              <a:rPr lang="sl-SI" sz="4000" dirty="0"/>
              <a:t>Hevristično zaporedje </a:t>
            </a:r>
            <a:r>
              <a:rPr lang="sl-SI" sz="4000" dirty="0" err="1"/>
              <a:t>štopničastih</a:t>
            </a:r>
            <a:r>
              <a:rPr lang="sl-SI" sz="4000" dirty="0"/>
              <a:t> vzbujanj </a:t>
            </a:r>
          </a:p>
        </p:txBody>
      </p:sp>
    </p:spTree>
    <p:extLst>
      <p:ext uri="{BB962C8B-B14F-4D97-AF65-F5344CB8AC3E}">
        <p14:creationId xmlns:p14="http://schemas.microsoft.com/office/powerpoint/2010/main" val="86298904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7C98A213-5994-475E-B327-DC6EC27FBA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2EAF285-9A60-469C-BA60-D5A69C6810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670218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5400" dirty="0" err="1"/>
              <a:t>Ploskovni</a:t>
            </a:r>
            <a:r>
              <a:rPr lang="en-US" sz="5400" dirty="0"/>
              <a:t> </a:t>
            </a:r>
            <a:r>
              <a:rPr lang="en-US" sz="5400" dirty="0" err="1"/>
              <a:t>toplotni</a:t>
            </a:r>
            <a:r>
              <a:rPr lang="en-US" sz="5400" dirty="0"/>
              <a:t> </a:t>
            </a:r>
            <a:r>
              <a:rPr lang="en-US" sz="5400" dirty="0" err="1"/>
              <a:t>izmenjevalec</a:t>
            </a:r>
            <a:endParaRPr lang="en-US" sz="5400" dirty="0"/>
          </a:p>
        </p:txBody>
      </p:sp>
      <p:sp>
        <p:nvSpPr>
          <p:cNvPr id="18" name="sketch line">
            <a:extLst>
              <a:ext uri="{FF2B5EF4-FFF2-40B4-BE49-F238E27FC236}">
                <a16:creationId xmlns:a16="http://schemas.microsoft.com/office/drawing/2014/main" id="{4B030A0D-0DAD-4A99-89BB-419527D6A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89376" y="1800088"/>
            <a:ext cx="5410200" cy="18288"/>
          </a:xfrm>
          <a:custGeom>
            <a:avLst/>
            <a:gdLst>
              <a:gd name="connsiteX0" fmla="*/ 0 w 5410200"/>
              <a:gd name="connsiteY0" fmla="*/ 0 h 18288"/>
              <a:gd name="connsiteX1" fmla="*/ 568071 w 5410200"/>
              <a:gd name="connsiteY1" fmla="*/ 0 h 18288"/>
              <a:gd name="connsiteX2" fmla="*/ 1298448 w 5410200"/>
              <a:gd name="connsiteY2" fmla="*/ 0 h 18288"/>
              <a:gd name="connsiteX3" fmla="*/ 1920621 w 5410200"/>
              <a:gd name="connsiteY3" fmla="*/ 0 h 18288"/>
              <a:gd name="connsiteX4" fmla="*/ 2488692 w 5410200"/>
              <a:gd name="connsiteY4" fmla="*/ 0 h 18288"/>
              <a:gd name="connsiteX5" fmla="*/ 3219069 w 5410200"/>
              <a:gd name="connsiteY5" fmla="*/ 0 h 18288"/>
              <a:gd name="connsiteX6" fmla="*/ 3895344 w 5410200"/>
              <a:gd name="connsiteY6" fmla="*/ 0 h 18288"/>
              <a:gd name="connsiteX7" fmla="*/ 4571619 w 5410200"/>
              <a:gd name="connsiteY7" fmla="*/ 0 h 18288"/>
              <a:gd name="connsiteX8" fmla="*/ 5410200 w 5410200"/>
              <a:gd name="connsiteY8" fmla="*/ 0 h 18288"/>
              <a:gd name="connsiteX9" fmla="*/ 5410200 w 5410200"/>
              <a:gd name="connsiteY9" fmla="*/ 18288 h 18288"/>
              <a:gd name="connsiteX10" fmla="*/ 4842129 w 5410200"/>
              <a:gd name="connsiteY10" fmla="*/ 18288 h 18288"/>
              <a:gd name="connsiteX11" fmla="*/ 4328160 w 5410200"/>
              <a:gd name="connsiteY11" fmla="*/ 18288 h 18288"/>
              <a:gd name="connsiteX12" fmla="*/ 3597783 w 5410200"/>
              <a:gd name="connsiteY12" fmla="*/ 18288 h 18288"/>
              <a:gd name="connsiteX13" fmla="*/ 3029712 w 5410200"/>
              <a:gd name="connsiteY13" fmla="*/ 18288 h 18288"/>
              <a:gd name="connsiteX14" fmla="*/ 2299335 w 5410200"/>
              <a:gd name="connsiteY14" fmla="*/ 18288 h 18288"/>
              <a:gd name="connsiteX15" fmla="*/ 1514856 w 5410200"/>
              <a:gd name="connsiteY15" fmla="*/ 18288 h 18288"/>
              <a:gd name="connsiteX16" fmla="*/ 892683 w 5410200"/>
              <a:gd name="connsiteY16" fmla="*/ 18288 h 18288"/>
              <a:gd name="connsiteX17" fmla="*/ 0 w 5410200"/>
              <a:gd name="connsiteY17" fmla="*/ 18288 h 18288"/>
              <a:gd name="connsiteX18" fmla="*/ 0 w 5410200"/>
              <a:gd name="connsiteY18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Content Placeholder 6" descr="Graphical user interface&#10;&#10;Description automatically generated">
            <a:extLst>
              <a:ext uri="{FF2B5EF4-FFF2-40B4-BE49-F238E27FC236}">
                <a16:creationId xmlns:a16="http://schemas.microsoft.com/office/drawing/2014/main" id="{A9DFFE1D-79CC-48BE-85BF-92527321358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49237" y="3526956"/>
            <a:ext cx="3758184" cy="3025337"/>
          </a:xfrm>
          <a:prstGeom prst="rect">
            <a:avLst/>
          </a:prstGeom>
        </p:spPr>
      </p:pic>
      <p:pic>
        <p:nvPicPr>
          <p:cNvPr id="11" name="Picture 10" descr="Chart&#10;&#10;Description automatically generated">
            <a:extLst>
              <a:ext uri="{FF2B5EF4-FFF2-40B4-BE49-F238E27FC236}">
                <a16:creationId xmlns:a16="http://schemas.microsoft.com/office/drawing/2014/main" id="{75EB5119-B4C8-40B2-A5DA-311D2C0CBC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6397" y="3545747"/>
            <a:ext cx="3758184" cy="3006546"/>
          </a:xfrm>
          <a:prstGeom prst="rect">
            <a:avLst/>
          </a:prstGeom>
        </p:spPr>
      </p:pic>
      <p:pic>
        <p:nvPicPr>
          <p:cNvPr id="9" name="Picture 8" descr="Chart&#10;&#10;Description automatically generated">
            <a:extLst>
              <a:ext uri="{FF2B5EF4-FFF2-40B4-BE49-F238E27FC236}">
                <a16:creationId xmlns:a16="http://schemas.microsoft.com/office/drawing/2014/main" id="{DB77E753-C938-4351-A2F6-4A61CAD63FC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57674" y="3526956"/>
            <a:ext cx="3758184" cy="297836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52C146-EB87-4B8B-9909-1330629FE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2E658395-0858-4046-BAB6-178FB2A7F14B}" type="slidenum">
              <a:rPr lang="en-US" smtClean="0"/>
              <a:pPr>
                <a:spcAft>
                  <a:spcPts val="600"/>
                </a:spcAft>
              </a:pPr>
              <a:t>22</a:t>
            </a:fld>
            <a:endParaRPr lang="en-US"/>
          </a:p>
        </p:txBody>
      </p:sp>
      <p:pic>
        <p:nvPicPr>
          <p:cNvPr id="6" name="Slika 5">
            <a:extLst>
              <a:ext uri="{FF2B5EF4-FFF2-40B4-BE49-F238E27FC236}">
                <a16:creationId xmlns:a16="http://schemas.microsoft.com/office/drawing/2014/main" id="{46738694-986F-45B7-B7F7-D4F61B9DF59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1704" y="130556"/>
            <a:ext cx="1168059" cy="4873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2BFA8AF-E164-4459-8996-D7A261CCA18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28329" y="2096298"/>
            <a:ext cx="4981575" cy="3810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3EE21BD4-0FA1-494D-8FC8-A2AD494C002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16026" y="2611126"/>
            <a:ext cx="2876550" cy="4572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0757207-0570-4430-99CF-01CB4D72DD0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63622" y="2649226"/>
            <a:ext cx="1924050" cy="3810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F88D1F5E-A68D-4C93-B678-7A709EBA6E5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364691" y="1680924"/>
            <a:ext cx="3504045" cy="15927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72492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ova tema">
  <a:themeElements>
    <a:clrScheme name="Pisarn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isarna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isarn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ova tema">
  <a:themeElements>
    <a:clrScheme name="Pisarn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isarna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isarn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2019</TotalTime>
  <Words>9095</Words>
  <Application>Microsoft Office PowerPoint</Application>
  <PresentationFormat>Širokozaslonsko</PresentationFormat>
  <Paragraphs>414</Paragraphs>
  <Slides>22</Slides>
  <Notes>22</Notes>
  <HiddenSlides>0</HiddenSlides>
  <MMClips>0</MMClips>
  <ScaleCrop>false</ScaleCrop>
  <HeadingPairs>
    <vt:vector size="6" baseType="variant">
      <vt:variant>
        <vt:lpstr>Uporabljene pisave</vt:lpstr>
      </vt:variant>
      <vt:variant>
        <vt:i4>8</vt:i4>
      </vt:variant>
      <vt:variant>
        <vt:lpstr>Tema</vt:lpstr>
      </vt:variant>
      <vt:variant>
        <vt:i4>1</vt:i4>
      </vt:variant>
      <vt:variant>
        <vt:lpstr>Naslovi diapozitivov</vt:lpstr>
      </vt:variant>
      <vt:variant>
        <vt:i4>22</vt:i4>
      </vt:variant>
    </vt:vector>
  </HeadingPairs>
  <TitlesOfParts>
    <vt:vector size="31" baseType="lpstr">
      <vt:lpstr>Arial</vt:lpstr>
      <vt:lpstr>Calibri</vt:lpstr>
      <vt:lpstr>Calibri Light</vt:lpstr>
      <vt:lpstr>Cambria Math</vt:lpstr>
      <vt:lpstr>CMR12</vt:lpstr>
      <vt:lpstr>CMR17</vt:lpstr>
      <vt:lpstr>Times New Roman</vt:lpstr>
      <vt:lpstr>Verdana</vt:lpstr>
      <vt:lpstr>Officeova tema</vt:lpstr>
      <vt:lpstr>PowerPointova predstavitev</vt:lpstr>
      <vt:lpstr>Samorazvijajoči se (inteligentni) sistemi</vt:lpstr>
      <vt:lpstr>Samorazvijajoči se (inteligentni) sistemi</vt:lpstr>
      <vt:lpstr>Tok podatkov</vt:lpstr>
      <vt:lpstr>Samorazvijajoči se mehki sistemi</vt:lpstr>
      <vt:lpstr>Samorazvijajoči se nevro-mehki sistemi</vt:lpstr>
      <vt:lpstr>Transparentnost in interpretabilnost</vt:lpstr>
      <vt:lpstr>Rojenje in granulacija</vt:lpstr>
      <vt:lpstr>Metode rojenja</vt:lpstr>
      <vt:lpstr>Dodajanje rojev</vt:lpstr>
      <vt:lpstr>Združevanje, razcep in odstranjevanje rojev</vt:lpstr>
      <vt:lpstr>Pogoji za združevanje rojev</vt:lpstr>
      <vt:lpstr>Združevanje rojev</vt:lpstr>
      <vt:lpstr>Razcep rojev</vt:lpstr>
      <vt:lpstr>Razcep rojev</vt:lpstr>
      <vt:lpstr>Odstranjevanje rojev</vt:lpstr>
      <vt:lpstr>Optimizacija posledičnega dela modela</vt:lpstr>
      <vt:lpstr>Ansambli samorazvijajočih se modelov</vt:lpstr>
      <vt:lpstr>Odprta vprašanja na področju samorazvijajočih se sistemov</vt:lpstr>
      <vt:lpstr>Adaptiranje filtra z relativnim intervalom zaupanja</vt:lpstr>
      <vt:lpstr>Hevristično zaporedje štopničastih vzbujanj </vt:lpstr>
      <vt:lpstr>Ploskovni toplotni izmenjevalec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Samo razvijajoči se sistemi Seminarska naloga 1</dc:title>
  <dc:creator>Ožbot, Miha</dc:creator>
  <cp:lastModifiedBy>Ožbot, Miha</cp:lastModifiedBy>
  <cp:revision>24</cp:revision>
  <dcterms:created xsi:type="dcterms:W3CDTF">2022-03-16T16:17:31Z</dcterms:created>
  <dcterms:modified xsi:type="dcterms:W3CDTF">2022-04-14T09:30:19Z</dcterms:modified>
</cp:coreProperties>
</file>