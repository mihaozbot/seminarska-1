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71" r:id="rId4"/>
    <p:sldId id="269" r:id="rId5"/>
    <p:sldId id="270" r:id="rId6"/>
    <p:sldId id="272" r:id="rId7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97F8E-1693-473A-BAB3-926252088BC1}" v="30" dt="2022-04-11T19:16:14.096"/>
    <p1510:client id="{AE99531F-D73C-4103-9623-9BB2A0EB9D18}" v="16" dt="2022-04-11T13:22:19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12" autoAdjust="0"/>
  </p:normalViewPr>
  <p:slideViewPr>
    <p:cSldViewPr snapToGrid="0">
      <p:cViewPr>
        <p:scale>
          <a:sx n="125" d="100"/>
          <a:sy n="125" d="100"/>
        </p:scale>
        <p:origin x="30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žbot, Miha" userId="5fdfeab2-e3ac-40dc-9f9d-ac602c9b72a8" providerId="ADAL" clId="{F6470792-E840-4171-BDB0-E3FB66A095FD}"/>
    <pc:docChg chg="undo custSel addSld delSld modSld sldOrd">
      <pc:chgData name="Ožbot, Miha" userId="5fdfeab2-e3ac-40dc-9f9d-ac602c9b72a8" providerId="ADAL" clId="{F6470792-E840-4171-BDB0-E3FB66A095FD}" dt="2022-03-17T17:37:06.467" v="776" actId="20577"/>
      <pc:docMkLst>
        <pc:docMk/>
      </pc:docMkLst>
      <pc:sldChg chg="addSp delSp modSp mod">
        <pc:chgData name="Ožbot, Miha" userId="5fdfeab2-e3ac-40dc-9f9d-ac602c9b72a8" providerId="ADAL" clId="{F6470792-E840-4171-BDB0-E3FB66A095FD}" dt="2022-03-17T17:37:06.467" v="776" actId="20577"/>
        <pc:sldMkLst>
          <pc:docMk/>
          <pc:sldMk cId="1257919980" sldId="257"/>
        </pc:sldMkLst>
        <pc:spChg chg="mod">
          <ac:chgData name="Ožbot, Miha" userId="5fdfeab2-e3ac-40dc-9f9d-ac602c9b72a8" providerId="ADAL" clId="{F6470792-E840-4171-BDB0-E3FB66A095FD}" dt="2022-03-17T17:37:06.467" v="776" actId="20577"/>
          <ac:spMkLst>
            <pc:docMk/>
            <pc:sldMk cId="1257919980" sldId="257"/>
            <ac:spMk id="3" creationId="{DE560C8A-EAE8-42FF-9413-DD1909AD806D}"/>
          </ac:spMkLst>
        </pc:spChg>
        <pc:spChg chg="add mod">
          <ac:chgData name="Ožbot, Miha" userId="5fdfeab2-e3ac-40dc-9f9d-ac602c9b72a8" providerId="ADAL" clId="{F6470792-E840-4171-BDB0-E3FB66A095FD}" dt="2022-03-17T16:00:08.252" v="763" actId="20577"/>
          <ac:spMkLst>
            <pc:docMk/>
            <pc:sldMk cId="1257919980" sldId="257"/>
            <ac:spMk id="5" creationId="{40F0543A-7E03-472C-94CE-84E2914E6833}"/>
          </ac:spMkLst>
        </pc:spChg>
        <pc:spChg chg="add del">
          <ac:chgData name="Ožbot, Miha" userId="5fdfeab2-e3ac-40dc-9f9d-ac602c9b72a8" providerId="ADAL" clId="{F6470792-E840-4171-BDB0-E3FB66A095FD}" dt="2022-03-17T15:57:36.269" v="718"/>
          <ac:spMkLst>
            <pc:docMk/>
            <pc:sldMk cId="1257919980" sldId="257"/>
            <ac:spMk id="6" creationId="{143DA608-2DFC-4010-B149-41D982224F12}"/>
          </ac:spMkLst>
        </pc:spChg>
        <pc:spChg chg="add del">
          <ac:chgData name="Ožbot, Miha" userId="5fdfeab2-e3ac-40dc-9f9d-ac602c9b72a8" providerId="ADAL" clId="{F6470792-E840-4171-BDB0-E3FB66A095FD}" dt="2022-03-17T15:57:38.827" v="720"/>
          <ac:spMkLst>
            <pc:docMk/>
            <pc:sldMk cId="1257919980" sldId="257"/>
            <ac:spMk id="7" creationId="{DA4B6960-3729-44DA-B780-4BBF226ACB23}"/>
          </ac:spMkLst>
        </pc:spChg>
        <pc:spChg chg="add del">
          <ac:chgData name="Ožbot, Miha" userId="5fdfeab2-e3ac-40dc-9f9d-ac602c9b72a8" providerId="ADAL" clId="{F6470792-E840-4171-BDB0-E3FB66A095FD}" dt="2022-03-17T15:57:45.163" v="722"/>
          <ac:spMkLst>
            <pc:docMk/>
            <pc:sldMk cId="1257919980" sldId="257"/>
            <ac:spMk id="8" creationId="{568EF58E-FC9D-47B5-B57F-2AF349286E7B}"/>
          </ac:spMkLst>
        </pc:spChg>
        <pc:spChg chg="add del mod">
          <ac:chgData name="Ožbot, Miha" userId="5fdfeab2-e3ac-40dc-9f9d-ac602c9b72a8" providerId="ADAL" clId="{F6470792-E840-4171-BDB0-E3FB66A095FD}" dt="2022-03-17T15:58:12.989" v="729"/>
          <ac:spMkLst>
            <pc:docMk/>
            <pc:sldMk cId="1257919980" sldId="257"/>
            <ac:spMk id="9" creationId="{484E5D5F-B7FD-4B85-B785-FDF657C4540B}"/>
          </ac:spMkLst>
        </pc:spChg>
        <pc:spChg chg="add del mod">
          <ac:chgData name="Ožbot, Miha" userId="5fdfeab2-e3ac-40dc-9f9d-ac602c9b72a8" providerId="ADAL" clId="{F6470792-E840-4171-BDB0-E3FB66A095FD}" dt="2022-03-17T16:00:00.811" v="757" actId="478"/>
          <ac:spMkLst>
            <pc:docMk/>
            <pc:sldMk cId="1257919980" sldId="257"/>
            <ac:spMk id="10" creationId="{CAA17437-DF1E-4EB2-BD2C-A400BCD55ABB}"/>
          </ac:spMkLst>
        </pc:spChg>
        <pc:spChg chg="add del mod">
          <ac:chgData name="Ožbot, Miha" userId="5fdfeab2-e3ac-40dc-9f9d-ac602c9b72a8" providerId="ADAL" clId="{F6470792-E840-4171-BDB0-E3FB66A095FD}" dt="2022-03-17T15:58:21.547" v="732" actId="478"/>
          <ac:spMkLst>
            <pc:docMk/>
            <pc:sldMk cId="1257919980" sldId="257"/>
            <ac:spMk id="11" creationId="{79294D98-302F-4EB5-B67A-68FC392A5177}"/>
          </ac:spMkLst>
        </pc:spChg>
      </pc:sldChg>
      <pc:sldChg chg="modSp mod">
        <pc:chgData name="Ožbot, Miha" userId="5fdfeab2-e3ac-40dc-9f9d-ac602c9b72a8" providerId="ADAL" clId="{F6470792-E840-4171-BDB0-E3FB66A095FD}" dt="2022-03-16T17:01:03.686" v="93" actId="20577"/>
        <pc:sldMkLst>
          <pc:docMk/>
          <pc:sldMk cId="2052123652" sldId="258"/>
        </pc:sldMkLst>
        <pc:spChg chg="mod">
          <ac:chgData name="Ožbot, Miha" userId="5fdfeab2-e3ac-40dc-9f9d-ac602c9b72a8" providerId="ADAL" clId="{F6470792-E840-4171-BDB0-E3FB66A095FD}" dt="2022-03-16T17:01:03.686" v="93" actId="20577"/>
          <ac:spMkLst>
            <pc:docMk/>
            <pc:sldMk cId="2052123652" sldId="258"/>
            <ac:spMk id="2" creationId="{6072737F-1F7B-46A5-9D59-B5CFA5E2F463}"/>
          </ac:spMkLst>
        </pc:spChg>
      </pc:sldChg>
      <pc:sldChg chg="modSp del mod ord">
        <pc:chgData name="Ožbot, Miha" userId="5fdfeab2-e3ac-40dc-9f9d-ac602c9b72a8" providerId="ADAL" clId="{F6470792-E840-4171-BDB0-E3FB66A095FD}" dt="2022-03-17T15:47:32.608" v="525" actId="47"/>
        <pc:sldMkLst>
          <pc:docMk/>
          <pc:sldMk cId="2202418353" sldId="259"/>
        </pc:sldMkLst>
        <pc:spChg chg="mod">
          <ac:chgData name="Ožbot, Miha" userId="5fdfeab2-e3ac-40dc-9f9d-ac602c9b72a8" providerId="ADAL" clId="{F6470792-E840-4171-BDB0-E3FB66A095FD}" dt="2022-03-17T15:47:30.259" v="523" actId="21"/>
          <ac:spMkLst>
            <pc:docMk/>
            <pc:sldMk cId="2202418353" sldId="259"/>
            <ac:spMk id="2" creationId="{DDCC584B-74F3-4267-8238-1948AA16BDD1}"/>
          </ac:spMkLst>
        </pc:spChg>
      </pc:sldChg>
      <pc:sldChg chg="modSp mod">
        <pc:chgData name="Ožbot, Miha" userId="5fdfeab2-e3ac-40dc-9f9d-ac602c9b72a8" providerId="ADAL" clId="{F6470792-E840-4171-BDB0-E3FB66A095FD}" dt="2022-03-17T15:41:04.365" v="248" actId="20577"/>
        <pc:sldMkLst>
          <pc:docMk/>
          <pc:sldMk cId="2128968485" sldId="260"/>
        </pc:sldMkLst>
        <pc:spChg chg="mod">
          <ac:chgData name="Ožbot, Miha" userId="5fdfeab2-e3ac-40dc-9f9d-ac602c9b72a8" providerId="ADAL" clId="{F6470792-E840-4171-BDB0-E3FB66A095FD}" dt="2022-03-17T15:41:04.365" v="248" actId="20577"/>
          <ac:spMkLst>
            <pc:docMk/>
            <pc:sldMk cId="2128968485" sldId="260"/>
            <ac:spMk id="2" creationId="{0A2F52AC-0CEE-4781-9CF7-D06DD8E0C87E}"/>
          </ac:spMkLst>
        </pc:spChg>
      </pc:sldChg>
      <pc:sldChg chg="modSp new mod ord">
        <pc:chgData name="Ožbot, Miha" userId="5fdfeab2-e3ac-40dc-9f9d-ac602c9b72a8" providerId="ADAL" clId="{F6470792-E840-4171-BDB0-E3FB66A095FD}" dt="2022-03-17T15:41:13.932" v="260" actId="20577"/>
        <pc:sldMkLst>
          <pc:docMk/>
          <pc:sldMk cId="1218702890" sldId="261"/>
        </pc:sldMkLst>
        <pc:spChg chg="mod">
          <ac:chgData name="Ožbot, Miha" userId="5fdfeab2-e3ac-40dc-9f9d-ac602c9b72a8" providerId="ADAL" clId="{F6470792-E840-4171-BDB0-E3FB66A095FD}" dt="2022-03-16T17:00:43.223" v="67" actId="20577"/>
          <ac:spMkLst>
            <pc:docMk/>
            <pc:sldMk cId="1218702890" sldId="261"/>
            <ac:spMk id="2" creationId="{E85D5F98-98C0-4A92-9995-B7DF27BACBAA}"/>
          </ac:spMkLst>
        </pc:spChg>
        <pc:spChg chg="mod">
          <ac:chgData name="Ožbot, Miha" userId="5fdfeab2-e3ac-40dc-9f9d-ac602c9b72a8" providerId="ADAL" clId="{F6470792-E840-4171-BDB0-E3FB66A095FD}" dt="2022-03-17T15:41:13.932" v="260" actId="20577"/>
          <ac:spMkLst>
            <pc:docMk/>
            <pc:sldMk cId="1218702890" sldId="261"/>
            <ac:spMk id="3" creationId="{F2E71883-7441-42CB-B8C6-2644AA2C62CA}"/>
          </ac:spMkLst>
        </pc:spChg>
      </pc:sldChg>
      <pc:sldChg chg="addSp delSp modSp new mod ord">
        <pc:chgData name="Ožbot, Miha" userId="5fdfeab2-e3ac-40dc-9f9d-ac602c9b72a8" providerId="ADAL" clId="{F6470792-E840-4171-BDB0-E3FB66A095FD}" dt="2022-03-16T17:00:49.730" v="69"/>
        <pc:sldMkLst>
          <pc:docMk/>
          <pc:sldMk cId="2306990913" sldId="262"/>
        </pc:sldMkLst>
        <pc:spChg chg="mod">
          <ac:chgData name="Ožbot, Miha" userId="5fdfeab2-e3ac-40dc-9f9d-ac602c9b72a8" providerId="ADAL" clId="{F6470792-E840-4171-BDB0-E3FB66A095FD}" dt="2022-03-16T17:00:40.776" v="65" actId="20577"/>
          <ac:spMkLst>
            <pc:docMk/>
            <pc:sldMk cId="2306990913" sldId="262"/>
            <ac:spMk id="2" creationId="{9551B4C0-42E8-42B6-BBFA-1C451410A532}"/>
          </ac:spMkLst>
        </pc:spChg>
        <pc:spChg chg="add del">
          <ac:chgData name="Ožbot, Miha" userId="5fdfeab2-e3ac-40dc-9f9d-ac602c9b72a8" providerId="ADAL" clId="{F6470792-E840-4171-BDB0-E3FB66A095FD}" dt="2022-03-16T17:00:13.814" v="27" actId="478"/>
          <ac:spMkLst>
            <pc:docMk/>
            <pc:sldMk cId="2306990913" sldId="262"/>
            <ac:spMk id="5" creationId="{1EAC76D8-0471-4765-AA83-CBD8429C9A39}"/>
          </ac:spMkLst>
        </pc:spChg>
      </pc:sldChg>
      <pc:sldChg chg="modSp new mod ord">
        <pc:chgData name="Ožbot, Miha" userId="5fdfeab2-e3ac-40dc-9f9d-ac602c9b72a8" providerId="ADAL" clId="{F6470792-E840-4171-BDB0-E3FB66A095FD}" dt="2022-03-16T17:00:49.730" v="69"/>
        <pc:sldMkLst>
          <pc:docMk/>
          <pc:sldMk cId="3658886467" sldId="263"/>
        </pc:sldMkLst>
        <pc:spChg chg="mod">
          <ac:chgData name="Ožbot, Miha" userId="5fdfeab2-e3ac-40dc-9f9d-ac602c9b72a8" providerId="ADAL" clId="{F6470792-E840-4171-BDB0-E3FB66A095FD}" dt="2022-03-16T17:00:36.774" v="63" actId="20577"/>
          <ac:spMkLst>
            <pc:docMk/>
            <pc:sldMk cId="3658886467" sldId="263"/>
            <ac:spMk id="2" creationId="{095CBE67-7736-4DB5-BF4C-A1A7F390F7EA}"/>
          </ac:spMkLst>
        </pc:spChg>
      </pc:sldChg>
      <pc:sldChg chg="addSp modSp new mod">
        <pc:chgData name="Ožbot, Miha" userId="5fdfeab2-e3ac-40dc-9f9d-ac602c9b72a8" providerId="ADAL" clId="{F6470792-E840-4171-BDB0-E3FB66A095FD}" dt="2022-03-17T15:40:45.788" v="235" actId="20577"/>
        <pc:sldMkLst>
          <pc:docMk/>
          <pc:sldMk cId="2194279594" sldId="264"/>
        </pc:sldMkLst>
        <pc:spChg chg="mod">
          <ac:chgData name="Ožbot, Miha" userId="5fdfeab2-e3ac-40dc-9f9d-ac602c9b72a8" providerId="ADAL" clId="{F6470792-E840-4171-BDB0-E3FB66A095FD}" dt="2022-03-17T15:38:46.909" v="118" actId="20577"/>
          <ac:spMkLst>
            <pc:docMk/>
            <pc:sldMk cId="2194279594" sldId="264"/>
            <ac:spMk id="2" creationId="{CD495C8B-1B98-40AE-95C3-AC7DF13E80E8}"/>
          </ac:spMkLst>
        </pc:spChg>
        <pc:spChg chg="mod">
          <ac:chgData name="Ožbot, Miha" userId="5fdfeab2-e3ac-40dc-9f9d-ac602c9b72a8" providerId="ADAL" clId="{F6470792-E840-4171-BDB0-E3FB66A095FD}" dt="2022-03-17T15:40:45.788" v="235" actId="20577"/>
          <ac:spMkLst>
            <pc:docMk/>
            <pc:sldMk cId="2194279594" sldId="264"/>
            <ac:spMk id="3" creationId="{B544D78F-F0DB-4671-902A-29C361618528}"/>
          </ac:spMkLst>
        </pc:spChg>
        <pc:spChg chg="add mod">
          <ac:chgData name="Ožbot, Miha" userId="5fdfeab2-e3ac-40dc-9f9d-ac602c9b72a8" providerId="ADAL" clId="{F6470792-E840-4171-BDB0-E3FB66A095FD}" dt="2022-03-17T15:38:57.508" v="123" actId="1076"/>
          <ac:spMkLst>
            <pc:docMk/>
            <pc:sldMk cId="2194279594" sldId="264"/>
            <ac:spMk id="5" creationId="{D2E5BB66-FD80-4A9C-A021-D2B3419849B2}"/>
          </ac:spMkLst>
        </pc:spChg>
      </pc:sldChg>
      <pc:sldChg chg="addSp modSp new mod ord">
        <pc:chgData name="Ožbot, Miha" userId="5fdfeab2-e3ac-40dc-9f9d-ac602c9b72a8" providerId="ADAL" clId="{F6470792-E840-4171-BDB0-E3FB66A095FD}" dt="2022-03-17T15:47:56.620" v="533" actId="20577"/>
        <pc:sldMkLst>
          <pc:docMk/>
          <pc:sldMk cId="654290338" sldId="265"/>
        </pc:sldMkLst>
        <pc:spChg chg="mod">
          <ac:chgData name="Ožbot, Miha" userId="5fdfeab2-e3ac-40dc-9f9d-ac602c9b72a8" providerId="ADAL" clId="{F6470792-E840-4171-BDB0-E3FB66A095FD}" dt="2022-03-17T15:47:50.171" v="532" actId="20577"/>
          <ac:spMkLst>
            <pc:docMk/>
            <pc:sldMk cId="654290338" sldId="265"/>
            <ac:spMk id="2" creationId="{D21B2665-87B1-4363-AB30-E43F01FCEFAE}"/>
          </ac:spMkLst>
        </pc:spChg>
        <pc:spChg chg="mod">
          <ac:chgData name="Ožbot, Miha" userId="5fdfeab2-e3ac-40dc-9f9d-ac602c9b72a8" providerId="ADAL" clId="{F6470792-E840-4171-BDB0-E3FB66A095FD}" dt="2022-03-17T15:47:56.620" v="533" actId="20577"/>
          <ac:spMkLst>
            <pc:docMk/>
            <pc:sldMk cId="654290338" sldId="265"/>
            <ac:spMk id="3" creationId="{5F8CBE8A-96B8-445E-A08D-9128844A82BA}"/>
          </ac:spMkLst>
        </pc:spChg>
        <pc:spChg chg="add mod">
          <ac:chgData name="Ožbot, Miha" userId="5fdfeab2-e3ac-40dc-9f9d-ac602c9b72a8" providerId="ADAL" clId="{F6470792-E840-4171-BDB0-E3FB66A095FD}" dt="2022-03-17T15:47:12.851" v="514" actId="1076"/>
          <ac:spMkLst>
            <pc:docMk/>
            <pc:sldMk cId="654290338" sldId="265"/>
            <ac:spMk id="5" creationId="{1E880E51-D58B-41B7-B91F-C533C68FDB31}"/>
          </ac:spMkLst>
        </pc:spChg>
      </pc:sldChg>
      <pc:sldChg chg="modSp new mod">
        <pc:chgData name="Ožbot, Miha" userId="5fdfeab2-e3ac-40dc-9f9d-ac602c9b72a8" providerId="ADAL" clId="{F6470792-E840-4171-BDB0-E3FB66A095FD}" dt="2022-03-17T15:57:48.941" v="724" actId="20577"/>
        <pc:sldMkLst>
          <pc:docMk/>
          <pc:sldMk cId="1342890208" sldId="266"/>
        </pc:sldMkLst>
        <pc:spChg chg="mod">
          <ac:chgData name="Ožbot, Miha" userId="5fdfeab2-e3ac-40dc-9f9d-ac602c9b72a8" providerId="ADAL" clId="{F6470792-E840-4171-BDB0-E3FB66A095FD}" dt="2022-03-17T15:57:04.475" v="668" actId="20577"/>
          <ac:spMkLst>
            <pc:docMk/>
            <pc:sldMk cId="1342890208" sldId="266"/>
            <ac:spMk id="2" creationId="{28606DD8-BD75-4B56-BC13-8881EB56DAB4}"/>
          </ac:spMkLst>
        </pc:spChg>
        <pc:spChg chg="mod">
          <ac:chgData name="Ožbot, Miha" userId="5fdfeab2-e3ac-40dc-9f9d-ac602c9b72a8" providerId="ADAL" clId="{F6470792-E840-4171-BDB0-E3FB66A095FD}" dt="2022-03-17T15:57:48.941" v="724" actId="20577"/>
          <ac:spMkLst>
            <pc:docMk/>
            <pc:sldMk cId="1342890208" sldId="266"/>
            <ac:spMk id="3" creationId="{26058A1E-0FB3-4BEF-8F73-CFBC894EF77E}"/>
          </ac:spMkLst>
        </pc:spChg>
      </pc:sldChg>
    </pc:docChg>
  </pc:docChgLst>
  <pc:docChgLst>
    <pc:chgData name="OŽBOT, MIHA" userId="36448ee4-d56c-450a-8c5f-e012d647b106" providerId="ADAL" clId="{73297F8E-1693-473A-BAB3-926252088BC1}"/>
    <pc:docChg chg="undo custSel addSld modSld">
      <pc:chgData name="OŽBOT, MIHA" userId="36448ee4-d56c-450a-8c5f-e012d647b106" providerId="ADAL" clId="{73297F8E-1693-473A-BAB3-926252088BC1}" dt="2022-04-11T19:18:41.189" v="1553" actId="20577"/>
      <pc:docMkLst>
        <pc:docMk/>
      </pc:docMkLst>
      <pc:sldChg chg="modSp mod">
        <pc:chgData name="OŽBOT, MIHA" userId="36448ee4-d56c-450a-8c5f-e012d647b106" providerId="ADAL" clId="{73297F8E-1693-473A-BAB3-926252088BC1}" dt="2022-04-11T19:14:05.874" v="1444" actId="20577"/>
        <pc:sldMkLst>
          <pc:docMk/>
          <pc:sldMk cId="3904398675" sldId="268"/>
        </pc:sldMkLst>
        <pc:spChg chg="mod">
          <ac:chgData name="OŽBOT, MIHA" userId="36448ee4-d56c-450a-8c5f-e012d647b106" providerId="ADAL" clId="{73297F8E-1693-473A-BAB3-926252088BC1}" dt="2022-04-11T19:14:05.874" v="1444" actId="20577"/>
          <ac:spMkLst>
            <pc:docMk/>
            <pc:sldMk cId="3904398675" sldId="268"/>
            <ac:spMk id="3" creationId="{E0BEF5DF-8F40-4BAD-97E9-BA7D1BA9D39E}"/>
          </ac:spMkLst>
        </pc:spChg>
      </pc:sldChg>
      <pc:sldChg chg="modSp mod">
        <pc:chgData name="OŽBOT, MIHA" userId="36448ee4-d56c-450a-8c5f-e012d647b106" providerId="ADAL" clId="{73297F8E-1693-473A-BAB3-926252088BC1}" dt="2022-04-11T19:15:55.193" v="1489" actId="114"/>
        <pc:sldMkLst>
          <pc:docMk/>
          <pc:sldMk cId="2374509314" sldId="269"/>
        </pc:sldMkLst>
        <pc:spChg chg="mod">
          <ac:chgData name="OŽBOT, MIHA" userId="36448ee4-d56c-450a-8c5f-e012d647b106" providerId="ADAL" clId="{73297F8E-1693-473A-BAB3-926252088BC1}" dt="2022-04-11T19:15:55.193" v="1489" actId="114"/>
          <ac:spMkLst>
            <pc:docMk/>
            <pc:sldMk cId="2374509314" sldId="269"/>
            <ac:spMk id="3" creationId="{E5C10B8F-0F49-47BB-9E2B-012BBFAC83C1}"/>
          </ac:spMkLst>
        </pc:spChg>
      </pc:sldChg>
      <pc:sldChg chg="modSp mod">
        <pc:chgData name="OŽBOT, MIHA" userId="36448ee4-d56c-450a-8c5f-e012d647b106" providerId="ADAL" clId="{73297F8E-1693-473A-BAB3-926252088BC1}" dt="2022-04-11T19:13:37.948" v="1438" actId="20577"/>
        <pc:sldMkLst>
          <pc:docMk/>
          <pc:sldMk cId="386065714" sldId="270"/>
        </pc:sldMkLst>
        <pc:spChg chg="mod">
          <ac:chgData name="OŽBOT, MIHA" userId="36448ee4-d56c-450a-8c5f-e012d647b106" providerId="ADAL" clId="{73297F8E-1693-473A-BAB3-926252088BC1}" dt="2022-04-11T19:13:37.948" v="1438" actId="20577"/>
          <ac:spMkLst>
            <pc:docMk/>
            <pc:sldMk cId="386065714" sldId="270"/>
            <ac:spMk id="3" creationId="{7389EECA-5815-48D2-921D-56090B8A3BCC}"/>
          </ac:spMkLst>
        </pc:spChg>
      </pc:sldChg>
      <pc:sldChg chg="addSp delSp modSp new mod">
        <pc:chgData name="OŽBOT, MIHA" userId="36448ee4-d56c-450a-8c5f-e012d647b106" providerId="ADAL" clId="{73297F8E-1693-473A-BAB3-926252088BC1}" dt="2022-04-11T19:18:41.189" v="1553" actId="20577"/>
        <pc:sldMkLst>
          <pc:docMk/>
          <pc:sldMk cId="4184736895" sldId="271"/>
        </pc:sldMkLst>
        <pc:spChg chg="mod">
          <ac:chgData name="OŽBOT, MIHA" userId="36448ee4-d56c-450a-8c5f-e012d647b106" providerId="ADAL" clId="{73297F8E-1693-473A-BAB3-926252088BC1}" dt="2022-04-11T19:18:41.189" v="1553" actId="20577"/>
          <ac:spMkLst>
            <pc:docMk/>
            <pc:sldMk cId="4184736895" sldId="271"/>
            <ac:spMk id="2" creationId="{1A949B5B-13E9-4F18-A7CD-424C992242B3}"/>
          </ac:spMkLst>
        </pc:spChg>
        <pc:spChg chg="add del mod">
          <ac:chgData name="OŽBOT, MIHA" userId="36448ee4-d56c-450a-8c5f-e012d647b106" providerId="ADAL" clId="{73297F8E-1693-473A-BAB3-926252088BC1}" dt="2022-04-11T19:17:14.282" v="1501" actId="20577"/>
          <ac:spMkLst>
            <pc:docMk/>
            <pc:sldMk cId="4184736895" sldId="271"/>
            <ac:spMk id="3" creationId="{5C52BD9D-B5F3-48BF-8D2A-ED3911753E0F}"/>
          </ac:spMkLst>
        </pc:spChg>
        <pc:spChg chg="add del mod">
          <ac:chgData name="OŽBOT, MIHA" userId="36448ee4-d56c-450a-8c5f-e012d647b106" providerId="ADAL" clId="{73297F8E-1693-473A-BAB3-926252088BC1}" dt="2022-04-11T18:47:34.232" v="608" actId="478"/>
          <ac:spMkLst>
            <pc:docMk/>
            <pc:sldMk cId="4184736895" sldId="271"/>
            <ac:spMk id="4" creationId="{A8ED60A9-426F-4B56-BF8D-5DA8EAD1AD6F}"/>
          </ac:spMkLst>
        </pc:spChg>
        <pc:spChg chg="add del mod">
          <ac:chgData name="OŽBOT, MIHA" userId="36448ee4-d56c-450a-8c5f-e012d647b106" providerId="ADAL" clId="{73297F8E-1693-473A-BAB3-926252088BC1}" dt="2022-04-11T18:47:37.438" v="611" actId="478"/>
          <ac:spMkLst>
            <pc:docMk/>
            <pc:sldMk cId="4184736895" sldId="271"/>
            <ac:spMk id="5" creationId="{057379C5-B4CE-4C42-A016-CF855794CFF9}"/>
          </ac:spMkLst>
        </pc:spChg>
        <pc:spChg chg="add del mod">
          <ac:chgData name="OŽBOT, MIHA" userId="36448ee4-d56c-450a-8c5f-e012d647b106" providerId="ADAL" clId="{73297F8E-1693-473A-BAB3-926252088BC1}" dt="2022-04-11T18:47:32.759" v="607"/>
          <ac:spMkLst>
            <pc:docMk/>
            <pc:sldMk cId="4184736895" sldId="271"/>
            <ac:spMk id="6" creationId="{DC580615-05FA-480C-A0DE-9771B26943D4}"/>
          </ac:spMkLst>
        </pc:spChg>
        <pc:spChg chg="add del mod">
          <ac:chgData name="OŽBOT, MIHA" userId="36448ee4-d56c-450a-8c5f-e012d647b106" providerId="ADAL" clId="{73297F8E-1693-473A-BAB3-926252088BC1}" dt="2022-04-11T18:47:32.458" v="606" actId="478"/>
          <ac:spMkLst>
            <pc:docMk/>
            <pc:sldMk cId="4184736895" sldId="271"/>
            <ac:spMk id="7" creationId="{A60EE30F-6323-4D33-80C1-11682E4D10F6}"/>
          </ac:spMkLst>
        </pc:spChg>
        <pc:spChg chg="add del">
          <ac:chgData name="OŽBOT, MIHA" userId="36448ee4-d56c-450a-8c5f-e012d647b106" providerId="ADAL" clId="{73297F8E-1693-473A-BAB3-926252088BC1}" dt="2022-04-11T18:47:46.256" v="617" actId="478"/>
          <ac:spMkLst>
            <pc:docMk/>
            <pc:sldMk cId="4184736895" sldId="271"/>
            <ac:spMk id="8" creationId="{9D4B27BB-DBFC-46ED-AAFF-A3D7712DCB03}"/>
          </ac:spMkLst>
        </pc:spChg>
        <pc:spChg chg="add del mod">
          <ac:chgData name="OŽBOT, MIHA" userId="36448ee4-d56c-450a-8c5f-e012d647b106" providerId="ADAL" clId="{73297F8E-1693-473A-BAB3-926252088BC1}" dt="2022-04-11T18:47:41.578" v="614" actId="478"/>
          <ac:spMkLst>
            <pc:docMk/>
            <pc:sldMk cId="4184736895" sldId="271"/>
            <ac:spMk id="9" creationId="{7D7084A0-9BBF-4C1A-BD98-C329868D58D2}"/>
          </ac:spMkLst>
        </pc:spChg>
        <pc:spChg chg="add del mod">
          <ac:chgData name="OŽBOT, MIHA" userId="36448ee4-d56c-450a-8c5f-e012d647b106" providerId="ADAL" clId="{73297F8E-1693-473A-BAB3-926252088BC1}" dt="2022-04-11T18:47:44.083" v="616" actId="478"/>
          <ac:spMkLst>
            <pc:docMk/>
            <pc:sldMk cId="4184736895" sldId="271"/>
            <ac:spMk id="10" creationId="{91C635DA-1380-45E1-946E-500D367085F3}"/>
          </ac:spMkLst>
        </pc:spChg>
        <pc:spChg chg="add del">
          <ac:chgData name="OŽBOT, MIHA" userId="36448ee4-d56c-450a-8c5f-e012d647b106" providerId="ADAL" clId="{73297F8E-1693-473A-BAB3-926252088BC1}" dt="2022-04-11T18:48:09.733" v="638" actId="478"/>
          <ac:spMkLst>
            <pc:docMk/>
            <pc:sldMk cId="4184736895" sldId="271"/>
            <ac:spMk id="11" creationId="{8B66256B-990A-43AF-BC43-8FC9FC850EA6}"/>
          </ac:spMkLst>
        </pc:spChg>
        <pc:spChg chg="add del mod">
          <ac:chgData name="OŽBOT, MIHA" userId="36448ee4-d56c-450a-8c5f-e012d647b106" providerId="ADAL" clId="{73297F8E-1693-473A-BAB3-926252088BC1}" dt="2022-04-11T18:48:07.459" v="637" actId="478"/>
          <ac:spMkLst>
            <pc:docMk/>
            <pc:sldMk cId="4184736895" sldId="271"/>
            <ac:spMk id="12" creationId="{1E8168BD-035A-4A4C-99DE-286C8AA33F14}"/>
          </ac:spMkLst>
        </pc:spChg>
        <pc:spChg chg="add del">
          <ac:chgData name="OŽBOT, MIHA" userId="36448ee4-d56c-450a-8c5f-e012d647b106" providerId="ADAL" clId="{73297F8E-1693-473A-BAB3-926252088BC1}" dt="2022-04-11T18:51:13.409" v="795" actId="478"/>
          <ac:spMkLst>
            <pc:docMk/>
            <pc:sldMk cId="4184736895" sldId="271"/>
            <ac:spMk id="13" creationId="{3ACC13FC-8824-4F86-8155-094A288908A3}"/>
          </ac:spMkLst>
        </pc:spChg>
        <pc:picChg chg="add mod">
          <ac:chgData name="OŽBOT, MIHA" userId="36448ee4-d56c-450a-8c5f-e012d647b106" providerId="ADAL" clId="{73297F8E-1693-473A-BAB3-926252088BC1}" dt="2022-04-11T19:16:14.096" v="1490"/>
          <ac:picMkLst>
            <pc:docMk/>
            <pc:sldMk cId="4184736895" sldId="271"/>
            <ac:picMk id="14" creationId="{3758C98A-4AE5-4C63-A403-C11C9C8A56CB}"/>
          </ac:picMkLst>
        </pc:picChg>
      </pc:sldChg>
      <pc:sldChg chg="modSp new mod">
        <pc:chgData name="OŽBOT, MIHA" userId="36448ee4-d56c-450a-8c5f-e012d647b106" providerId="ADAL" clId="{73297F8E-1693-473A-BAB3-926252088BC1}" dt="2022-04-11T19:18:06.476" v="1528" actId="20577"/>
        <pc:sldMkLst>
          <pc:docMk/>
          <pc:sldMk cId="4208559629" sldId="272"/>
        </pc:sldMkLst>
        <pc:spChg chg="mod">
          <ac:chgData name="OŽBOT, MIHA" userId="36448ee4-d56c-450a-8c5f-e012d647b106" providerId="ADAL" clId="{73297F8E-1693-473A-BAB3-926252088BC1}" dt="2022-04-11T19:18:06.476" v="1528" actId="20577"/>
          <ac:spMkLst>
            <pc:docMk/>
            <pc:sldMk cId="4208559629" sldId="272"/>
            <ac:spMk id="2" creationId="{765925DB-5F5D-4769-B365-53CAD80D0FDB}"/>
          </ac:spMkLst>
        </pc:spChg>
      </pc:sldChg>
    </pc:docChg>
  </pc:docChgLst>
  <pc:docChgLst>
    <pc:chgData name="Ožbot, Miha" userId="5fdfeab2-e3ac-40dc-9f9d-ac602c9b72a8" providerId="ADAL" clId="{AE99531F-D73C-4103-9623-9BB2A0EB9D18}"/>
    <pc:docChg chg="undo custSel addSld delSld modSld">
      <pc:chgData name="Ožbot, Miha" userId="5fdfeab2-e3ac-40dc-9f9d-ac602c9b72a8" providerId="ADAL" clId="{AE99531F-D73C-4103-9623-9BB2A0EB9D18}" dt="2022-04-11T15:02:44.935" v="3739" actId="27636"/>
      <pc:docMkLst>
        <pc:docMk/>
      </pc:docMkLst>
      <pc:sldChg chg="del">
        <pc:chgData name="Ožbot, Miha" userId="5fdfeab2-e3ac-40dc-9f9d-ac602c9b72a8" providerId="ADAL" clId="{AE99531F-D73C-4103-9623-9BB2A0EB9D18}" dt="2022-04-11T12:18:47.391" v="126" actId="47"/>
        <pc:sldMkLst>
          <pc:docMk/>
          <pc:sldMk cId="3043493099" sldId="256"/>
        </pc:sldMkLst>
      </pc:sldChg>
      <pc:sldChg chg="del">
        <pc:chgData name="Ožbot, Miha" userId="5fdfeab2-e3ac-40dc-9f9d-ac602c9b72a8" providerId="ADAL" clId="{AE99531F-D73C-4103-9623-9BB2A0EB9D18}" dt="2022-04-11T12:18:10.034" v="96" actId="47"/>
        <pc:sldMkLst>
          <pc:docMk/>
          <pc:sldMk cId="1257919980" sldId="257"/>
        </pc:sldMkLst>
      </pc:sldChg>
      <pc:sldChg chg="del">
        <pc:chgData name="Ožbot, Miha" userId="5fdfeab2-e3ac-40dc-9f9d-ac602c9b72a8" providerId="ADAL" clId="{AE99531F-D73C-4103-9623-9BB2A0EB9D18}" dt="2022-04-11T12:18:43.201" v="124" actId="47"/>
        <pc:sldMkLst>
          <pc:docMk/>
          <pc:sldMk cId="2052123652" sldId="258"/>
        </pc:sldMkLst>
      </pc:sldChg>
      <pc:sldChg chg="del">
        <pc:chgData name="Ožbot, Miha" userId="5fdfeab2-e3ac-40dc-9f9d-ac602c9b72a8" providerId="ADAL" clId="{AE99531F-D73C-4103-9623-9BB2A0EB9D18}" dt="2022-04-11T12:18:41.681" v="119" actId="47"/>
        <pc:sldMkLst>
          <pc:docMk/>
          <pc:sldMk cId="2128968485" sldId="260"/>
        </pc:sldMkLst>
      </pc:sldChg>
      <pc:sldChg chg="del">
        <pc:chgData name="Ožbot, Miha" userId="5fdfeab2-e3ac-40dc-9f9d-ac602c9b72a8" providerId="ADAL" clId="{AE99531F-D73C-4103-9623-9BB2A0EB9D18}" dt="2022-04-11T12:18:42.881" v="123" actId="47"/>
        <pc:sldMkLst>
          <pc:docMk/>
          <pc:sldMk cId="1218702890" sldId="261"/>
        </pc:sldMkLst>
      </pc:sldChg>
      <pc:sldChg chg="del">
        <pc:chgData name="Ožbot, Miha" userId="5fdfeab2-e3ac-40dc-9f9d-ac602c9b72a8" providerId="ADAL" clId="{AE99531F-D73C-4103-9623-9BB2A0EB9D18}" dt="2022-04-11T12:18:42.275" v="121" actId="47"/>
        <pc:sldMkLst>
          <pc:docMk/>
          <pc:sldMk cId="2306990913" sldId="262"/>
        </pc:sldMkLst>
      </pc:sldChg>
      <pc:sldChg chg="del">
        <pc:chgData name="Ožbot, Miha" userId="5fdfeab2-e3ac-40dc-9f9d-ac602c9b72a8" providerId="ADAL" clId="{AE99531F-D73C-4103-9623-9BB2A0EB9D18}" dt="2022-04-11T12:18:41.968" v="120" actId="47"/>
        <pc:sldMkLst>
          <pc:docMk/>
          <pc:sldMk cId="3658886467" sldId="263"/>
        </pc:sldMkLst>
      </pc:sldChg>
      <pc:sldChg chg="del">
        <pc:chgData name="Ožbot, Miha" userId="5fdfeab2-e3ac-40dc-9f9d-ac602c9b72a8" providerId="ADAL" clId="{AE99531F-D73C-4103-9623-9BB2A0EB9D18}" dt="2022-04-11T12:18:41.395" v="118" actId="47"/>
        <pc:sldMkLst>
          <pc:docMk/>
          <pc:sldMk cId="2194279594" sldId="264"/>
        </pc:sldMkLst>
      </pc:sldChg>
      <pc:sldChg chg="del">
        <pc:chgData name="Ožbot, Miha" userId="5fdfeab2-e3ac-40dc-9f9d-ac602c9b72a8" providerId="ADAL" clId="{AE99531F-D73C-4103-9623-9BB2A0EB9D18}" dt="2022-04-11T12:18:42.497" v="122" actId="47"/>
        <pc:sldMkLst>
          <pc:docMk/>
          <pc:sldMk cId="654290338" sldId="265"/>
        </pc:sldMkLst>
      </pc:sldChg>
      <pc:sldChg chg="del">
        <pc:chgData name="Ožbot, Miha" userId="5fdfeab2-e3ac-40dc-9f9d-ac602c9b72a8" providerId="ADAL" clId="{AE99531F-D73C-4103-9623-9BB2A0EB9D18}" dt="2022-04-11T12:12:50.287" v="10" actId="47"/>
        <pc:sldMkLst>
          <pc:docMk/>
          <pc:sldMk cId="1342890208" sldId="266"/>
        </pc:sldMkLst>
      </pc:sldChg>
      <pc:sldChg chg="addSp delSp modSp new mod">
        <pc:chgData name="Ožbot, Miha" userId="5fdfeab2-e3ac-40dc-9f9d-ac602c9b72a8" providerId="ADAL" clId="{AE99531F-D73C-4103-9623-9BB2A0EB9D18}" dt="2022-04-11T12:21:15.434" v="145" actId="1076"/>
        <pc:sldMkLst>
          <pc:docMk/>
          <pc:sldMk cId="64491679" sldId="267"/>
        </pc:sldMkLst>
        <pc:spChg chg="del">
          <ac:chgData name="Ožbot, Miha" userId="5fdfeab2-e3ac-40dc-9f9d-ac602c9b72a8" providerId="ADAL" clId="{AE99531F-D73C-4103-9623-9BB2A0EB9D18}" dt="2022-04-11T12:12:41.515" v="2" actId="478"/>
          <ac:spMkLst>
            <pc:docMk/>
            <pc:sldMk cId="64491679" sldId="267"/>
            <ac:spMk id="2" creationId="{5DB060A0-EA4A-46F6-9F59-D6CE6E51B172}"/>
          </ac:spMkLst>
        </pc:spChg>
        <pc:spChg chg="del">
          <ac:chgData name="Ožbot, Miha" userId="5fdfeab2-e3ac-40dc-9f9d-ac602c9b72a8" providerId="ADAL" clId="{AE99531F-D73C-4103-9623-9BB2A0EB9D18}" dt="2022-04-11T12:12:42.698" v="3" actId="478"/>
          <ac:spMkLst>
            <pc:docMk/>
            <pc:sldMk cId="64491679" sldId="267"/>
            <ac:spMk id="3" creationId="{86A925F4-ADC4-45D0-AA82-00D62B23D711}"/>
          </ac:spMkLst>
        </pc:spChg>
        <pc:spChg chg="add del mod">
          <ac:chgData name="Ožbot, Miha" userId="5fdfeab2-e3ac-40dc-9f9d-ac602c9b72a8" providerId="ADAL" clId="{AE99531F-D73C-4103-9623-9BB2A0EB9D18}" dt="2022-04-11T12:12:45.913" v="5" actId="478"/>
          <ac:spMkLst>
            <pc:docMk/>
            <pc:sldMk cId="64491679" sldId="267"/>
            <ac:spMk id="4" creationId="{04E6C53B-41BE-4C48-9BC5-53AC5066BB8E}"/>
          </ac:spMkLst>
        </pc:spChg>
        <pc:spChg chg="add mod">
          <ac:chgData name="Ožbot, Miha" userId="5fdfeab2-e3ac-40dc-9f9d-ac602c9b72a8" providerId="ADAL" clId="{AE99531F-D73C-4103-9623-9BB2A0EB9D18}" dt="2022-04-11T12:12:53.855" v="11" actId="20577"/>
          <ac:spMkLst>
            <pc:docMk/>
            <pc:sldMk cId="64491679" sldId="267"/>
            <ac:spMk id="5" creationId="{454E3BB4-99D4-4D73-914D-9E311F546EFE}"/>
          </ac:spMkLst>
        </pc:spChg>
        <pc:spChg chg="add mod">
          <ac:chgData name="Ožbot, Miha" userId="5fdfeab2-e3ac-40dc-9f9d-ac602c9b72a8" providerId="ADAL" clId="{AE99531F-D73C-4103-9623-9BB2A0EB9D18}" dt="2022-04-11T12:15:47.537" v="37" actId="1076"/>
          <ac:spMkLst>
            <pc:docMk/>
            <pc:sldMk cId="64491679" sldId="267"/>
            <ac:spMk id="6" creationId="{E82744B7-692C-4BF4-9CDE-E39040EB63DB}"/>
          </ac:spMkLst>
        </pc:spChg>
        <pc:spChg chg="add mod">
          <ac:chgData name="Ožbot, Miha" userId="5fdfeab2-e3ac-40dc-9f9d-ac602c9b72a8" providerId="ADAL" clId="{AE99531F-D73C-4103-9623-9BB2A0EB9D18}" dt="2022-04-11T12:15:48.874" v="38" actId="1076"/>
          <ac:spMkLst>
            <pc:docMk/>
            <pc:sldMk cId="64491679" sldId="267"/>
            <ac:spMk id="7" creationId="{C6D9A6BD-2F85-4AC9-8AA3-AFA6C58DCEBF}"/>
          </ac:spMkLst>
        </pc:spChg>
        <pc:spChg chg="add mod">
          <ac:chgData name="Ožbot, Miha" userId="5fdfeab2-e3ac-40dc-9f9d-ac602c9b72a8" providerId="ADAL" clId="{AE99531F-D73C-4103-9623-9BB2A0EB9D18}" dt="2022-04-11T12:15:50.754" v="39" actId="1076"/>
          <ac:spMkLst>
            <pc:docMk/>
            <pc:sldMk cId="64491679" sldId="267"/>
            <ac:spMk id="9" creationId="{6DA218C9-C330-4154-AE98-7F01B3DE7357}"/>
          </ac:spMkLst>
        </pc:spChg>
        <pc:spChg chg="add mod">
          <ac:chgData name="Ožbot, Miha" userId="5fdfeab2-e3ac-40dc-9f9d-ac602c9b72a8" providerId="ADAL" clId="{AE99531F-D73C-4103-9623-9BB2A0EB9D18}" dt="2022-04-11T12:17:54.458" v="94" actId="20577"/>
          <ac:spMkLst>
            <pc:docMk/>
            <pc:sldMk cId="64491679" sldId="267"/>
            <ac:spMk id="13" creationId="{D1708218-1CC5-4DF6-926B-EA887227088E}"/>
          </ac:spMkLst>
        </pc:spChg>
        <pc:picChg chg="add mod">
          <ac:chgData name="Ožbot, Miha" userId="5fdfeab2-e3ac-40dc-9f9d-ac602c9b72a8" providerId="ADAL" clId="{AE99531F-D73C-4103-9623-9BB2A0EB9D18}" dt="2022-04-11T12:20:42.466" v="136" actId="1076"/>
          <ac:picMkLst>
            <pc:docMk/>
            <pc:sldMk cId="64491679" sldId="267"/>
            <ac:picMk id="8" creationId="{A74E07DE-D6ED-4615-9AC8-958D66DC1066}"/>
          </ac:picMkLst>
        </pc:picChg>
        <pc:picChg chg="add del mod">
          <ac:chgData name="Ožbot, Miha" userId="5fdfeab2-e3ac-40dc-9f9d-ac602c9b72a8" providerId="ADAL" clId="{AE99531F-D73C-4103-9623-9BB2A0EB9D18}" dt="2022-04-11T12:20:35.167" v="134" actId="21"/>
          <ac:picMkLst>
            <pc:docMk/>
            <pc:sldMk cId="64491679" sldId="267"/>
            <ac:picMk id="11" creationId="{81252083-FE6D-43B6-BE37-A51DE426954B}"/>
          </ac:picMkLst>
        </pc:picChg>
        <pc:picChg chg="add mod">
          <ac:chgData name="Ožbot, Miha" userId="5fdfeab2-e3ac-40dc-9f9d-ac602c9b72a8" providerId="ADAL" clId="{AE99531F-D73C-4103-9623-9BB2A0EB9D18}" dt="2022-04-11T12:21:15.434" v="145" actId="1076"/>
          <ac:picMkLst>
            <pc:docMk/>
            <pc:sldMk cId="64491679" sldId="267"/>
            <ac:picMk id="15" creationId="{AC4A757F-79FE-4EAF-B0B9-7FF99122315D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1T15:02:44.935" v="3739" actId="27636"/>
        <pc:sldMkLst>
          <pc:docMk/>
          <pc:sldMk cId="3904398675" sldId="268"/>
        </pc:sldMkLst>
        <pc:spChg chg="mod">
          <ac:chgData name="Ožbot, Miha" userId="5fdfeab2-e3ac-40dc-9f9d-ac602c9b72a8" providerId="ADAL" clId="{AE99531F-D73C-4103-9623-9BB2A0EB9D18}" dt="2022-04-11T12:18:21.258" v="115" actId="20577"/>
          <ac:spMkLst>
            <pc:docMk/>
            <pc:sldMk cId="3904398675" sldId="268"/>
            <ac:spMk id="2" creationId="{8136DCA3-1C99-4E16-B8D6-3B1003181FA6}"/>
          </ac:spMkLst>
        </pc:spChg>
        <pc:spChg chg="mod">
          <ac:chgData name="Ožbot, Miha" userId="5fdfeab2-e3ac-40dc-9f9d-ac602c9b72a8" providerId="ADAL" clId="{AE99531F-D73C-4103-9623-9BB2A0EB9D18}" dt="2022-04-11T15:02:44.935" v="3739" actId="27636"/>
          <ac:spMkLst>
            <pc:docMk/>
            <pc:sldMk cId="3904398675" sldId="268"/>
            <ac:spMk id="3" creationId="{E0BEF5DF-8F40-4BAD-97E9-BA7D1BA9D39E}"/>
          </ac:spMkLst>
        </pc:spChg>
        <pc:picChg chg="add del mod">
          <ac:chgData name="Ožbot, Miha" userId="5fdfeab2-e3ac-40dc-9f9d-ac602c9b72a8" providerId="ADAL" clId="{AE99531F-D73C-4103-9623-9BB2A0EB9D18}" dt="2022-04-11T12:21:23.659" v="147" actId="478"/>
          <ac:picMkLst>
            <pc:docMk/>
            <pc:sldMk cId="3904398675" sldId="268"/>
            <ac:picMk id="4" creationId="{06340C11-340A-4A90-B514-1B2F5CEEE48B}"/>
          </ac:picMkLst>
        </pc:picChg>
        <pc:picChg chg="add mod">
          <ac:chgData name="Ožbot, Miha" userId="5fdfeab2-e3ac-40dc-9f9d-ac602c9b72a8" providerId="ADAL" clId="{AE99531F-D73C-4103-9623-9BB2A0EB9D18}" dt="2022-04-11T12:21:22.787" v="146"/>
          <ac:picMkLst>
            <pc:docMk/>
            <pc:sldMk cId="3904398675" sldId="268"/>
            <ac:picMk id="5" creationId="{38EB6AD1-FCB2-43A6-AD58-F89A152F9079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1T13:25:35.999" v="3735" actId="20577"/>
        <pc:sldMkLst>
          <pc:docMk/>
          <pc:sldMk cId="2374509314" sldId="269"/>
        </pc:sldMkLst>
        <pc:spChg chg="mod">
          <ac:chgData name="Ožbot, Miha" userId="5fdfeab2-e3ac-40dc-9f9d-ac602c9b72a8" providerId="ADAL" clId="{AE99531F-D73C-4103-9623-9BB2A0EB9D18}" dt="2022-04-11T12:37:56.418" v="1196" actId="21"/>
          <ac:spMkLst>
            <pc:docMk/>
            <pc:sldMk cId="2374509314" sldId="269"/>
            <ac:spMk id="2" creationId="{9217D8F9-7FCF-404B-BCF5-61A08D8AAA49}"/>
          </ac:spMkLst>
        </pc:spChg>
        <pc:spChg chg="add del mod">
          <ac:chgData name="Ožbot, Miha" userId="5fdfeab2-e3ac-40dc-9f9d-ac602c9b72a8" providerId="ADAL" clId="{AE99531F-D73C-4103-9623-9BB2A0EB9D18}" dt="2022-04-11T13:25:35.999" v="3735" actId="20577"/>
          <ac:spMkLst>
            <pc:docMk/>
            <pc:sldMk cId="2374509314" sldId="269"/>
            <ac:spMk id="3" creationId="{E5C10B8F-0F49-47BB-9E2B-012BBFAC83C1}"/>
          </ac:spMkLst>
        </pc:spChg>
        <pc:picChg chg="add del mod">
          <ac:chgData name="Ožbot, Miha" userId="5fdfeab2-e3ac-40dc-9f9d-ac602c9b72a8" providerId="ADAL" clId="{AE99531F-D73C-4103-9623-9BB2A0EB9D18}" dt="2022-04-11T12:21:04.189" v="143"/>
          <ac:picMkLst>
            <pc:docMk/>
            <pc:sldMk cId="2374509314" sldId="269"/>
            <ac:picMk id="4" creationId="{8B4C682C-B54C-49C9-B840-37A2EF1E9A94}"/>
          </ac:picMkLst>
        </pc:picChg>
        <pc:picChg chg="add mod">
          <ac:chgData name="Ožbot, Miha" userId="5fdfeab2-e3ac-40dc-9f9d-ac602c9b72a8" providerId="ADAL" clId="{AE99531F-D73C-4103-9623-9BB2A0EB9D18}" dt="2022-04-11T12:21:27.421" v="148"/>
          <ac:picMkLst>
            <pc:docMk/>
            <pc:sldMk cId="2374509314" sldId="269"/>
            <ac:picMk id="5" creationId="{08FDF37F-0021-4CC2-AEFF-B61E5E42F869}"/>
          </ac:picMkLst>
        </pc:picChg>
      </pc:sldChg>
      <pc:sldChg chg="new del">
        <pc:chgData name="Ožbot, Miha" userId="5fdfeab2-e3ac-40dc-9f9d-ac602c9b72a8" providerId="ADAL" clId="{AE99531F-D73C-4103-9623-9BB2A0EB9D18}" dt="2022-04-11T12:18:40.931" v="117" actId="47"/>
        <pc:sldMkLst>
          <pc:docMk/>
          <pc:sldMk cId="4097501460" sldId="269"/>
        </pc:sldMkLst>
      </pc:sldChg>
      <pc:sldChg chg="new">
        <pc:chgData name="Ožbot, Miha" userId="5fdfeab2-e3ac-40dc-9f9d-ac602c9b72a8" providerId="ADAL" clId="{AE99531F-D73C-4103-9623-9BB2A0EB9D18}" dt="2022-04-11T12:38:28.944" v="1246" actId="680"/>
        <pc:sldMkLst>
          <pc:docMk/>
          <pc:sldMk cId="386065714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032CD49-A233-4197-9AA3-6F2AB6512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EFFF0B7-57F6-4F12-9710-DE0DCE1DF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F1F9E85-9961-4609-9BFB-8E81321A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11. 04. 2022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FFD832F-05F7-4F5D-8838-FF49008C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5CF10D5-A40D-40CB-B935-71EB263D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457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E287F75-838B-4F3A-ABD5-BC12A25C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890AA8-DD34-4B84-BC74-2EF1BA1CF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94F650C-4371-4B51-BC6E-7E4A2034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11. 04. 2022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2374A62-E0F6-4E52-BA93-66726F3A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DF5B07B0-9E52-4767-9ED9-BE1955BC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3377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2EAFEA-32E3-4E21-A6BA-94F17404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E80980C-8223-4387-BC60-5561F9C32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EB24716-8269-452E-B6CE-4C121479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11. 04. 2022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99B36C37-3780-48D7-AC60-CABD24E0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753B6270-15A5-435C-BB13-75D3B2C7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998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01E56ED-D773-4286-BBC8-F2C69EB9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A69B248-9A4B-42B3-B12F-E708D215E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48D702F-F820-45FA-A321-19061AAAF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E0E081EC-9D76-4904-AE2D-2ADB389E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11. 04. 2022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174BB75E-5FC8-4FA1-9861-C9DFB75B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CC7E6800-D8E2-46BE-85E6-E73C7549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6727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0A8C428-A5CE-4DB7-A690-CB1AF51D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7D4574F-5753-4479-9F72-DC3E5A950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E6ECDF5F-854A-4191-BADA-CFDD05FEC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BA781ADF-0146-4A92-A08D-81F2CA798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DD32BB10-E956-4ABA-AF93-97659B16E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4F4F1853-F755-49FE-92C7-C05E9466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11. 04. 2022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45CA5D85-20D5-4074-A482-37B2F07B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86356C8D-D158-4325-A11A-D6EEC47F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4536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4942510-358D-421D-B330-A4C3D2E8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826CCB1F-4755-4B16-9470-ACBAEAEA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11. 04. 2022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C3E58E3C-0FDD-4E57-9654-BA584CD9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537F0580-4F5C-49F4-A7AB-B2F1C77E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688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EC37822A-CF93-4C0A-AFD8-E1F34B86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11. 04. 2022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95AB7FED-11B6-4E83-8612-97305C21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B632E7EF-5D28-4FAA-B528-4F18FD67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1770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A6EFB5-D777-400A-BE26-2C9492C7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9AAB80C-68F0-40AE-8673-2368356D3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E14CFEEB-A9F2-45A4-9158-ACEE4B85E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01F79932-998F-4C26-B4D5-F1420CD5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11. 04. 2022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47FB5AB7-4EC9-4C8D-A4CA-83CBC977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05E9AF04-21F2-418B-8205-B54E251D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305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240E261-29E2-44DE-8A7F-A26D2822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97383E1B-2DF1-43CE-85FA-60BA34A95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AC8C094A-31C6-4FFC-B2A4-54C57684D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9A7224F3-3A89-473C-8728-F03FE623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11. 04. 2022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A4C0DBE8-A3FB-446D-AF4C-43E333D5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F6A2C9F2-BE80-4516-B2E8-B9B6E19A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0774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DB849C1-5B3B-4800-B0C9-E43746B0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A1835D80-44AD-4672-BA84-4FFFEE6A2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AA05B76-4E57-4AD6-ADD3-07BADEE4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11. 04. 2022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5F1722D-4F59-4990-84FD-062757C1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97042A2-3CAB-44CA-B016-F969EA85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0737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F80D2B4E-3F88-4F5B-86B4-E1D40B14D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D82353E9-1BA0-4314-98BE-D9C63D13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2A5E5B7-3633-4892-8DCA-D01BDF0E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11. 04. 2022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A282688-7701-40C0-9807-627A2503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1F78D97-010D-420D-B3A9-B035333F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9447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D8F8CC49-1378-4F3F-B59D-1A69A654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66EA9CE-2B8E-4475-A578-66DC54FE9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1FCBD9E-58FE-4905-AA34-81D3197EB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2E369-372F-459A-AFC1-A07B1B21B7B4}" type="datetimeFigureOut">
              <a:rPr lang="sl-SI" smtClean="0"/>
              <a:t>11. 04. 2022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EF538BB-7C00-44E6-9380-47D84ACD9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37BE936-F085-4911-AC60-7BE063243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1414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dnaslov 2">
            <a:extLst>
              <a:ext uri="{FF2B5EF4-FFF2-40B4-BE49-F238E27FC236}">
                <a16:creationId xmlns:a16="http://schemas.microsoft.com/office/drawing/2014/main" id="{454E3BB4-99D4-4D73-914D-9E311F546EFE}"/>
              </a:ext>
            </a:extLst>
          </p:cNvPr>
          <p:cNvSpPr txBox="1">
            <a:spLocks/>
          </p:cNvSpPr>
          <p:nvPr/>
        </p:nvSpPr>
        <p:spPr>
          <a:xfrm>
            <a:off x="2895536" y="4547323"/>
            <a:ext cx="6400925" cy="91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l-SI" sz="2000" dirty="0"/>
          </a:p>
        </p:txBody>
      </p:sp>
      <p:sp>
        <p:nvSpPr>
          <p:cNvPr id="6" name="PoljeZBesedilom 5">
            <a:extLst>
              <a:ext uri="{FF2B5EF4-FFF2-40B4-BE49-F238E27FC236}">
                <a16:creationId xmlns:a16="http://schemas.microsoft.com/office/drawing/2014/main" id="{E82744B7-692C-4BF4-9CDE-E39040EB63DB}"/>
              </a:ext>
            </a:extLst>
          </p:cNvPr>
          <p:cNvSpPr txBox="1"/>
          <p:nvPr/>
        </p:nvSpPr>
        <p:spPr>
          <a:xfrm>
            <a:off x="741616" y="5304935"/>
            <a:ext cx="215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b="0" i="0" u="none" strike="noStrike" baseline="0" dirty="0">
                <a:latin typeface="CMR17"/>
              </a:rPr>
              <a:t>Miha O</a:t>
            </a:r>
            <a:r>
              <a:rPr lang="en-US" sz="2000" dirty="0">
                <a:latin typeface="CMR17"/>
              </a:rPr>
              <a:t>ž</a:t>
            </a:r>
            <a:r>
              <a:rPr lang="sl-SI" sz="2000" b="0" i="0" u="none" strike="noStrike" baseline="0" dirty="0" err="1">
                <a:latin typeface="CMR17"/>
              </a:rPr>
              <a:t>bot</a:t>
            </a:r>
            <a:endParaRPr lang="sl-SI" sz="2000" dirty="0"/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C6D9A6BD-2F85-4AC9-8AA3-AFA6C58DCEBF}"/>
              </a:ext>
            </a:extLst>
          </p:cNvPr>
          <p:cNvSpPr txBox="1"/>
          <p:nvPr/>
        </p:nvSpPr>
        <p:spPr>
          <a:xfrm>
            <a:off x="741616" y="5823762"/>
            <a:ext cx="5648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b="0" i="0" u="none" strike="noStrike" baseline="0" dirty="0">
                <a:latin typeface="CMR12"/>
              </a:rPr>
              <a:t>Mentor: prof. dr. Igor </a:t>
            </a:r>
            <a:r>
              <a:rPr lang="en-US" sz="2000" dirty="0">
                <a:latin typeface="CMR12"/>
              </a:rPr>
              <a:t>Š</a:t>
            </a:r>
            <a:r>
              <a:rPr lang="sl-SI" sz="2000" b="0" i="0" u="none" strike="noStrike" baseline="0" dirty="0" err="1">
                <a:latin typeface="CMR12"/>
              </a:rPr>
              <a:t>krjanc</a:t>
            </a:r>
            <a:r>
              <a:rPr lang="sl-SI" sz="2000" b="0" i="0" u="none" strike="noStrike" baseline="0" dirty="0">
                <a:latin typeface="CMR12"/>
              </a:rPr>
              <a:t>, univ. dipl. In</a:t>
            </a:r>
            <a:r>
              <a:rPr lang="en-US" sz="2000" dirty="0">
                <a:latin typeface="CMR12"/>
              </a:rPr>
              <a:t>ž.</a:t>
            </a:r>
            <a:r>
              <a:rPr lang="sl-SI" sz="2000" b="0" i="0" u="none" strike="noStrike" baseline="0" dirty="0">
                <a:latin typeface="CMR12"/>
              </a:rPr>
              <a:t> el.</a:t>
            </a:r>
            <a:endParaRPr lang="sl-SI" sz="2000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A74E07DE-D6ED-4615-9AC8-958D66DC10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611" y="445641"/>
            <a:ext cx="2180053" cy="1877765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6DA218C9-C330-4154-AE98-7F01B3DE7357}"/>
              </a:ext>
            </a:extLst>
          </p:cNvPr>
          <p:cNvSpPr txBox="1"/>
          <p:nvPr/>
        </p:nvSpPr>
        <p:spPr>
          <a:xfrm>
            <a:off x="9113179" y="5823762"/>
            <a:ext cx="298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MR12"/>
              </a:rPr>
              <a:t>Ljubljana, </a:t>
            </a:r>
            <a:r>
              <a:rPr lang="sl-SI" sz="2000" dirty="0">
                <a:latin typeface="CMR12"/>
              </a:rPr>
              <a:t>14. april </a:t>
            </a:r>
            <a:r>
              <a:rPr lang="en-US" sz="2000" dirty="0">
                <a:latin typeface="CMR12"/>
              </a:rPr>
              <a:t>202</a:t>
            </a:r>
            <a:r>
              <a:rPr lang="sl-SI" sz="2000" dirty="0">
                <a:latin typeface="CMR12"/>
              </a:rPr>
              <a:t>2</a:t>
            </a:r>
            <a:endParaRPr lang="sl-SI" sz="2000" dirty="0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1708218-1CC5-4DF6-926B-EA887227088E}"/>
              </a:ext>
            </a:extLst>
          </p:cNvPr>
          <p:cNvSpPr txBox="1"/>
          <p:nvPr/>
        </p:nvSpPr>
        <p:spPr>
          <a:xfrm>
            <a:off x="1053771" y="2555841"/>
            <a:ext cx="1067173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l-SI" sz="4800" dirty="0" err="1">
                <a:effectLst/>
                <a:latin typeface="+mj-lt"/>
                <a:ea typeface="Calibri" panose="020F0502020204030204" pitchFamily="34" charset="0"/>
              </a:rPr>
              <a:t>Samorazvijajoči</a:t>
            </a:r>
            <a:r>
              <a:rPr lang="sl-SI" sz="4800" dirty="0">
                <a:effectLst/>
                <a:latin typeface="+mj-lt"/>
                <a:ea typeface="Calibri" panose="020F0502020204030204" pitchFamily="34" charset="0"/>
              </a:rPr>
              <a:t> se sistemi na podlagi toka podatkov v modeliranju in vodenju</a:t>
            </a:r>
          </a:p>
          <a:p>
            <a:pPr algn="ctr"/>
            <a:br>
              <a:rPr lang="sl-SI" dirty="0"/>
            </a:br>
            <a:r>
              <a:rPr lang="sl-SI" sz="2000" dirty="0"/>
              <a:t>Seminarska naloga 1</a:t>
            </a:r>
            <a:endParaRPr lang="sl-SI" dirty="0"/>
          </a:p>
        </p:txBody>
      </p:sp>
      <p:pic>
        <p:nvPicPr>
          <p:cNvPr id="15" name="Slika 14">
            <a:extLst>
              <a:ext uri="{FF2B5EF4-FFF2-40B4-BE49-F238E27FC236}">
                <a16:creationId xmlns:a16="http://schemas.microsoft.com/office/drawing/2014/main" id="{AC4A757F-79FE-4EAF-B0B9-7FF991223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36DCA3-1C99-4E16-B8D6-3B1003181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4400" dirty="0" err="1">
                <a:effectLst/>
                <a:latin typeface="+mj-lt"/>
                <a:ea typeface="Calibri" panose="020F0502020204030204" pitchFamily="34" charset="0"/>
              </a:rPr>
              <a:t>Samorazvijajoči</a:t>
            </a:r>
            <a:r>
              <a:rPr lang="sl-SI" sz="4400" dirty="0">
                <a:effectLst/>
                <a:latin typeface="+mj-lt"/>
                <a:ea typeface="Calibri" panose="020F0502020204030204" pitchFamily="34" charset="0"/>
              </a:rPr>
              <a:t> se (inteligentni) sistemi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0BEF5DF-8F40-4BAD-97E9-BA7D1BA9D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b="1" dirty="0" err="1">
                <a:effectLst/>
                <a:ea typeface="Calibri" panose="020F0502020204030204" pitchFamily="34" charset="0"/>
              </a:rPr>
              <a:t>Samorazvijajoči</a:t>
            </a:r>
            <a:r>
              <a:rPr lang="sl-SI" sz="1800" b="1" dirty="0">
                <a:effectLst/>
                <a:ea typeface="Calibri" panose="020F0502020204030204" pitchFamily="34" charset="0"/>
              </a:rPr>
              <a:t> se (</a:t>
            </a:r>
            <a:r>
              <a:rPr lang="sl-SI" sz="1800" b="1" dirty="0"/>
              <a:t>inteligentni</a:t>
            </a:r>
            <a:r>
              <a:rPr lang="sl-SI" sz="1800" b="1" dirty="0">
                <a:effectLst/>
                <a:ea typeface="Calibri" panose="020F0502020204030204" pitchFamily="34" charset="0"/>
              </a:rPr>
              <a:t>) sistemi </a:t>
            </a:r>
            <a:r>
              <a:rPr lang="sl-SI" sz="1800" dirty="0">
                <a:effectLst/>
                <a:ea typeface="Calibri" panose="020F0502020204030204" pitchFamily="34" charset="0"/>
              </a:rPr>
              <a:t>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evolving </a:t>
            </a:r>
            <a:r>
              <a:rPr lang="sl-SI" sz="1800" i="1" dirty="0"/>
              <a:t>inteligent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adaptirajo 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tako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svoje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parametre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kot tudi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strukturo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enkratnim prehodom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čez podatke 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single-pass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in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 realnem času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real time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[43].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dirty="0" err="1">
                <a:ea typeface="Calibri" panose="020F0502020204030204" pitchFamily="34" charset="0"/>
                <a:cs typeface="Times New Roman" panose="02020603050405020304" pitchFamily="18" charset="0"/>
              </a:rPr>
              <a:t>Samorazvijajoče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 se modele lahko razdelimo v različne kategorije gleda na njihovo strukturo, način učenja, nivo avtonomije adaptacije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Okolje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 katerem gradimo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je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nezanano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model je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zgrajen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brez </a:t>
            </a:r>
            <a:r>
              <a:rPr lang="sl-SI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apriori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informacij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(položaja rojev, števila pravil itd.).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Monografije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 Connectionist Systems (2007)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 Intelligent System – Methodology and Applications (2010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 Fuzzy Systems Methodologies, Advanced Concepts and Applications (2011)</a:t>
            </a:r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38EB6AD1-FCB2-43A6-AD58-F89A152F9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9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49B5B-13E9-4F18-A7CD-424C99224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4400" dirty="0" err="1">
                <a:effectLst/>
                <a:latin typeface="+mj-lt"/>
                <a:ea typeface="Calibri" panose="020F0502020204030204" pitchFamily="34" charset="0"/>
              </a:rPr>
              <a:t>Samorazvijajoči</a:t>
            </a:r>
            <a:r>
              <a:rPr lang="sl-SI" sz="4400" dirty="0">
                <a:effectLst/>
                <a:latin typeface="+mj-lt"/>
                <a:ea typeface="Calibri" panose="020F0502020204030204" pitchFamily="34" charset="0"/>
              </a:rPr>
              <a:t> se </a:t>
            </a:r>
            <a:r>
              <a:rPr lang="sl-SI" sz="4400" dirty="0" err="1">
                <a:effectLst/>
                <a:latin typeface="+mj-lt"/>
                <a:ea typeface="Calibri" panose="020F0502020204030204" pitchFamily="34" charset="0"/>
              </a:rPr>
              <a:t>nevro</a:t>
            </a:r>
            <a:r>
              <a:rPr lang="sl-SI" sz="4400" dirty="0">
                <a:effectLst/>
                <a:latin typeface="+mj-lt"/>
                <a:ea typeface="Calibri" panose="020F0502020204030204" pitchFamily="34" charset="0"/>
              </a:rPr>
              <a:t>-mehki sistemi</a:t>
            </a:r>
            <a:endParaRPr lang="sl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BD9D-B5F3-48BF-8D2A-ED3911753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Strukturo </a:t>
            </a:r>
            <a:r>
              <a:rPr lang="sl-SI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samorazvijajočih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modelov lahko sestavljajo </a:t>
            </a:r>
            <a:r>
              <a:rPr lang="sl-SI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mehka pravila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rules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)[3,5],</a:t>
            </a:r>
            <a:r>
              <a:rPr lang="sl-SI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informacijski granuli 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granules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[16,7,11], </a:t>
            </a:r>
            <a:r>
              <a:rPr lang="sl-SI" sz="2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neuroni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neurons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)[10], </a:t>
            </a:r>
            <a:r>
              <a:rPr lang="sl-SI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listi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drevesa (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leaf</a:t>
            </a:r>
            <a:r>
              <a:rPr lang="sl-SI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tree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)[16,42], </a:t>
            </a:r>
            <a:r>
              <a:rPr lang="sl-SI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intervalni modeli 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interval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idr. Te strukture so uporabljene zaradi večje </a:t>
            </a:r>
            <a:r>
              <a:rPr lang="sl-SI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transparentnosti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lingvistične </a:t>
            </a:r>
            <a:r>
              <a:rPr lang="sl-SI" sz="2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interpretabilnosti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od modelov črne škatle (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black-box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kot so </a:t>
            </a:r>
            <a:r>
              <a:rPr lang="sl-SI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neuronske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mreže [10].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</a:t>
            </a:r>
            <a:r>
              <a:rPr lang="sl-S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-mehki model so sestavljeni in mehkih pravil v topologiji nevronskega omrežja z nevroni in povezavami.  [10].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Poglavitni nalogi </a:t>
            </a:r>
            <a:r>
              <a:rPr lang="sl-SI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samorazvijajočih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sl-SI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-mehkih sistemov sta </a:t>
            </a:r>
            <a:r>
              <a:rPr lang="sl-SI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natančno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mehko (</a:t>
            </a:r>
            <a:r>
              <a:rPr lang="sl-SI" sz="2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modeliranje tipa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Takagi-</a:t>
            </a:r>
            <a:r>
              <a:rPr lang="en-US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-Kan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ali </a:t>
            </a:r>
            <a:r>
              <a:rPr lang="sl-SI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lingvistično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linguistic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modeliranje tipa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Zadeh-Mamdani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Mehki model sestavljajo več pravil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ki so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definirani z </a:t>
            </a:r>
            <a:r>
              <a:rPr lang="sl-SI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mehkimi množicami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2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sets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 premisi in </a:t>
            </a:r>
            <a:r>
              <a:rPr lang="sl-SI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lokalnimi linearnimi modeli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 posledičnem delu.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Modeliranje, identifikacija, </a:t>
            </a:r>
            <a:r>
              <a:rPr lang="sl-SI" sz="2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sklepanje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inference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vodenje, </a:t>
            </a:r>
            <a:r>
              <a:rPr lang="sl-SI" sz="2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napovedovanje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rojenje, klasifikacija, </a:t>
            </a:r>
            <a:r>
              <a:rPr lang="sl-SI" sz="2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odkrivanje napak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fault detection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detekcija anomalij, </a:t>
            </a:r>
            <a:r>
              <a:rPr lang="sl-SI" sz="2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razpoznavanje slik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recognition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)[8], podpora odločanju (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 support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2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programski senzor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 sensor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sl-S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[12], samostojno kalibriranje senzorjev, visokofrekvenčno trgovanje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[45],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podatkovno rudarjenje, umetna inteligenca, spletna varnost (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cyber security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[31], medicinska prognoza</a:t>
            </a:r>
          </a:p>
          <a:p>
            <a:endParaRPr lang="sl-SI" dirty="0"/>
          </a:p>
        </p:txBody>
      </p:sp>
      <p:pic>
        <p:nvPicPr>
          <p:cNvPr id="14" name="Slika 4">
            <a:extLst>
              <a:ext uri="{FF2B5EF4-FFF2-40B4-BE49-F238E27FC236}">
                <a16:creationId xmlns:a16="http://schemas.microsoft.com/office/drawing/2014/main" id="{3758C98A-4AE5-4C63-A403-C11C9C8A5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73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217D8F9-7FCF-404B-BCF5-61A08D8A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>
                <a:ea typeface="Calibri" panose="020F0502020204030204" pitchFamily="34" charset="0"/>
              </a:rPr>
              <a:t>T</a:t>
            </a:r>
            <a:r>
              <a:rPr lang="sl-SI" sz="4400" dirty="0">
                <a:effectLst/>
                <a:latin typeface="+mj-lt"/>
                <a:ea typeface="Calibri" panose="020F0502020204030204" pitchFamily="34" charset="0"/>
              </a:rPr>
              <a:t>ok podatkov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5C10B8F-0F49-47BB-9E2B-012BBFAC8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Tok podatkov </a:t>
            </a:r>
            <a:r>
              <a:rPr lang="sl-SI" sz="1800" dirty="0">
                <a:effectLst/>
                <a:ea typeface="Calibri" panose="020F0502020204030204" pitchFamily="34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</a:rPr>
              <a:t>data </a:t>
            </a:r>
            <a:r>
              <a:rPr lang="sl-SI" sz="1800" i="1" dirty="0" err="1">
                <a:effectLst/>
                <a:ea typeface="Calibri" panose="020F0502020204030204" pitchFamily="34" charset="0"/>
              </a:rPr>
              <a:t>stream</a:t>
            </a:r>
            <a:r>
              <a:rPr lang="sl-SI" sz="1800" dirty="0">
                <a:effectLst/>
                <a:ea typeface="Calibri" panose="020F0502020204030204" pitchFamily="34" charset="0"/>
              </a:rPr>
              <a:t>):</a:t>
            </a:r>
            <a:endParaRPr lang="sl-SI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romanUcPeriod"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Podatki prihajajo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sprotno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online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posamično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one-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romanUcPeriod"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Podatki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generirajo dokler je proces aktiven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njihova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količina ni omejena</a:t>
            </a:r>
            <a:endParaRPr lang="sl-SI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romanUcPeriod"/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Lastnosti podatkov so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časovno spremenljive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podvržene konceptualnim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lezenjem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drift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skočnim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pomikom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shift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07000"/>
              </a:lnSpc>
              <a:buFont typeface="+mj-lt"/>
              <a:buAutoNum type="romanUcPeriod"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Podatki so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nemudoma zavrženi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 procesiranju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romanUcPeriod"/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Čas procesiranja podatkov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učinkovito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narašča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 velikostjo vzorcev in številom parametrov modela. 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sl-SI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Velike baze podatkov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Big Data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potrebujemo metode učenja z enkratnim upoštevanjem podatkov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single-pass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Industrija, promet, socialna omrežja, trgovanje na borzi, internet stvari (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internet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things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8FDF37F-0021-4CC2-AEFF-B61E5E42F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0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CB345A9-2EEC-40E8-A56C-51D79941B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7389EECA-5815-48D2-921D-56090B8A3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Stability-plasticity dilemma. Stability refers to the long-term solution convergence and Plasticity to the dynamic concept change handling [12, 49]</a:t>
            </a:r>
            <a:endParaRPr lang="sl-SI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86065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925DB-5F5D-4769-B365-53CAD80D0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Rojenje in Granulacija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1599C-9051-4E2D-A5D8-F217221C0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208559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522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CMR12</vt:lpstr>
      <vt:lpstr>CMR17</vt:lpstr>
      <vt:lpstr>Officeova tema</vt:lpstr>
      <vt:lpstr>PowerPoint Presentation</vt:lpstr>
      <vt:lpstr>Samorazvijajoči se (inteligentni) sistemi</vt:lpstr>
      <vt:lpstr>Samorazvijajoči se nevro-mehki sistemi</vt:lpstr>
      <vt:lpstr>Tok podatkov</vt:lpstr>
      <vt:lpstr>PowerPoint Presentation</vt:lpstr>
      <vt:lpstr>Rojenje in Granulacija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Samo razvijajoči se sistemi Seminarska naloga 1</dc:title>
  <dc:creator>Ožbot, Miha</dc:creator>
  <cp:lastModifiedBy>OŽBOT, MIHA</cp:lastModifiedBy>
  <cp:revision>1</cp:revision>
  <dcterms:created xsi:type="dcterms:W3CDTF">2022-03-16T16:17:31Z</dcterms:created>
  <dcterms:modified xsi:type="dcterms:W3CDTF">2022-04-11T19:46:30Z</dcterms:modified>
</cp:coreProperties>
</file>