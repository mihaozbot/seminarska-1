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F_F96E047F.xml" ContentType="application/vnd.ms-powerpoint.comments+xml"/>
  <Override PartName="/ppt/comments/modernComment_11E_C901B684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0_FAD9860D.xml" ContentType="application/vnd.ms-powerpoint.comments+xml"/>
  <Override PartName="/ppt/notesSlides/notesSlide5.xml" ContentType="application/vnd.openxmlformats-officedocument.presentationml.notesSlide+xml"/>
  <Override PartName="/ppt/comments/modernComment_111_C1265F66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5_69ED7051.xml" ContentType="application/vnd.ms-powerpoint.comments+xml"/>
  <Override PartName="/ppt/comments/modernComment_117_A9D910F1.xml" ContentType="application/vnd.ms-powerpoint.comments+xml"/>
  <Override PartName="/ppt/notesSlides/notesSlide8.xml" ContentType="application/vnd.openxmlformats-officedocument.presentationml.notesSlide+xml"/>
  <Override PartName="/ppt/comments/modernComment_116_CE50F583.xml" ContentType="application/vnd.ms-powerpoint.comments+xml"/>
  <Override PartName="/ppt/comments/modernComment_121_E14051A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1A_3451E80B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67" r:id="rId2"/>
    <p:sldId id="268" r:id="rId3"/>
    <p:sldId id="285" r:id="rId4"/>
    <p:sldId id="269" r:id="rId5"/>
    <p:sldId id="271" r:id="rId6"/>
    <p:sldId id="286" r:id="rId7"/>
    <p:sldId id="276" r:id="rId8"/>
    <p:sldId id="272" r:id="rId9"/>
    <p:sldId id="273" r:id="rId10"/>
    <p:sldId id="274" r:id="rId11"/>
    <p:sldId id="275" r:id="rId12"/>
    <p:sldId id="277" r:id="rId13"/>
    <p:sldId id="279" r:id="rId14"/>
    <p:sldId id="278" r:id="rId15"/>
    <p:sldId id="289" r:id="rId16"/>
    <p:sldId id="280" r:id="rId17"/>
    <p:sldId id="281" r:id="rId18"/>
    <p:sldId id="282" r:id="rId19"/>
    <p:sldId id="283" r:id="rId20"/>
    <p:sldId id="287" r:id="rId21"/>
    <p:sldId id="284" r:id="rId22"/>
    <p:sldId id="288" r:id="rId2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CAA44F-8C06-06A4-9B46-843E92AFBC2B}" name="OŽBOT, MIHA" initials="OM" userId="S::mo1170@student.uni-lj.si::36448ee4-d56c-450a-8c5f-e012d647b106" providerId="AD"/>
  <p188:author id="{C6F2067D-C351-4052-C3C5-B9A94ED1B56D}" name="Ožbot, Miha" initials="OM" userId="Ožbot, Mih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D865C-4B1F-4AEE-9BBD-C0A0A0777F1B}" v="29" dt="2022-04-12T18:15:15.292"/>
    <p1510:client id="{B69DA118-5076-4EF4-B604-E3375EDC9439}" v="48" dt="2022-04-12T17:34:23.018"/>
    <p1510:client id="{DE325AE3-D4EB-4B3A-973B-D751563C2A91}" v="24" dt="2022-04-13T13:46:28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5" autoAdjust="0"/>
    <p:restoredTop sz="92806" autoAdjust="0"/>
  </p:normalViewPr>
  <p:slideViewPr>
    <p:cSldViewPr snapToGrid="0">
      <p:cViewPr varScale="1">
        <p:scale>
          <a:sx n="79" d="100"/>
          <a:sy n="79" d="100"/>
        </p:scale>
        <p:origin x="10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AE99531F-D73C-4103-9623-9BB2A0EB9D18}"/>
    <pc:docChg chg="undo custSel addSld delSld modSld sldOrd">
      <pc:chgData name="Ožbot, Miha" userId="5fdfeab2-e3ac-40dc-9f9d-ac602c9b72a8" providerId="ADAL" clId="{AE99531F-D73C-4103-9623-9BB2A0EB9D18}" dt="2022-04-12T14:38:17.330" v="15679" actId="478"/>
      <pc:docMkLst>
        <pc:docMk/>
      </pc:docMkLst>
      <pc:sldChg chg="del">
        <pc:chgData name="Ožbot, Miha" userId="5fdfeab2-e3ac-40dc-9f9d-ac602c9b72a8" providerId="ADAL" clId="{AE99531F-D73C-4103-9623-9BB2A0EB9D18}" dt="2022-04-11T12:18:47.391" v="126" actId="47"/>
        <pc:sldMkLst>
          <pc:docMk/>
          <pc:sldMk cId="3043493099" sldId="256"/>
        </pc:sldMkLst>
      </pc:sldChg>
      <pc:sldChg chg="del">
        <pc:chgData name="Ožbot, Miha" userId="5fdfeab2-e3ac-40dc-9f9d-ac602c9b72a8" providerId="ADAL" clId="{AE99531F-D73C-4103-9623-9BB2A0EB9D18}" dt="2022-04-11T12:18:10.034" v="96" actId="47"/>
        <pc:sldMkLst>
          <pc:docMk/>
          <pc:sldMk cId="1257919980" sldId="257"/>
        </pc:sldMkLst>
      </pc:sldChg>
      <pc:sldChg chg="del">
        <pc:chgData name="Ožbot, Miha" userId="5fdfeab2-e3ac-40dc-9f9d-ac602c9b72a8" providerId="ADAL" clId="{AE99531F-D73C-4103-9623-9BB2A0EB9D18}" dt="2022-04-11T12:18:43.201" v="124" actId="47"/>
        <pc:sldMkLst>
          <pc:docMk/>
          <pc:sldMk cId="2052123652" sldId="258"/>
        </pc:sldMkLst>
      </pc:sldChg>
      <pc:sldChg chg="del">
        <pc:chgData name="Ožbot, Miha" userId="5fdfeab2-e3ac-40dc-9f9d-ac602c9b72a8" providerId="ADAL" clId="{AE99531F-D73C-4103-9623-9BB2A0EB9D18}" dt="2022-04-11T12:18:41.681" v="119" actId="47"/>
        <pc:sldMkLst>
          <pc:docMk/>
          <pc:sldMk cId="2128968485" sldId="260"/>
        </pc:sldMkLst>
      </pc:sldChg>
      <pc:sldChg chg="del">
        <pc:chgData name="Ožbot, Miha" userId="5fdfeab2-e3ac-40dc-9f9d-ac602c9b72a8" providerId="ADAL" clId="{AE99531F-D73C-4103-9623-9BB2A0EB9D18}" dt="2022-04-11T12:18:42.881" v="123" actId="47"/>
        <pc:sldMkLst>
          <pc:docMk/>
          <pc:sldMk cId="1218702890" sldId="261"/>
        </pc:sldMkLst>
      </pc:sldChg>
      <pc:sldChg chg="del">
        <pc:chgData name="Ožbot, Miha" userId="5fdfeab2-e3ac-40dc-9f9d-ac602c9b72a8" providerId="ADAL" clId="{AE99531F-D73C-4103-9623-9BB2A0EB9D18}" dt="2022-04-11T12:18:42.275" v="121" actId="47"/>
        <pc:sldMkLst>
          <pc:docMk/>
          <pc:sldMk cId="2306990913" sldId="262"/>
        </pc:sldMkLst>
      </pc:sldChg>
      <pc:sldChg chg="del">
        <pc:chgData name="Ožbot, Miha" userId="5fdfeab2-e3ac-40dc-9f9d-ac602c9b72a8" providerId="ADAL" clId="{AE99531F-D73C-4103-9623-9BB2A0EB9D18}" dt="2022-04-11T12:18:41.968" v="120" actId="47"/>
        <pc:sldMkLst>
          <pc:docMk/>
          <pc:sldMk cId="3658886467" sldId="263"/>
        </pc:sldMkLst>
      </pc:sldChg>
      <pc:sldChg chg="del">
        <pc:chgData name="Ožbot, Miha" userId="5fdfeab2-e3ac-40dc-9f9d-ac602c9b72a8" providerId="ADAL" clId="{AE99531F-D73C-4103-9623-9BB2A0EB9D18}" dt="2022-04-11T12:18:41.395" v="118" actId="47"/>
        <pc:sldMkLst>
          <pc:docMk/>
          <pc:sldMk cId="2194279594" sldId="264"/>
        </pc:sldMkLst>
      </pc:sldChg>
      <pc:sldChg chg="del">
        <pc:chgData name="Ožbot, Miha" userId="5fdfeab2-e3ac-40dc-9f9d-ac602c9b72a8" providerId="ADAL" clId="{AE99531F-D73C-4103-9623-9BB2A0EB9D18}" dt="2022-04-11T12:18:42.497" v="122" actId="47"/>
        <pc:sldMkLst>
          <pc:docMk/>
          <pc:sldMk cId="654290338" sldId="265"/>
        </pc:sldMkLst>
      </pc:sldChg>
      <pc:sldChg chg="del">
        <pc:chgData name="Ožbot, Miha" userId="5fdfeab2-e3ac-40dc-9f9d-ac602c9b72a8" providerId="ADAL" clId="{AE99531F-D73C-4103-9623-9BB2A0EB9D18}" dt="2022-04-11T12:12:50.287" v="10" actId="47"/>
        <pc:sldMkLst>
          <pc:docMk/>
          <pc:sldMk cId="1342890208" sldId="266"/>
        </pc:sldMkLst>
      </pc:sldChg>
      <pc:sldChg chg="addSp delSp modSp new mod">
        <pc:chgData name="Ožbot, Miha" userId="5fdfeab2-e3ac-40dc-9f9d-ac602c9b72a8" providerId="ADAL" clId="{AE99531F-D73C-4103-9623-9BB2A0EB9D18}" dt="2022-04-11T12:21:15.434" v="145" actId="1076"/>
        <pc:sldMkLst>
          <pc:docMk/>
          <pc:sldMk cId="64491679" sldId="267"/>
        </pc:sldMkLst>
        <pc:spChg chg="del">
          <ac:chgData name="Ožbot, Miha" userId="5fdfeab2-e3ac-40dc-9f9d-ac602c9b72a8" providerId="ADAL" clId="{AE99531F-D73C-4103-9623-9BB2A0EB9D18}" dt="2022-04-11T12:12:41.515" v="2" actId="478"/>
          <ac:spMkLst>
            <pc:docMk/>
            <pc:sldMk cId="64491679" sldId="267"/>
            <ac:spMk id="2" creationId="{5DB060A0-EA4A-46F6-9F59-D6CE6E51B172}"/>
          </ac:spMkLst>
        </pc:spChg>
        <pc:spChg chg="del">
          <ac:chgData name="Ožbot, Miha" userId="5fdfeab2-e3ac-40dc-9f9d-ac602c9b72a8" providerId="ADAL" clId="{AE99531F-D73C-4103-9623-9BB2A0EB9D18}" dt="2022-04-11T12:12:42.698" v="3" actId="478"/>
          <ac:spMkLst>
            <pc:docMk/>
            <pc:sldMk cId="64491679" sldId="267"/>
            <ac:spMk id="3" creationId="{86A925F4-ADC4-45D0-AA82-00D62B23D711}"/>
          </ac:spMkLst>
        </pc:spChg>
        <pc:spChg chg="add del mod">
          <ac:chgData name="Ožbot, Miha" userId="5fdfeab2-e3ac-40dc-9f9d-ac602c9b72a8" providerId="ADAL" clId="{AE99531F-D73C-4103-9623-9BB2A0EB9D18}" dt="2022-04-11T12:12:45.913" v="5" actId="478"/>
          <ac:spMkLst>
            <pc:docMk/>
            <pc:sldMk cId="64491679" sldId="267"/>
            <ac:spMk id="4" creationId="{04E6C53B-41BE-4C48-9BC5-53AC5066BB8E}"/>
          </ac:spMkLst>
        </pc:spChg>
        <pc:spChg chg="add mod">
          <ac:chgData name="Ožbot, Miha" userId="5fdfeab2-e3ac-40dc-9f9d-ac602c9b72a8" providerId="ADAL" clId="{AE99531F-D73C-4103-9623-9BB2A0EB9D18}" dt="2022-04-11T12:12:53.855" v="11" actId="20577"/>
          <ac:spMkLst>
            <pc:docMk/>
            <pc:sldMk cId="64491679" sldId="267"/>
            <ac:spMk id="5" creationId="{454E3BB4-99D4-4D73-914D-9E311F546EFE}"/>
          </ac:spMkLst>
        </pc:spChg>
        <pc:spChg chg="add mod">
          <ac:chgData name="Ožbot, Miha" userId="5fdfeab2-e3ac-40dc-9f9d-ac602c9b72a8" providerId="ADAL" clId="{AE99531F-D73C-4103-9623-9BB2A0EB9D18}" dt="2022-04-11T12:15:47.537" v="37" actId="1076"/>
          <ac:spMkLst>
            <pc:docMk/>
            <pc:sldMk cId="64491679" sldId="267"/>
            <ac:spMk id="6" creationId="{E82744B7-692C-4BF4-9CDE-E39040EB63DB}"/>
          </ac:spMkLst>
        </pc:spChg>
        <pc:spChg chg="add mod">
          <ac:chgData name="Ožbot, Miha" userId="5fdfeab2-e3ac-40dc-9f9d-ac602c9b72a8" providerId="ADAL" clId="{AE99531F-D73C-4103-9623-9BB2A0EB9D18}" dt="2022-04-11T12:15:48.874" v="38" actId="1076"/>
          <ac:spMkLst>
            <pc:docMk/>
            <pc:sldMk cId="64491679" sldId="267"/>
            <ac:spMk id="7" creationId="{C6D9A6BD-2F85-4AC9-8AA3-AFA6C58DCEBF}"/>
          </ac:spMkLst>
        </pc:spChg>
        <pc:spChg chg="add mod">
          <ac:chgData name="Ožbot, Miha" userId="5fdfeab2-e3ac-40dc-9f9d-ac602c9b72a8" providerId="ADAL" clId="{AE99531F-D73C-4103-9623-9BB2A0EB9D18}" dt="2022-04-11T12:15:50.754" v="39" actId="1076"/>
          <ac:spMkLst>
            <pc:docMk/>
            <pc:sldMk cId="64491679" sldId="267"/>
            <ac:spMk id="9" creationId="{6DA218C9-C330-4154-AE98-7F01B3DE7357}"/>
          </ac:spMkLst>
        </pc:spChg>
        <pc:spChg chg="add mod">
          <ac:chgData name="Ožbot, Miha" userId="5fdfeab2-e3ac-40dc-9f9d-ac602c9b72a8" providerId="ADAL" clId="{AE99531F-D73C-4103-9623-9BB2A0EB9D18}" dt="2022-04-11T12:17:54.458" v="94" actId="20577"/>
          <ac:spMkLst>
            <pc:docMk/>
            <pc:sldMk cId="64491679" sldId="267"/>
            <ac:spMk id="13" creationId="{D1708218-1CC5-4DF6-926B-EA887227088E}"/>
          </ac:spMkLst>
        </pc:spChg>
        <pc:picChg chg="add mod">
          <ac:chgData name="Ožbot, Miha" userId="5fdfeab2-e3ac-40dc-9f9d-ac602c9b72a8" providerId="ADAL" clId="{AE99531F-D73C-4103-9623-9BB2A0EB9D18}" dt="2022-04-11T12:20:42.466" v="136" actId="1076"/>
          <ac:picMkLst>
            <pc:docMk/>
            <pc:sldMk cId="64491679" sldId="267"/>
            <ac:picMk id="8" creationId="{A74E07DE-D6ED-4615-9AC8-958D66DC1066}"/>
          </ac:picMkLst>
        </pc:picChg>
        <pc:picChg chg="add del mod">
          <ac:chgData name="Ožbot, Miha" userId="5fdfeab2-e3ac-40dc-9f9d-ac602c9b72a8" providerId="ADAL" clId="{AE99531F-D73C-4103-9623-9BB2A0EB9D18}" dt="2022-04-11T12:20:35.167" v="134" actId="21"/>
          <ac:picMkLst>
            <pc:docMk/>
            <pc:sldMk cId="64491679" sldId="267"/>
            <ac:picMk id="11" creationId="{81252083-FE6D-43B6-BE37-A51DE426954B}"/>
          </ac:picMkLst>
        </pc:picChg>
        <pc:picChg chg="add mod">
          <ac:chgData name="Ožbot, Miha" userId="5fdfeab2-e3ac-40dc-9f9d-ac602c9b72a8" providerId="ADAL" clId="{AE99531F-D73C-4103-9623-9BB2A0EB9D18}" dt="2022-04-11T12:21:15.434" v="145" actId="1076"/>
          <ac:picMkLst>
            <pc:docMk/>
            <pc:sldMk cId="64491679" sldId="267"/>
            <ac:picMk id="15" creationId="{AC4A757F-79FE-4EAF-B0B9-7FF99122315D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1T15:02:44.935" v="3739" actId="27636"/>
        <pc:sldMkLst>
          <pc:docMk/>
          <pc:sldMk cId="3904398675" sldId="268"/>
        </pc:sldMkLst>
        <pc:spChg chg="mod">
          <ac:chgData name="Ožbot, Miha" userId="5fdfeab2-e3ac-40dc-9f9d-ac602c9b72a8" providerId="ADAL" clId="{AE99531F-D73C-4103-9623-9BB2A0EB9D18}" dt="2022-04-11T12:18:21.258" v="115" actId="20577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AE99531F-D73C-4103-9623-9BB2A0EB9D18}" dt="2022-04-11T15:02:44.935" v="3739" actId="27636"/>
          <ac:spMkLst>
            <pc:docMk/>
            <pc:sldMk cId="3904398675" sldId="268"/>
            <ac:spMk id="3" creationId="{E0BEF5DF-8F40-4BAD-97E9-BA7D1BA9D39E}"/>
          </ac:spMkLst>
        </pc:spChg>
        <pc:picChg chg="add del mod">
          <ac:chgData name="Ožbot, Miha" userId="5fdfeab2-e3ac-40dc-9f9d-ac602c9b72a8" providerId="ADAL" clId="{AE99531F-D73C-4103-9623-9BB2A0EB9D18}" dt="2022-04-11T12:21:23.659" v="147" actId="478"/>
          <ac:picMkLst>
            <pc:docMk/>
            <pc:sldMk cId="3904398675" sldId="268"/>
            <ac:picMk id="4" creationId="{06340C11-340A-4A90-B514-1B2F5CEEE48B}"/>
          </ac:picMkLst>
        </pc:picChg>
        <pc:picChg chg="add mod">
          <ac:chgData name="Ožbot, Miha" userId="5fdfeab2-e3ac-40dc-9f9d-ac602c9b72a8" providerId="ADAL" clId="{AE99531F-D73C-4103-9623-9BB2A0EB9D18}" dt="2022-04-11T12:21:22.787" v="146"/>
          <ac:picMkLst>
            <pc:docMk/>
            <pc:sldMk cId="3904398675" sldId="268"/>
            <ac:picMk id="5" creationId="{38EB6AD1-FCB2-43A6-AD58-F89A152F9079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7:27.335" v="14003" actId="27636"/>
        <pc:sldMkLst>
          <pc:docMk/>
          <pc:sldMk cId="2374509314" sldId="269"/>
        </pc:sldMkLst>
        <pc:spChg chg="mod">
          <ac:chgData name="Ožbot, Miha" userId="5fdfeab2-e3ac-40dc-9f9d-ac602c9b72a8" providerId="ADAL" clId="{AE99531F-D73C-4103-9623-9BB2A0EB9D18}" dt="2022-04-11T12:37:56.418" v="1196" actId="21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AE99531F-D73C-4103-9623-9BB2A0EB9D18}" dt="2022-04-12T14:07:27.335" v="14003" actId="27636"/>
          <ac:spMkLst>
            <pc:docMk/>
            <pc:sldMk cId="2374509314" sldId="269"/>
            <ac:spMk id="3" creationId="{E5C10B8F-0F49-47BB-9E2B-012BBFAC83C1}"/>
          </ac:spMkLst>
        </pc:spChg>
        <pc:picChg chg="add del mod">
          <ac:chgData name="Ožbot, Miha" userId="5fdfeab2-e3ac-40dc-9f9d-ac602c9b72a8" providerId="ADAL" clId="{AE99531F-D73C-4103-9623-9BB2A0EB9D18}" dt="2022-04-11T12:21:04.189" v="143"/>
          <ac:picMkLst>
            <pc:docMk/>
            <pc:sldMk cId="2374509314" sldId="269"/>
            <ac:picMk id="4" creationId="{8B4C682C-B54C-49C9-B840-37A2EF1E9A94}"/>
          </ac:picMkLst>
        </pc:picChg>
        <pc:picChg chg="add mod">
          <ac:chgData name="Ožbot, Miha" userId="5fdfeab2-e3ac-40dc-9f9d-ac602c9b72a8" providerId="ADAL" clId="{AE99531F-D73C-4103-9623-9BB2A0EB9D18}" dt="2022-04-11T12:21:27.421" v="148"/>
          <ac:picMkLst>
            <pc:docMk/>
            <pc:sldMk cId="2374509314" sldId="269"/>
            <ac:picMk id="5" creationId="{08FDF37F-0021-4CC2-AEFF-B61E5E42F869}"/>
          </ac:picMkLst>
        </pc:picChg>
      </pc:sldChg>
      <pc:sldChg chg="new del">
        <pc:chgData name="Ožbot, Miha" userId="5fdfeab2-e3ac-40dc-9f9d-ac602c9b72a8" providerId="ADAL" clId="{AE99531F-D73C-4103-9623-9BB2A0EB9D18}" dt="2022-04-11T12:18:40.931" v="117" actId="47"/>
        <pc:sldMkLst>
          <pc:docMk/>
          <pc:sldMk cId="4097501460" sldId="269"/>
        </pc:sldMkLst>
      </pc:sldChg>
      <pc:sldChg chg="addSp delSp modSp new del mod">
        <pc:chgData name="Ožbot, Miha" userId="5fdfeab2-e3ac-40dc-9f9d-ac602c9b72a8" providerId="ADAL" clId="{AE99531F-D73C-4103-9623-9BB2A0EB9D18}" dt="2022-04-12T13:53:58.853" v="13817" actId="47"/>
        <pc:sldMkLst>
          <pc:docMk/>
          <pc:sldMk cId="386065714" sldId="270"/>
        </pc:sldMkLst>
        <pc:spChg chg="mod">
          <ac:chgData name="Ožbot, Miha" userId="5fdfeab2-e3ac-40dc-9f9d-ac602c9b72a8" providerId="ADAL" clId="{AE99531F-D73C-4103-9623-9BB2A0EB9D18}" dt="2022-04-12T13:53:11.562" v="13783" actId="21"/>
          <ac:spMkLst>
            <pc:docMk/>
            <pc:sldMk cId="386065714" sldId="270"/>
            <ac:spMk id="3" creationId="{7389EECA-5815-48D2-921D-56090B8A3BCC}"/>
          </ac:spMkLst>
        </pc:spChg>
        <pc:spChg chg="add del">
          <ac:chgData name="Ožbot, Miha" userId="5fdfeab2-e3ac-40dc-9f9d-ac602c9b72a8" providerId="ADAL" clId="{AE99531F-D73C-4103-9623-9BB2A0EB9D18}" dt="2022-04-12T06:30:28.666" v="4278" actId="478"/>
          <ac:spMkLst>
            <pc:docMk/>
            <pc:sldMk cId="386065714" sldId="270"/>
            <ac:spMk id="4" creationId="{D41D86BC-E8FE-452E-8F5E-BEB0F17BAB97}"/>
          </ac:spMkLst>
        </pc:spChg>
        <pc:picChg chg="add mod">
          <ac:chgData name="Ožbot, Miha" userId="5fdfeab2-e3ac-40dc-9f9d-ac602c9b72a8" providerId="ADAL" clId="{AE99531F-D73C-4103-9623-9BB2A0EB9D18}" dt="2022-04-12T08:23:29.794" v="4508"/>
          <ac:picMkLst>
            <pc:docMk/>
            <pc:sldMk cId="386065714" sldId="270"/>
            <ac:picMk id="5" creationId="{D42873DE-740E-4EC2-B105-303491C6DD7D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4:38:17.330" v="15679" actId="478"/>
        <pc:sldMkLst>
          <pc:docMk/>
          <pc:sldMk cId="4184736895" sldId="271"/>
        </pc:sldMkLst>
        <pc:spChg chg="mod">
          <ac:chgData name="Ožbot, Miha" userId="5fdfeab2-e3ac-40dc-9f9d-ac602c9b72a8" providerId="ADAL" clId="{AE99531F-D73C-4103-9623-9BB2A0EB9D18}" dt="2022-04-12T13:53:54.999" v="13816" actId="20577"/>
          <ac:spMkLst>
            <pc:docMk/>
            <pc:sldMk cId="4184736895" sldId="271"/>
            <ac:spMk id="3" creationId="{5C52BD9D-B5F3-48BF-8D2A-ED3911753E0F}"/>
          </ac:spMkLst>
        </pc:spChg>
        <pc:spChg chg="add del">
          <ac:chgData name="Ožbot, Miha" userId="5fdfeab2-e3ac-40dc-9f9d-ac602c9b72a8" providerId="ADAL" clId="{AE99531F-D73C-4103-9623-9BB2A0EB9D18}" dt="2022-04-12T09:55:57" v="5906" actId="478"/>
          <ac:spMkLst>
            <pc:docMk/>
            <pc:sldMk cId="4184736895" sldId="271"/>
            <ac:spMk id="4" creationId="{6D0A2A85-DDA9-4C70-AF8B-CEE69AA64A1D}"/>
          </ac:spMkLst>
        </pc:spChg>
        <pc:picChg chg="add del">
          <ac:chgData name="Ožbot, Miha" userId="5fdfeab2-e3ac-40dc-9f9d-ac602c9b72a8" providerId="ADAL" clId="{AE99531F-D73C-4103-9623-9BB2A0EB9D18}" dt="2022-04-12T14:38:17.330" v="15679" actId="478"/>
          <ac:picMkLst>
            <pc:docMk/>
            <pc:sldMk cId="4184736895" sldId="271"/>
            <ac:picMk id="6" creationId="{044E37DC-952F-47C6-9513-12B4C27CCDDE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0:58:35.672" v="8592"/>
        <pc:sldMkLst>
          <pc:docMk/>
          <pc:sldMk cId="4208559629" sldId="272"/>
        </pc:sldMkLst>
        <pc:spChg chg="add del mod">
          <ac:chgData name="Ožbot, Miha" userId="5fdfeab2-e3ac-40dc-9f9d-ac602c9b72a8" providerId="ADAL" clId="{AE99531F-D73C-4103-9623-9BB2A0EB9D18}" dt="2022-04-12T10:35:33.397" v="7077" actId="20577"/>
          <ac:spMkLst>
            <pc:docMk/>
            <pc:sldMk cId="4208559629" sldId="272"/>
            <ac:spMk id="3" creationId="{1531599C-9051-4E2D-A5D8-F217221C0753}"/>
          </ac:spMkLst>
        </pc:spChg>
        <pc:spChg chg="add del mod">
          <ac:chgData name="Ožbot, Miha" userId="5fdfeab2-e3ac-40dc-9f9d-ac602c9b72a8" providerId="ADAL" clId="{AE99531F-D73C-4103-9623-9BB2A0EB9D18}" dt="2022-04-12T10:27:41.640" v="6493" actId="478"/>
          <ac:spMkLst>
            <pc:docMk/>
            <pc:sldMk cId="4208559629" sldId="272"/>
            <ac:spMk id="5" creationId="{BC0CED76-0B3B-46F2-A279-A19CBC692497}"/>
          </ac:spMkLst>
        </pc:spChg>
        <pc:picChg chg="add mod">
          <ac:chgData name="Ožbot, Miha" userId="5fdfeab2-e3ac-40dc-9f9d-ac602c9b72a8" providerId="ADAL" clId="{AE99531F-D73C-4103-9623-9BB2A0EB9D18}" dt="2022-04-12T10:58:35.672" v="8592"/>
          <ac:picMkLst>
            <pc:docMk/>
            <pc:sldMk cId="4208559629" sldId="272"/>
            <ac:picMk id="6" creationId="{3DED62EC-E77A-468D-B37A-2F368BA5C786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54.968" v="13780" actId="20577"/>
        <pc:sldMkLst>
          <pc:docMk/>
          <pc:sldMk cId="3240517478" sldId="273"/>
        </pc:sldMkLst>
        <pc:spChg chg="mod">
          <ac:chgData name="Ožbot, Miha" userId="5fdfeab2-e3ac-40dc-9f9d-ac602c9b72a8" providerId="ADAL" clId="{AE99531F-D73C-4103-9623-9BB2A0EB9D18}" dt="2022-04-12T10:25:55.773" v="6471" actId="20577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AE99531F-D73C-4103-9623-9BB2A0EB9D18}" dt="2022-04-12T13:52:54.968" v="13780" actId="20577"/>
          <ac:spMkLst>
            <pc:docMk/>
            <pc:sldMk cId="3240517478" sldId="273"/>
            <ac:spMk id="3" creationId="{0C8395A6-C043-47BC-A1BA-EF142E98D3BB}"/>
          </ac:spMkLst>
        </pc:spChg>
        <pc:picChg chg="add mod">
          <ac:chgData name="Ožbot, Miha" userId="5fdfeab2-e3ac-40dc-9f9d-ac602c9b72a8" providerId="ADAL" clId="{AE99531F-D73C-4103-9623-9BB2A0EB9D18}" dt="2022-04-12T10:27:13.278" v="6486" actId="1076"/>
          <ac:picMkLst>
            <pc:docMk/>
            <pc:sldMk cId="3240517478" sldId="273"/>
            <ac:picMk id="4" creationId="{3F3AFED0-7D85-4DB1-B837-435F27380387}"/>
          </ac:picMkLst>
        </pc:picChg>
        <pc:picChg chg="add mod">
          <ac:chgData name="Ožbot, Miha" userId="5fdfeab2-e3ac-40dc-9f9d-ac602c9b72a8" providerId="ADAL" clId="{AE99531F-D73C-4103-9623-9BB2A0EB9D18}" dt="2022-04-12T10:36:12.357" v="7079" actId="1076"/>
          <ac:picMkLst>
            <pc:docMk/>
            <pc:sldMk cId="3240517478" sldId="273"/>
            <ac:picMk id="5" creationId="{1D4D3090-ED42-4EC5-AC6F-CCF606B54EEB}"/>
          </ac:picMkLst>
        </pc:picChg>
        <pc:picChg chg="add mod">
          <ac:chgData name="Ožbot, Miha" userId="5fdfeab2-e3ac-40dc-9f9d-ac602c9b72a8" providerId="ADAL" clId="{AE99531F-D73C-4103-9623-9BB2A0EB9D18}" dt="2022-04-12T10:36:09.597" v="7078" actId="1076"/>
          <ac:picMkLst>
            <pc:docMk/>
            <pc:sldMk cId="3240517478" sldId="273"/>
            <ac:picMk id="6" creationId="{4F997FC4-9C57-4852-A953-44E701F3313F}"/>
          </ac:picMkLst>
        </pc:picChg>
        <pc:picChg chg="add mod">
          <ac:chgData name="Ožbot, Miha" userId="5fdfeab2-e3ac-40dc-9f9d-ac602c9b72a8" providerId="ADAL" clId="{AE99531F-D73C-4103-9623-9BB2A0EB9D18}" dt="2022-04-12T10:58:37.767" v="8593"/>
          <ac:picMkLst>
            <pc:docMk/>
            <pc:sldMk cId="3240517478" sldId="273"/>
            <ac:picMk id="7" creationId="{49B23FB3-161C-4BD6-AD9B-09220DB3C249}"/>
          </ac:picMkLst>
        </pc:picChg>
      </pc:sldChg>
      <pc:sldChg chg="addSp delSp modSp new mod ord">
        <pc:chgData name="Ožbot, Miha" userId="5fdfeab2-e3ac-40dc-9f9d-ac602c9b72a8" providerId="ADAL" clId="{AE99531F-D73C-4103-9623-9BB2A0EB9D18}" dt="2022-04-12T13:52:37.387" v="13776" actId="21"/>
        <pc:sldMkLst>
          <pc:docMk/>
          <pc:sldMk cId="888014937" sldId="274"/>
        </pc:sldMkLst>
        <pc:spChg chg="mod">
          <ac:chgData name="Ožbot, Miha" userId="5fdfeab2-e3ac-40dc-9f9d-ac602c9b72a8" providerId="ADAL" clId="{AE99531F-D73C-4103-9623-9BB2A0EB9D18}" dt="2022-04-12T10:36:25.749" v="7098" actId="20577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AE99531F-D73C-4103-9623-9BB2A0EB9D18}" dt="2022-04-12T13:52:37.387" v="13776" actId="21"/>
          <ac:spMkLst>
            <pc:docMk/>
            <pc:sldMk cId="888014937" sldId="274"/>
            <ac:spMk id="3" creationId="{FDC65FC8-07E2-4ADE-BD82-136E54F8BF01}"/>
          </ac:spMkLst>
        </pc:spChg>
        <pc:spChg chg="add del">
          <ac:chgData name="Ožbot, Miha" userId="5fdfeab2-e3ac-40dc-9f9d-ac602c9b72a8" providerId="ADAL" clId="{AE99531F-D73C-4103-9623-9BB2A0EB9D18}" dt="2022-04-12T10:46:18.232" v="7744"/>
          <ac:spMkLst>
            <pc:docMk/>
            <pc:sldMk cId="888014937" sldId="274"/>
            <ac:spMk id="4" creationId="{02AE4DCD-EA0F-4C13-AF1F-DB0B7FEF7F6C}"/>
          </ac:spMkLst>
        </pc:spChg>
        <pc:picChg chg="add mod">
          <ac:chgData name="Ožbot, Miha" userId="5fdfeab2-e3ac-40dc-9f9d-ac602c9b72a8" providerId="ADAL" clId="{AE99531F-D73C-4103-9623-9BB2A0EB9D18}" dt="2022-04-12T10:58:56.792" v="8595"/>
          <ac:picMkLst>
            <pc:docMk/>
            <pc:sldMk cId="888014937" sldId="274"/>
            <ac:picMk id="5" creationId="{065E7503-2AA0-4D7F-93AE-7C63C0457B05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42.939" v="13778"/>
        <pc:sldMkLst>
          <pc:docMk/>
          <pc:sldMk cId="605482339" sldId="275"/>
        </pc:sldMkLst>
        <pc:spChg chg="mod">
          <ac:chgData name="Ožbot, Miha" userId="5fdfeab2-e3ac-40dc-9f9d-ac602c9b72a8" providerId="ADAL" clId="{AE99531F-D73C-4103-9623-9BB2A0EB9D18}" dt="2022-04-12T12:55:19.035" v="11918" actId="20577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AE99531F-D73C-4103-9623-9BB2A0EB9D18}" dt="2022-04-12T13:52:42.939" v="13778"/>
          <ac:spMkLst>
            <pc:docMk/>
            <pc:sldMk cId="605482339" sldId="275"/>
            <ac:spMk id="3" creationId="{2EBF0C0C-9362-444A-A2F4-408EE67818B7}"/>
          </ac:spMkLst>
        </pc:spChg>
        <pc:picChg chg="add mod">
          <ac:chgData name="Ožbot, Miha" userId="5fdfeab2-e3ac-40dc-9f9d-ac602c9b72a8" providerId="ADAL" clId="{AE99531F-D73C-4103-9623-9BB2A0EB9D18}" dt="2022-04-12T10:58:59.065" v="8596"/>
          <ac:picMkLst>
            <pc:docMk/>
            <pc:sldMk cId="605482339" sldId="275"/>
            <ac:picMk id="4" creationId="{A036C96C-10F7-41BB-B7D6-F69A405F64CB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4:01.734" v="13987" actId="20577"/>
        <pc:sldMkLst>
          <pc:docMk/>
          <pc:sldMk cId="1974032223" sldId="276"/>
        </pc:sldMkLst>
        <pc:spChg chg="mod">
          <ac:chgData name="Ožbot, Miha" userId="5fdfeab2-e3ac-40dc-9f9d-ac602c9b72a8" providerId="ADAL" clId="{AE99531F-D73C-4103-9623-9BB2A0EB9D18}" dt="2022-04-12T10:47:39.892" v="7905" actId="20577"/>
          <ac:spMkLst>
            <pc:docMk/>
            <pc:sldMk cId="1974032223" sldId="276"/>
            <ac:spMk id="2" creationId="{DDEFDC10-7C15-4C14-A50B-D3AC13E6CE14}"/>
          </ac:spMkLst>
        </pc:spChg>
        <pc:spChg chg="add del mod">
          <ac:chgData name="Ožbot, Miha" userId="5fdfeab2-e3ac-40dc-9f9d-ac602c9b72a8" providerId="ADAL" clId="{AE99531F-D73C-4103-9623-9BB2A0EB9D18}" dt="2022-04-12T14:04:01.734" v="13987" actId="20577"/>
          <ac:spMkLst>
            <pc:docMk/>
            <pc:sldMk cId="1974032223" sldId="276"/>
            <ac:spMk id="3" creationId="{03DBCEB0-1B80-4DF7-B8D5-E463545749EC}"/>
          </ac:spMkLst>
        </pc:spChg>
        <pc:spChg chg="add del mod">
          <ac:chgData name="Ožbot, Miha" userId="5fdfeab2-e3ac-40dc-9f9d-ac602c9b72a8" providerId="ADAL" clId="{AE99531F-D73C-4103-9623-9BB2A0EB9D18}" dt="2022-04-12T10:48:08.295" v="7909"/>
          <ac:spMkLst>
            <pc:docMk/>
            <pc:sldMk cId="1974032223" sldId="276"/>
            <ac:spMk id="4" creationId="{2EA42C01-9498-4104-9072-3BED6526C38A}"/>
          </ac:spMkLst>
        </pc:spChg>
        <pc:spChg chg="add del mod">
          <ac:chgData name="Ožbot, Miha" userId="5fdfeab2-e3ac-40dc-9f9d-ac602c9b72a8" providerId="ADAL" clId="{AE99531F-D73C-4103-9623-9BB2A0EB9D18}" dt="2022-04-12T10:48:13.671" v="7911"/>
          <ac:spMkLst>
            <pc:docMk/>
            <pc:sldMk cId="1974032223" sldId="276"/>
            <ac:spMk id="5" creationId="{C965F877-2311-430B-AD19-1AC22BB66F1C}"/>
          </ac:spMkLst>
        </pc:spChg>
        <pc:spChg chg="add del">
          <ac:chgData name="Ožbot, Miha" userId="5fdfeab2-e3ac-40dc-9f9d-ac602c9b72a8" providerId="ADAL" clId="{AE99531F-D73C-4103-9623-9BB2A0EB9D18}" dt="2022-04-12T10:52:38.052" v="8298" actId="478"/>
          <ac:spMkLst>
            <pc:docMk/>
            <pc:sldMk cId="1974032223" sldId="276"/>
            <ac:spMk id="6" creationId="{03B77AB1-8F5C-4139-AF82-DE5D5716FCFD}"/>
          </ac:spMkLst>
        </pc:spChg>
        <pc:spChg chg="add del">
          <ac:chgData name="Ožbot, Miha" userId="5fdfeab2-e3ac-40dc-9f9d-ac602c9b72a8" providerId="ADAL" clId="{AE99531F-D73C-4103-9623-9BB2A0EB9D18}" dt="2022-04-12T10:52:51.060" v="8303" actId="478"/>
          <ac:spMkLst>
            <pc:docMk/>
            <pc:sldMk cId="1974032223" sldId="276"/>
            <ac:spMk id="7" creationId="{E9FC9278-F880-4CF0-9291-D6E7C3A10313}"/>
          </ac:spMkLst>
        </pc:spChg>
        <pc:picChg chg="add mod">
          <ac:chgData name="Ožbot, Miha" userId="5fdfeab2-e3ac-40dc-9f9d-ac602c9b72a8" providerId="ADAL" clId="{AE99531F-D73C-4103-9623-9BB2A0EB9D18}" dt="2022-04-12T10:58:40.952" v="8594"/>
          <ac:picMkLst>
            <pc:docMk/>
            <pc:sldMk cId="1974032223" sldId="276"/>
            <ac:picMk id="8" creationId="{3087ADEC-0877-4E2C-892B-C7B672B98F29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4.097" v="10186"/>
        <pc:sldMkLst>
          <pc:docMk/>
          <pc:sldMk cId="1777168465" sldId="277"/>
        </pc:sldMkLst>
        <pc:spChg chg="mod">
          <ac:chgData name="Ožbot, Miha" userId="5fdfeab2-e3ac-40dc-9f9d-ac602c9b72a8" providerId="ADAL" clId="{AE99531F-D73C-4103-9623-9BB2A0EB9D18}" dt="2022-04-12T11:10:08.899" v="9215" actId="20577"/>
          <ac:spMkLst>
            <pc:docMk/>
            <pc:sldMk cId="1777168465" sldId="277"/>
            <ac:spMk id="2" creationId="{29C4D673-7BFA-4229-B881-FE238058D6F7}"/>
          </ac:spMkLst>
        </pc:spChg>
        <pc:spChg chg="add del mod">
          <ac:chgData name="Ožbot, Miha" userId="5fdfeab2-e3ac-40dc-9f9d-ac602c9b72a8" providerId="ADAL" clId="{AE99531F-D73C-4103-9623-9BB2A0EB9D18}" dt="2022-04-12T12:08:16.222" v="10184" actId="20577"/>
          <ac:spMkLst>
            <pc:docMk/>
            <pc:sldMk cId="1777168465" sldId="277"/>
            <ac:spMk id="3" creationId="{354E9BDB-FFAF-4691-A07B-B175C22DE297}"/>
          </ac:spMkLst>
        </pc:spChg>
        <pc:spChg chg="add del">
          <ac:chgData name="Ožbot, Miha" userId="5fdfeab2-e3ac-40dc-9f9d-ac602c9b72a8" providerId="ADAL" clId="{AE99531F-D73C-4103-9623-9BB2A0EB9D18}" dt="2022-04-12T11:11:50.530" v="9267" actId="478"/>
          <ac:spMkLst>
            <pc:docMk/>
            <pc:sldMk cId="1777168465" sldId="277"/>
            <ac:spMk id="4" creationId="{21034DEB-C3FD-48AA-9496-5907DBEA53CB}"/>
          </ac:spMkLst>
        </pc:spChg>
        <pc:spChg chg="add del mod">
          <ac:chgData name="Ožbot, Miha" userId="5fdfeab2-e3ac-40dc-9f9d-ac602c9b72a8" providerId="ADAL" clId="{AE99531F-D73C-4103-9623-9BB2A0EB9D18}" dt="2022-04-12T11:11:48.533" v="9266" actId="478"/>
          <ac:spMkLst>
            <pc:docMk/>
            <pc:sldMk cId="1777168465" sldId="277"/>
            <ac:spMk id="5" creationId="{9BC61C9D-0844-4A6F-9C51-537727FC5667}"/>
          </ac:spMkLst>
        </pc:spChg>
        <pc:picChg chg="add mod">
          <ac:chgData name="Ožbot, Miha" userId="5fdfeab2-e3ac-40dc-9f9d-ac602c9b72a8" providerId="ADAL" clId="{AE99531F-D73C-4103-9623-9BB2A0EB9D18}" dt="2022-04-12T11:23:03.354" v="9591" actId="1076"/>
          <ac:picMkLst>
            <pc:docMk/>
            <pc:sldMk cId="1777168465" sldId="277"/>
            <ac:picMk id="6" creationId="{E9FA8733-898D-4316-BA85-8FDE057BA093}"/>
          </ac:picMkLst>
        </pc:picChg>
        <pc:picChg chg="add del mod">
          <ac:chgData name="Ožbot, Miha" userId="5fdfeab2-e3ac-40dc-9f9d-ac602c9b72a8" providerId="ADAL" clId="{AE99531F-D73C-4103-9623-9BB2A0EB9D18}" dt="2022-04-12T11:22:02.097" v="9585" actId="478"/>
          <ac:picMkLst>
            <pc:docMk/>
            <pc:sldMk cId="1777168465" sldId="277"/>
            <ac:picMk id="7" creationId="{3030CBE3-C0D0-4A02-9277-D11465858C7A}"/>
          </ac:picMkLst>
        </pc:picChg>
        <pc:picChg chg="add mod">
          <ac:chgData name="Ožbot, Miha" userId="5fdfeab2-e3ac-40dc-9f9d-ac602c9b72a8" providerId="ADAL" clId="{AE99531F-D73C-4103-9623-9BB2A0EB9D18}" dt="2022-04-12T11:15:24.401" v="9490" actId="1076"/>
          <ac:picMkLst>
            <pc:docMk/>
            <pc:sldMk cId="1777168465" sldId="277"/>
            <ac:picMk id="8" creationId="{A291E1AF-4115-4282-B2FE-8F606C019ADE}"/>
          </ac:picMkLst>
        </pc:picChg>
        <pc:picChg chg="add mod">
          <ac:chgData name="Ožbot, Miha" userId="5fdfeab2-e3ac-40dc-9f9d-ac602c9b72a8" providerId="ADAL" clId="{AE99531F-D73C-4103-9623-9BB2A0EB9D18}" dt="2022-04-12T11:20:55.738" v="9581" actId="1076"/>
          <ac:picMkLst>
            <pc:docMk/>
            <pc:sldMk cId="1777168465" sldId="277"/>
            <ac:picMk id="9" creationId="{08397847-3EC8-41A8-845B-2FBD81FACC24}"/>
          </ac:picMkLst>
        </pc:picChg>
        <pc:picChg chg="add del mod">
          <ac:chgData name="Ožbot, Miha" userId="5fdfeab2-e3ac-40dc-9f9d-ac602c9b72a8" providerId="ADAL" clId="{AE99531F-D73C-4103-9623-9BB2A0EB9D18}" dt="2022-04-12T11:15:33.106" v="9493" actId="478"/>
          <ac:picMkLst>
            <pc:docMk/>
            <pc:sldMk cId="1777168465" sldId="277"/>
            <ac:picMk id="10" creationId="{56421948-B7A2-4BB1-A930-13ADEEFE3E08}"/>
          </ac:picMkLst>
        </pc:picChg>
        <pc:picChg chg="add mod">
          <ac:chgData name="Ožbot, Miha" userId="5fdfeab2-e3ac-40dc-9f9d-ac602c9b72a8" providerId="ADAL" clId="{AE99531F-D73C-4103-9623-9BB2A0EB9D18}" dt="2022-04-12T11:20:56.866" v="9582" actId="1076"/>
          <ac:picMkLst>
            <pc:docMk/>
            <pc:sldMk cId="1777168465" sldId="277"/>
            <ac:picMk id="11" creationId="{034D35BE-C44A-447B-BBD7-5C6D40613EAE}"/>
          </ac:picMkLst>
        </pc:picChg>
        <pc:picChg chg="add mod">
          <ac:chgData name="Ožbot, Miha" userId="5fdfeab2-e3ac-40dc-9f9d-ac602c9b72a8" providerId="ADAL" clId="{AE99531F-D73C-4103-9623-9BB2A0EB9D18}" dt="2022-04-12T11:20:51.913" v="9579" actId="1076"/>
          <ac:picMkLst>
            <pc:docMk/>
            <pc:sldMk cId="1777168465" sldId="277"/>
            <ac:picMk id="12" creationId="{9E3844B7-9FB4-4EC3-B021-7666C8705B2C}"/>
          </ac:picMkLst>
        </pc:picChg>
        <pc:picChg chg="add mod">
          <ac:chgData name="Ožbot, Miha" userId="5fdfeab2-e3ac-40dc-9f9d-ac602c9b72a8" providerId="ADAL" clId="{AE99531F-D73C-4103-9623-9BB2A0EB9D18}" dt="2022-04-12T11:20:53.961" v="9580" actId="1076"/>
          <ac:picMkLst>
            <pc:docMk/>
            <pc:sldMk cId="1777168465" sldId="277"/>
            <ac:picMk id="13" creationId="{7E163A39-C47C-4ABB-8365-825A3596D2EF}"/>
          </ac:picMkLst>
        </pc:picChg>
        <pc:picChg chg="add del mod">
          <ac:chgData name="Ožbot, Miha" userId="5fdfeab2-e3ac-40dc-9f9d-ac602c9b72a8" providerId="ADAL" clId="{AE99531F-D73C-4103-9623-9BB2A0EB9D18}" dt="2022-04-12T11:22:44.129" v="9588" actId="478"/>
          <ac:picMkLst>
            <pc:docMk/>
            <pc:sldMk cId="1777168465" sldId="277"/>
            <ac:picMk id="14" creationId="{A6D3086A-9EAF-4DCE-AD62-A47A4077196E}"/>
          </ac:picMkLst>
        </pc:picChg>
        <pc:picChg chg="add mod">
          <ac:chgData name="Ožbot, Miha" userId="5fdfeab2-e3ac-40dc-9f9d-ac602c9b72a8" providerId="ADAL" clId="{AE99531F-D73C-4103-9623-9BB2A0EB9D18}" dt="2022-04-12T11:22:04.561" v="9587" actId="1076"/>
          <ac:picMkLst>
            <pc:docMk/>
            <pc:sldMk cId="1777168465" sldId="277"/>
            <ac:picMk id="16" creationId="{C0305A5C-8631-4428-868E-2FC70A2C8434}"/>
          </ac:picMkLst>
        </pc:picChg>
        <pc:picChg chg="add mod">
          <ac:chgData name="Ožbot, Miha" userId="5fdfeab2-e3ac-40dc-9f9d-ac602c9b72a8" providerId="ADAL" clId="{AE99531F-D73C-4103-9623-9BB2A0EB9D18}" dt="2022-04-12T11:22:59.369" v="9590" actId="1076"/>
          <ac:picMkLst>
            <pc:docMk/>
            <pc:sldMk cId="1777168465" sldId="277"/>
            <ac:picMk id="18" creationId="{9DFB01B6-DD71-4F77-AD95-DD3784B05FF2}"/>
          </ac:picMkLst>
        </pc:picChg>
        <pc:picChg chg="add mod">
          <ac:chgData name="Ožbot, Miha" userId="5fdfeab2-e3ac-40dc-9f9d-ac602c9b72a8" providerId="ADAL" clId="{AE99531F-D73C-4103-9623-9BB2A0EB9D18}" dt="2022-04-12T12:08:44.097" v="10186"/>
          <ac:picMkLst>
            <pc:docMk/>
            <pc:sldMk cId="1777168465" sldId="277"/>
            <ac:picMk id="19" creationId="{EF5E848B-295A-44F2-9B66-D5AFFC6585D7}"/>
          </ac:picMkLst>
        </pc:picChg>
      </pc:sldChg>
      <pc:sldChg chg="addSp modSp new mod">
        <pc:chgData name="Ožbot, Miha" userId="5fdfeab2-e3ac-40dc-9f9d-ac602c9b72a8" providerId="ADAL" clId="{AE99531F-D73C-4103-9623-9BB2A0EB9D18}" dt="2022-04-12T13:55:19.319" v="13852" actId="20577"/>
        <pc:sldMkLst>
          <pc:docMk/>
          <pc:sldMk cId="3461412227" sldId="278"/>
        </pc:sldMkLst>
        <pc:spChg chg="mod">
          <ac:chgData name="Ožbot, Miha" userId="5fdfeab2-e3ac-40dc-9f9d-ac602c9b72a8" providerId="ADAL" clId="{AE99531F-D73C-4103-9623-9BB2A0EB9D18}" dt="2022-04-12T12:04:38.339" v="10110" actId="21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AE99531F-D73C-4103-9623-9BB2A0EB9D18}" dt="2022-04-12T13:55:19.319" v="13852" actId="20577"/>
          <ac:spMkLst>
            <pc:docMk/>
            <pc:sldMk cId="3461412227" sldId="278"/>
            <ac:spMk id="3" creationId="{5F43D92A-C5DA-4436-A6F4-4FE1EACAF22B}"/>
          </ac:spMkLst>
        </pc:spChg>
        <pc:picChg chg="add mod">
          <ac:chgData name="Ožbot, Miha" userId="5fdfeab2-e3ac-40dc-9f9d-ac602c9b72a8" providerId="ADAL" clId="{AE99531F-D73C-4103-9623-9BB2A0EB9D18}" dt="2022-04-12T13:28:08.864" v="13151" actId="1076"/>
          <ac:picMkLst>
            <pc:docMk/>
            <pc:sldMk cId="3461412227" sldId="278"/>
            <ac:picMk id="4" creationId="{36793C1F-057D-4B6B-9D4A-9F59918B829B}"/>
          </ac:picMkLst>
        </pc:picChg>
        <pc:picChg chg="add mod">
          <ac:chgData name="Ožbot, Miha" userId="5fdfeab2-e3ac-40dc-9f9d-ac602c9b72a8" providerId="ADAL" clId="{AE99531F-D73C-4103-9623-9BB2A0EB9D18}" dt="2022-04-12T13:28:08.224" v="13150" actId="1076"/>
          <ac:picMkLst>
            <pc:docMk/>
            <pc:sldMk cId="3461412227" sldId="278"/>
            <ac:picMk id="5" creationId="{D2C874A5-9A3A-423F-80E9-B6066E1F20A5}"/>
          </ac:picMkLst>
        </pc:picChg>
        <pc:picChg chg="add mod">
          <ac:chgData name="Ožbot, Miha" userId="5fdfeab2-e3ac-40dc-9f9d-ac602c9b72a8" providerId="ADAL" clId="{AE99531F-D73C-4103-9623-9BB2A0EB9D18}" dt="2022-04-12T12:08:47.891" v="10188"/>
          <ac:picMkLst>
            <pc:docMk/>
            <pc:sldMk cId="3461412227" sldId="278"/>
            <ac:picMk id="6" creationId="{D55EECF9-C2AE-49D0-9E53-EC859609BA5F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5.746" v="10187"/>
        <pc:sldMkLst>
          <pc:docMk/>
          <pc:sldMk cId="2849575153" sldId="279"/>
        </pc:sldMkLst>
        <pc:spChg chg="mod">
          <ac:chgData name="Ožbot, Miha" userId="5fdfeab2-e3ac-40dc-9f9d-ac602c9b72a8" providerId="ADAL" clId="{AE99531F-D73C-4103-9623-9BB2A0EB9D18}" dt="2022-04-12T11:24:14.625" v="9614" actId="20577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AE99531F-D73C-4103-9623-9BB2A0EB9D18}" dt="2022-04-12T11:39:47.249" v="9675" actId="20577"/>
          <ac:spMkLst>
            <pc:docMk/>
            <pc:sldMk cId="2849575153" sldId="279"/>
            <ac:spMk id="3" creationId="{9B7BDED3-60BE-4F4C-8872-B171FE820D8D}"/>
          </ac:spMkLst>
        </pc:sp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4" creationId="{05AE727E-5F2F-448B-B67B-8E426C9AD95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5" creationId="{4C194844-4B49-488E-95FC-55F500B7250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6" creationId="{D299FABD-8B15-4E2C-B0B2-06D58E33344B}"/>
          </ac:picMkLst>
        </pc:picChg>
        <pc:picChg chg="add mod">
          <ac:chgData name="Ožbot, Miha" userId="5fdfeab2-e3ac-40dc-9f9d-ac602c9b72a8" providerId="ADAL" clId="{AE99531F-D73C-4103-9623-9BB2A0EB9D18}" dt="2022-04-12T11:56:14.055" v="9692" actId="1076"/>
          <ac:picMkLst>
            <pc:docMk/>
            <pc:sldMk cId="2849575153" sldId="279"/>
            <ac:picMk id="7" creationId="{B8D96EC5-A7EA-4DD7-9156-AA907DF54DEE}"/>
          </ac:picMkLst>
        </pc:picChg>
        <pc:picChg chg="add del mod">
          <ac:chgData name="Ožbot, Miha" userId="5fdfeab2-e3ac-40dc-9f9d-ac602c9b72a8" providerId="ADAL" clId="{AE99531F-D73C-4103-9623-9BB2A0EB9D18}" dt="2022-04-12T11:55:06.479" v="9689" actId="478"/>
          <ac:picMkLst>
            <pc:docMk/>
            <pc:sldMk cId="2849575153" sldId="279"/>
            <ac:picMk id="8" creationId="{97FDED00-151B-402A-BD32-AF2152CF3820}"/>
          </ac:picMkLst>
        </pc:picChg>
        <pc:picChg chg="add mod">
          <ac:chgData name="Ožbot, Miha" userId="5fdfeab2-e3ac-40dc-9f9d-ac602c9b72a8" providerId="ADAL" clId="{AE99531F-D73C-4103-9623-9BB2A0EB9D18}" dt="2022-04-12T12:08:45.746" v="10187"/>
          <ac:picMkLst>
            <pc:docMk/>
            <pc:sldMk cId="2849575153" sldId="279"/>
            <ac:picMk id="9" creationId="{61AB9704-DDE9-431A-8EAA-398DAB228CC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3:27:55.803" v="13149" actId="404"/>
        <pc:sldMkLst>
          <pc:docMk/>
          <pc:sldMk cId="2584916931" sldId="280"/>
        </pc:sldMkLst>
        <pc:spChg chg="mod">
          <ac:chgData name="Ožbot, Miha" userId="5fdfeab2-e3ac-40dc-9f9d-ac602c9b72a8" providerId="ADAL" clId="{AE99531F-D73C-4103-9623-9BB2A0EB9D18}" dt="2022-04-12T12:04:44.863" v="10117" actId="20577"/>
          <ac:spMkLst>
            <pc:docMk/>
            <pc:sldMk cId="2584916931" sldId="280"/>
            <ac:spMk id="2" creationId="{1D5CB862-DD5F-49D0-8566-F38BA2AA6CE5}"/>
          </ac:spMkLst>
        </pc:spChg>
        <pc:spChg chg="mod">
          <ac:chgData name="Ožbot, Miha" userId="5fdfeab2-e3ac-40dc-9f9d-ac602c9b72a8" providerId="ADAL" clId="{AE99531F-D73C-4103-9623-9BB2A0EB9D18}" dt="2022-04-12T13:27:55.803" v="13149" actId="404"/>
          <ac:spMkLst>
            <pc:docMk/>
            <pc:sldMk cId="2584916931" sldId="280"/>
            <ac:spMk id="3" creationId="{12886D7A-D4E7-495E-908F-E15497B16D57}"/>
          </ac:spMkLst>
        </pc:spChg>
        <pc:spChg chg="add del">
          <ac:chgData name="Ožbot, Miha" userId="5fdfeab2-e3ac-40dc-9f9d-ac602c9b72a8" providerId="ADAL" clId="{AE99531F-D73C-4103-9623-9BB2A0EB9D18}" dt="2022-04-12T12:19:06.830" v="11081" actId="478"/>
          <ac:spMkLst>
            <pc:docMk/>
            <pc:sldMk cId="2584916931" sldId="280"/>
            <ac:spMk id="5" creationId="{025E45C4-5116-49DB-AFD5-EC8D98ADFF65}"/>
          </ac:spMkLst>
        </pc:spChg>
        <pc:spChg chg="add del">
          <ac:chgData name="Ožbot, Miha" userId="5fdfeab2-e3ac-40dc-9f9d-ac602c9b72a8" providerId="ADAL" clId="{AE99531F-D73C-4103-9623-9BB2A0EB9D18}" dt="2022-04-12T12:20:05.964" v="11228" actId="478"/>
          <ac:spMkLst>
            <pc:docMk/>
            <pc:sldMk cId="2584916931" sldId="280"/>
            <ac:spMk id="6" creationId="{F762F0AE-73F1-416A-94BF-20FF8C77B321}"/>
          </ac:spMkLst>
        </pc:spChg>
        <pc:picChg chg="add mod">
          <ac:chgData name="Ožbot, Miha" userId="5fdfeab2-e3ac-40dc-9f9d-ac602c9b72a8" providerId="ADAL" clId="{AE99531F-D73C-4103-9623-9BB2A0EB9D18}" dt="2022-04-12T12:08:49.393" v="10189"/>
          <ac:picMkLst>
            <pc:docMk/>
            <pc:sldMk cId="2584916931" sldId="280"/>
            <ac:picMk id="4" creationId="{6372B4F0-06F5-438E-A44C-05CBF48F2354}"/>
          </ac:picMkLst>
        </pc:picChg>
        <pc:picChg chg="add mod">
          <ac:chgData name="Ožbot, Miha" userId="5fdfeab2-e3ac-40dc-9f9d-ac602c9b72a8" providerId="ADAL" clId="{AE99531F-D73C-4103-9623-9BB2A0EB9D18}" dt="2022-04-12T12:21:49.212" v="11350" actId="1076"/>
          <ac:picMkLst>
            <pc:docMk/>
            <pc:sldMk cId="2584916931" sldId="280"/>
            <ac:picMk id="7" creationId="{3EFBE3DE-D154-408C-90ED-EB5CCA9656FB}"/>
          </ac:picMkLst>
        </pc:picChg>
        <pc:picChg chg="add mod">
          <ac:chgData name="Ožbot, Miha" userId="5fdfeab2-e3ac-40dc-9f9d-ac602c9b72a8" providerId="ADAL" clId="{AE99531F-D73C-4103-9623-9BB2A0EB9D18}" dt="2022-04-12T12:21:54.285" v="11352" actId="1076"/>
          <ac:picMkLst>
            <pc:docMk/>
            <pc:sldMk cId="2584916931" sldId="280"/>
            <ac:picMk id="8" creationId="{7DA9D3D4-84B5-4902-B19B-1A093CCC949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34:13.747" v="15665" actId="20577"/>
        <pc:sldMkLst>
          <pc:docMk/>
          <pc:sldMk cId="3904152926" sldId="281"/>
        </pc:sldMkLst>
        <pc:spChg chg="mod">
          <ac:chgData name="Ožbot, Miha" userId="5fdfeab2-e3ac-40dc-9f9d-ac602c9b72a8" providerId="ADAL" clId="{AE99531F-D73C-4103-9623-9BB2A0EB9D18}" dt="2022-04-12T12:22:38.189" v="11397" actId="20577"/>
          <ac:spMkLst>
            <pc:docMk/>
            <pc:sldMk cId="3904152926" sldId="281"/>
            <ac:spMk id="2" creationId="{EBCEABC0-1914-41D7-80CD-2099FA5A140A}"/>
          </ac:spMkLst>
        </pc:spChg>
        <pc:spChg chg="add del mod">
          <ac:chgData name="Ožbot, Miha" userId="5fdfeab2-e3ac-40dc-9f9d-ac602c9b72a8" providerId="ADAL" clId="{AE99531F-D73C-4103-9623-9BB2A0EB9D18}" dt="2022-04-12T14:34:13.747" v="15665" actId="20577"/>
          <ac:spMkLst>
            <pc:docMk/>
            <pc:sldMk cId="3904152926" sldId="281"/>
            <ac:spMk id="3" creationId="{FF9CEB20-11ED-49A7-A1FC-827249F25E3F}"/>
          </ac:spMkLst>
        </pc:spChg>
        <pc:spChg chg="add del">
          <ac:chgData name="Ožbot, Miha" userId="5fdfeab2-e3ac-40dc-9f9d-ac602c9b72a8" providerId="ADAL" clId="{AE99531F-D73C-4103-9623-9BB2A0EB9D18}" dt="2022-04-12T12:25:19.372" v="11695" actId="478"/>
          <ac:spMkLst>
            <pc:docMk/>
            <pc:sldMk cId="3904152926" sldId="281"/>
            <ac:spMk id="4" creationId="{4F2A0CB8-07DB-4867-AD3C-7A83E213974B}"/>
          </ac:spMkLst>
        </pc:spChg>
        <pc:spChg chg="add del">
          <ac:chgData name="Ožbot, Miha" userId="5fdfeab2-e3ac-40dc-9f9d-ac602c9b72a8" providerId="ADAL" clId="{AE99531F-D73C-4103-9623-9BB2A0EB9D18}" dt="2022-04-12T13:08:19.322" v="12301" actId="478"/>
          <ac:spMkLst>
            <pc:docMk/>
            <pc:sldMk cId="3904152926" sldId="281"/>
            <ac:spMk id="6" creationId="{367E6364-44EB-4AD6-B05B-36DD1A0EBF6C}"/>
          </ac:spMkLst>
        </pc:spChg>
        <pc:spChg chg="add del mod">
          <ac:chgData name="Ožbot, Miha" userId="5fdfeab2-e3ac-40dc-9f9d-ac602c9b72a8" providerId="ADAL" clId="{AE99531F-D73C-4103-9623-9BB2A0EB9D18}" dt="2022-04-12T13:08:18.553" v="12300" actId="478"/>
          <ac:spMkLst>
            <pc:docMk/>
            <pc:sldMk cId="3904152926" sldId="281"/>
            <ac:spMk id="7" creationId="{AC1D56FC-F508-4178-A044-A4140ADCD738}"/>
          </ac:spMkLst>
        </pc:spChg>
        <pc:spChg chg="add del mod">
          <ac:chgData name="Ožbot, Miha" userId="5fdfeab2-e3ac-40dc-9f9d-ac602c9b72a8" providerId="ADAL" clId="{AE99531F-D73C-4103-9623-9BB2A0EB9D18}" dt="2022-04-12T13:08:11.277" v="12296" actId="478"/>
          <ac:spMkLst>
            <pc:docMk/>
            <pc:sldMk cId="3904152926" sldId="281"/>
            <ac:spMk id="8" creationId="{B5157D7F-0F0D-42D9-A7AF-5FE61A06B514}"/>
          </ac:spMkLst>
        </pc:spChg>
        <pc:spChg chg="add del mod">
          <ac:chgData name="Ožbot, Miha" userId="5fdfeab2-e3ac-40dc-9f9d-ac602c9b72a8" providerId="ADAL" clId="{AE99531F-D73C-4103-9623-9BB2A0EB9D18}" dt="2022-04-12T13:08:23.929" v="12304" actId="478"/>
          <ac:spMkLst>
            <pc:docMk/>
            <pc:sldMk cId="3904152926" sldId="281"/>
            <ac:spMk id="9" creationId="{650619ED-05E8-43F8-92D9-44B9B7EA31B7}"/>
          </ac:spMkLst>
        </pc:spChg>
        <pc:picChg chg="add mod">
          <ac:chgData name="Ožbot, Miha" userId="5fdfeab2-e3ac-40dc-9f9d-ac602c9b72a8" providerId="ADAL" clId="{AE99531F-D73C-4103-9623-9BB2A0EB9D18}" dt="2022-04-12T14:33:38.866" v="15655" actId="1076"/>
          <ac:picMkLst>
            <pc:docMk/>
            <pc:sldMk cId="3904152926" sldId="281"/>
            <ac:picMk id="5" creationId="{85FA5BB3-5F27-498A-A5B1-638AB5C57B3F}"/>
          </ac:picMkLst>
        </pc:picChg>
        <pc:picChg chg="add mod">
          <ac:chgData name="Ožbot, Miha" userId="5fdfeab2-e3ac-40dc-9f9d-ac602c9b72a8" providerId="ADAL" clId="{AE99531F-D73C-4103-9623-9BB2A0EB9D18}" dt="2022-04-12T13:11:09.647" v="12338"/>
          <ac:picMkLst>
            <pc:docMk/>
            <pc:sldMk cId="3904152926" sldId="281"/>
            <ac:picMk id="10" creationId="{0B61EA95-4EAE-46A4-BC11-7E20A4889CD2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18:25.060" v="14991" actId="1076"/>
        <pc:sldMkLst>
          <pc:docMk/>
          <pc:sldMk cId="877783051" sldId="282"/>
        </pc:sldMkLst>
        <pc:spChg chg="mod">
          <ac:chgData name="Ožbot, Miha" userId="5fdfeab2-e3ac-40dc-9f9d-ac602c9b72a8" providerId="ADAL" clId="{AE99531F-D73C-4103-9623-9BB2A0EB9D18}" dt="2022-04-12T13:19:20.873" v="12538" actId="20577"/>
          <ac:spMkLst>
            <pc:docMk/>
            <pc:sldMk cId="877783051" sldId="282"/>
            <ac:spMk id="2" creationId="{08293A48-0358-45D5-99AB-1890A56BBB06}"/>
          </ac:spMkLst>
        </pc:spChg>
        <pc:spChg chg="add del mod">
          <ac:chgData name="Ožbot, Miha" userId="5fdfeab2-e3ac-40dc-9f9d-ac602c9b72a8" providerId="ADAL" clId="{AE99531F-D73C-4103-9623-9BB2A0EB9D18}" dt="2022-04-12T14:18:22.965" v="14990" actId="5793"/>
          <ac:spMkLst>
            <pc:docMk/>
            <pc:sldMk cId="877783051" sldId="282"/>
            <ac:spMk id="3" creationId="{09770A0F-0E9E-4F08-871D-40BE89BE243D}"/>
          </ac:spMkLst>
        </pc:spChg>
        <pc:picChg chg="add del mod">
          <ac:chgData name="Ožbot, Miha" userId="5fdfeab2-e3ac-40dc-9f9d-ac602c9b72a8" providerId="ADAL" clId="{AE99531F-D73C-4103-9623-9BB2A0EB9D18}" dt="2022-04-12T13:11:12.541" v="12340"/>
          <ac:picMkLst>
            <pc:docMk/>
            <pc:sldMk cId="877783051" sldId="282"/>
            <ac:picMk id="4" creationId="{46876A8D-6827-43C1-BB80-E8BDBCDCBC0C}"/>
          </ac:picMkLst>
        </pc:picChg>
        <pc:picChg chg="add mod">
          <ac:chgData name="Ožbot, Miha" userId="5fdfeab2-e3ac-40dc-9f9d-ac602c9b72a8" providerId="ADAL" clId="{AE99531F-D73C-4103-9623-9BB2A0EB9D18}" dt="2022-04-12T13:11:13.388" v="12341"/>
          <ac:picMkLst>
            <pc:docMk/>
            <pc:sldMk cId="877783051" sldId="282"/>
            <ac:picMk id="5" creationId="{F6BFB80F-971E-4EED-AC4F-C5779921748D}"/>
          </ac:picMkLst>
        </pc:picChg>
        <pc:picChg chg="add mod">
          <ac:chgData name="Ožbot, Miha" userId="5fdfeab2-e3ac-40dc-9f9d-ac602c9b72a8" providerId="ADAL" clId="{AE99531F-D73C-4103-9623-9BB2A0EB9D18}" dt="2022-04-12T14:18:25.060" v="14991" actId="1076"/>
          <ac:picMkLst>
            <pc:docMk/>
            <pc:sldMk cId="877783051" sldId="282"/>
            <ac:picMk id="6" creationId="{22993324-5225-4517-8700-DCDAE7E8F727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33:24.692" v="15654" actId="20577"/>
        <pc:sldMkLst>
          <pc:docMk/>
          <pc:sldMk cId="996068835" sldId="283"/>
        </pc:sldMkLst>
        <pc:spChg chg="mod">
          <ac:chgData name="Ožbot, Miha" userId="5fdfeab2-e3ac-40dc-9f9d-ac602c9b72a8" providerId="ADAL" clId="{AE99531F-D73C-4103-9623-9BB2A0EB9D18}" dt="2022-04-12T13:57:08.599" v="13983" actId="20577"/>
          <ac:spMkLst>
            <pc:docMk/>
            <pc:sldMk cId="996068835" sldId="283"/>
            <ac:spMk id="2" creationId="{48A86C58-8A74-461B-B93C-6CB631DC2D59}"/>
          </ac:spMkLst>
        </pc:spChg>
        <pc:spChg chg="add del mod">
          <ac:chgData name="Ožbot, Miha" userId="5fdfeab2-e3ac-40dc-9f9d-ac602c9b72a8" providerId="ADAL" clId="{AE99531F-D73C-4103-9623-9BB2A0EB9D18}" dt="2022-04-12T14:33:24.692" v="15654" actId="20577"/>
          <ac:spMkLst>
            <pc:docMk/>
            <pc:sldMk cId="996068835" sldId="283"/>
            <ac:spMk id="3" creationId="{937870A5-48CA-42D8-91E1-59D70059D2FD}"/>
          </ac:spMkLst>
        </pc:spChg>
        <pc:spChg chg="add del mod">
          <ac:chgData name="Ožbot, Miha" userId="5fdfeab2-e3ac-40dc-9f9d-ac602c9b72a8" providerId="ADAL" clId="{AE99531F-D73C-4103-9623-9BB2A0EB9D18}" dt="2022-04-12T14:20:45.204" v="15143" actId="478"/>
          <ac:spMkLst>
            <pc:docMk/>
            <pc:sldMk cId="996068835" sldId="283"/>
            <ac:spMk id="4" creationId="{68F47EE7-2478-4717-842A-E149A8C59B2A}"/>
          </ac:spMkLst>
        </pc:spChg>
        <pc:spChg chg="add del mod">
          <ac:chgData name="Ožbot, Miha" userId="5fdfeab2-e3ac-40dc-9f9d-ac602c9b72a8" providerId="ADAL" clId="{AE99531F-D73C-4103-9623-9BB2A0EB9D18}" dt="2022-04-12T14:20:41.334" v="15141" actId="478"/>
          <ac:spMkLst>
            <pc:docMk/>
            <pc:sldMk cId="996068835" sldId="283"/>
            <ac:spMk id="5" creationId="{F7847674-97D1-47C5-BE22-0C01F1851DCC}"/>
          </ac:spMkLst>
        </pc:spChg>
        <pc:spChg chg="add del">
          <ac:chgData name="Ožbot, Miha" userId="5fdfeab2-e3ac-40dc-9f9d-ac602c9b72a8" providerId="ADAL" clId="{AE99531F-D73C-4103-9623-9BB2A0EB9D18}" dt="2022-04-12T14:23:39.284" v="15274" actId="478"/>
          <ac:spMkLst>
            <pc:docMk/>
            <pc:sldMk cId="996068835" sldId="283"/>
            <ac:spMk id="6" creationId="{39CFD043-B3D5-4B3C-87E7-1C4CA40CC0A1}"/>
          </ac:spMkLst>
        </pc:spChg>
      </pc:sldChg>
      <pc:sldChg chg="addSp delSp modSp new mod">
        <pc:chgData name="Ožbot, Miha" userId="5fdfeab2-e3ac-40dc-9f9d-ac602c9b72a8" providerId="ADAL" clId="{AE99531F-D73C-4103-9623-9BB2A0EB9D18}" dt="2022-04-12T14:37:22.131" v="15677" actId="1076"/>
        <pc:sldMkLst>
          <pc:docMk/>
          <pc:sldMk cId="862989043" sldId="284"/>
        </pc:sldMkLst>
        <pc:graphicFrameChg chg="add mod">
          <ac:chgData name="Ožbot, Miha" userId="5fdfeab2-e3ac-40dc-9f9d-ac602c9b72a8" providerId="ADAL" clId="{AE99531F-D73C-4103-9623-9BB2A0EB9D18}" dt="2022-04-12T14:37:22.131" v="15677" actId="1076"/>
          <ac:graphicFrameMkLst>
            <pc:docMk/>
            <pc:sldMk cId="862989043" sldId="284"/>
            <ac:graphicFrameMk id="7" creationId="{C90C24EF-A9AF-4456-89A1-749796B2A5DF}"/>
          </ac:graphicFrameMkLst>
        </pc:graphicFrameChg>
        <pc:picChg chg="add mod">
          <ac:chgData name="Ožbot, Miha" userId="5fdfeab2-e3ac-40dc-9f9d-ac602c9b72a8" providerId="ADAL" clId="{AE99531F-D73C-4103-9623-9BB2A0EB9D18}" dt="2022-04-12T14:36:02.555" v="15668" actId="1076"/>
          <ac:picMkLst>
            <pc:docMk/>
            <pc:sldMk cId="862989043" sldId="284"/>
            <ac:picMk id="4" creationId="{C088F720-0C4B-497B-AD63-5833701D8B02}"/>
          </ac:picMkLst>
        </pc:picChg>
        <pc:picChg chg="add del mod">
          <ac:chgData name="Ožbot, Miha" userId="5fdfeab2-e3ac-40dc-9f9d-ac602c9b72a8" providerId="ADAL" clId="{AE99531F-D73C-4103-9623-9BB2A0EB9D18}" dt="2022-04-12T14:36:11.075" v="15672" actId="478"/>
          <ac:picMkLst>
            <pc:docMk/>
            <pc:sldMk cId="862989043" sldId="284"/>
            <ac:picMk id="5" creationId="{7733F6F5-200F-4AA8-A2B6-03AA5E788B14}"/>
          </ac:picMkLst>
        </pc:picChg>
        <pc:picChg chg="add del mod">
          <ac:chgData name="Ožbot, Miha" userId="5fdfeab2-e3ac-40dc-9f9d-ac602c9b72a8" providerId="ADAL" clId="{AE99531F-D73C-4103-9623-9BB2A0EB9D18}" dt="2022-04-12T14:36:51.506" v="15675" actId="478"/>
          <ac:picMkLst>
            <pc:docMk/>
            <pc:sldMk cId="862989043" sldId="284"/>
            <ac:picMk id="6" creationId="{D65F68C2-13EB-4709-BBE5-335D7C438BA3}"/>
          </ac:picMkLst>
        </pc:picChg>
      </pc:sldChg>
    </pc:docChg>
  </pc:docChgLst>
  <pc:docChgLst>
    <pc:chgData name="Ožbot, Miha" userId="5fdfeab2-e3ac-40dc-9f9d-ac602c9b72a8" providerId="ADAL" clId="{DE325AE3-D4EB-4B3A-973B-D751563C2A91}"/>
    <pc:docChg chg="undo custSel addSld delSld modSld sldOrd">
      <pc:chgData name="Ožbot, Miha" userId="5fdfeab2-e3ac-40dc-9f9d-ac602c9b72a8" providerId="ADAL" clId="{DE325AE3-D4EB-4B3A-973B-D751563C2A91}" dt="2022-04-13T15:26:53.085" v="2190" actId="1076"/>
      <pc:docMkLst>
        <pc:docMk/>
      </pc:docMkLst>
      <pc:sldChg chg="modSp mod">
        <pc:chgData name="Ožbot, Miha" userId="5fdfeab2-e3ac-40dc-9f9d-ac602c9b72a8" providerId="ADAL" clId="{DE325AE3-D4EB-4B3A-973B-D751563C2A91}" dt="2022-04-13T11:30:03.486" v="1668" actId="113"/>
        <pc:sldMkLst>
          <pc:docMk/>
          <pc:sldMk cId="3904398675" sldId="268"/>
        </pc:sldMkLst>
        <pc:spChg chg="mod">
          <ac:chgData name="Ožbot, Miha" userId="5fdfeab2-e3ac-40dc-9f9d-ac602c9b72a8" providerId="ADAL" clId="{DE325AE3-D4EB-4B3A-973B-D751563C2A91}" dt="2022-04-13T11:30:03.486" v="1668" actId="113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5fdfeab2-e3ac-40dc-9f9d-ac602c9b72a8" providerId="ADAL" clId="{DE325AE3-D4EB-4B3A-973B-D751563C2A91}" dt="2022-04-13T06:43:02.491" v="148" actId="2711"/>
        <pc:sldMkLst>
          <pc:docMk/>
          <pc:sldMk cId="2374509314" sldId="269"/>
        </pc:sldMkLst>
        <pc:spChg chg="mod">
          <ac:chgData name="Ožbot, Miha" userId="5fdfeab2-e3ac-40dc-9f9d-ac602c9b72a8" providerId="ADAL" clId="{DE325AE3-D4EB-4B3A-973B-D751563C2A91}" dt="2022-04-13T06:43:02.491" v="148" actId="2711"/>
          <ac:spMkLst>
            <pc:docMk/>
            <pc:sldMk cId="2374509314" sldId="269"/>
            <ac:spMk id="152" creationId="{E5C10B8F-0F49-47BB-9E2B-012BBFAC83C1}"/>
          </ac:spMkLst>
        </pc:spChg>
      </pc:sldChg>
      <pc:sldChg chg="addSp delSp modSp mod addCm modCm">
        <pc:chgData name="Ožbot, Miha" userId="5fdfeab2-e3ac-40dc-9f9d-ac602c9b72a8" providerId="ADAL" clId="{DE325AE3-D4EB-4B3A-973B-D751563C2A91}" dt="2022-04-13T11:29:03.820" v="1658"/>
        <pc:sldMkLst>
          <pc:docMk/>
          <pc:sldMk cId="4184736895" sldId="271"/>
        </pc:sldMkLst>
        <pc:spChg chg="mod">
          <ac:chgData name="Ožbot, Miha" userId="5fdfeab2-e3ac-40dc-9f9d-ac602c9b72a8" providerId="ADAL" clId="{DE325AE3-D4EB-4B3A-973B-D751563C2A91}" dt="2022-04-13T06:42:47.766" v="145" actId="404"/>
          <ac:spMkLst>
            <pc:docMk/>
            <pc:sldMk cId="4184736895" sldId="271"/>
            <ac:spMk id="3" creationId="{5C52BD9D-B5F3-48BF-8D2A-ED3911753E0F}"/>
          </ac:spMkLst>
        </pc:spChg>
        <pc:picChg chg="mod">
          <ac:chgData name="Ožbot, Miha" userId="5fdfeab2-e3ac-40dc-9f9d-ac602c9b72a8" providerId="ADAL" clId="{DE325AE3-D4EB-4B3A-973B-D751563C2A91}" dt="2022-04-13T11:27:50.796" v="1639" actId="1076"/>
          <ac:picMkLst>
            <pc:docMk/>
            <pc:sldMk cId="4184736895" sldId="271"/>
            <ac:picMk id="5" creationId="{FD157AA9-FEBF-4B62-A48E-F757866162F8}"/>
          </ac:picMkLst>
        </pc:picChg>
        <pc:picChg chg="add del mod">
          <ac:chgData name="Ožbot, Miha" userId="5fdfeab2-e3ac-40dc-9f9d-ac602c9b72a8" providerId="ADAL" clId="{DE325AE3-D4EB-4B3A-973B-D751563C2A91}" dt="2022-04-13T11:27:32.748" v="1635" actId="478"/>
          <ac:picMkLst>
            <pc:docMk/>
            <pc:sldMk cId="4184736895" sldId="271"/>
            <ac:picMk id="7" creationId="{C66863A7-BE4F-4F3A-934E-DC1316CD0576}"/>
          </ac:picMkLst>
        </pc:picChg>
        <pc:picChg chg="add mod">
          <ac:chgData name="Ožbot, Miha" userId="5fdfeab2-e3ac-40dc-9f9d-ac602c9b72a8" providerId="ADAL" clId="{DE325AE3-D4EB-4B3A-973B-D751563C2A91}" dt="2022-04-13T11:28:20.539" v="1654" actId="1076"/>
          <ac:picMkLst>
            <pc:docMk/>
            <pc:sldMk cId="4184736895" sldId="271"/>
            <ac:picMk id="9" creationId="{2E0403B4-7E8A-4C65-8B7F-3EFA96F851A4}"/>
          </ac:picMkLst>
        </pc:picChg>
        <pc:picChg chg="add mod">
          <ac:chgData name="Ožbot, Miha" userId="5fdfeab2-e3ac-40dc-9f9d-ac602c9b72a8" providerId="ADAL" clId="{DE325AE3-D4EB-4B3A-973B-D751563C2A91}" dt="2022-04-13T11:28:24.052" v="1656" actId="1076"/>
          <ac:picMkLst>
            <pc:docMk/>
            <pc:sldMk cId="4184736895" sldId="271"/>
            <ac:picMk id="11" creationId="{54E9ED50-A3E4-4040-8F2C-1F9E782B0BAF}"/>
          </ac:picMkLst>
        </pc:picChg>
      </pc:sldChg>
      <pc:sldChg chg="addSp modSp mod addCm delCm modNotesTx">
        <pc:chgData name="Ožbot, Miha" userId="5fdfeab2-e3ac-40dc-9f9d-ac602c9b72a8" providerId="ADAL" clId="{DE325AE3-D4EB-4B3A-973B-D751563C2A91}" dt="2022-04-13T13:58:45.610" v="2026"/>
        <pc:sldMkLst>
          <pc:docMk/>
          <pc:sldMk cId="4208559629" sldId="272"/>
        </pc:sldMkLst>
        <pc:spChg chg="mod">
          <ac:chgData name="Ožbot, Miha" userId="5fdfeab2-e3ac-40dc-9f9d-ac602c9b72a8" providerId="ADAL" clId="{DE325AE3-D4EB-4B3A-973B-D751563C2A91}" dt="2022-04-13T13:58:31.781" v="2023" actId="20577"/>
          <ac:spMkLst>
            <pc:docMk/>
            <pc:sldMk cId="4208559629" sldId="272"/>
            <ac:spMk id="3" creationId="{1531599C-9051-4E2D-A5D8-F217221C0753}"/>
          </ac:spMkLst>
        </pc:spChg>
        <pc:picChg chg="mod">
          <ac:chgData name="Ožbot, Miha" userId="5fdfeab2-e3ac-40dc-9f9d-ac602c9b72a8" providerId="ADAL" clId="{DE325AE3-D4EB-4B3A-973B-D751563C2A91}" dt="2022-04-13T12:09:18.437" v="1670" actId="1076"/>
          <ac:picMkLst>
            <pc:docMk/>
            <pc:sldMk cId="4208559629" sldId="272"/>
            <ac:picMk id="7" creationId="{B716A637-5B18-4C90-97D1-63B8180BAB81}"/>
          </ac:picMkLst>
        </pc:picChg>
        <pc:picChg chg="add mod">
          <ac:chgData name="Ožbot, Miha" userId="5fdfeab2-e3ac-40dc-9f9d-ac602c9b72a8" providerId="ADAL" clId="{DE325AE3-D4EB-4B3A-973B-D751563C2A91}" dt="2022-04-13T11:08:39.671" v="1464" actId="1076"/>
          <ac:picMkLst>
            <pc:docMk/>
            <pc:sldMk cId="4208559629" sldId="272"/>
            <ac:picMk id="8" creationId="{4A8E360B-A1E2-4AED-9D54-4F79BE2BA04D}"/>
          </ac:picMkLst>
        </pc:picChg>
        <pc:picChg chg="mod">
          <ac:chgData name="Ožbot, Miha" userId="5fdfeab2-e3ac-40dc-9f9d-ac602c9b72a8" providerId="ADAL" clId="{DE325AE3-D4EB-4B3A-973B-D751563C2A91}" dt="2022-04-13T11:08:47.766" v="1465" actId="1076"/>
          <ac:picMkLst>
            <pc:docMk/>
            <pc:sldMk cId="4208559629" sldId="272"/>
            <ac:picMk id="9" creationId="{57EAB7B9-C178-4EC6-9A26-2FCA9232B392}"/>
          </ac:picMkLst>
        </pc:picChg>
        <pc:picChg chg="mod">
          <ac:chgData name="Ožbot, Miha" userId="5fdfeab2-e3ac-40dc-9f9d-ac602c9b72a8" providerId="ADAL" clId="{DE325AE3-D4EB-4B3A-973B-D751563C2A91}" dt="2022-04-13T11:08:22.535" v="1461" actId="1076"/>
          <ac:picMkLst>
            <pc:docMk/>
            <pc:sldMk cId="4208559629" sldId="272"/>
            <ac:picMk id="11" creationId="{908DF426-1E34-4908-A0BC-B039426CE6CD}"/>
          </ac:picMkLst>
        </pc:picChg>
        <pc:picChg chg="add mod">
          <ac:chgData name="Ožbot, Miha" userId="5fdfeab2-e3ac-40dc-9f9d-ac602c9b72a8" providerId="ADAL" clId="{DE325AE3-D4EB-4B3A-973B-D751563C2A91}" dt="2022-04-13T13:57:59.916" v="2020" actId="1076"/>
          <ac:picMkLst>
            <pc:docMk/>
            <pc:sldMk cId="4208559629" sldId="272"/>
            <ac:picMk id="12" creationId="{35BE1C1F-18FF-41CA-8072-6B4D8C91FD66}"/>
          </ac:picMkLst>
        </pc:picChg>
      </pc:sldChg>
      <pc:sldChg chg="addSp delSp modSp mod setBg modCm">
        <pc:chgData name="Ožbot, Miha" userId="5fdfeab2-e3ac-40dc-9f9d-ac602c9b72a8" providerId="ADAL" clId="{DE325AE3-D4EB-4B3A-973B-D751563C2A91}" dt="2022-04-13T12:55:15.694" v="1682" actId="1036"/>
        <pc:sldMkLst>
          <pc:docMk/>
          <pc:sldMk cId="3240517478" sldId="273"/>
        </pc:sldMkLst>
        <pc:spChg chg="mo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DE325AE3-D4EB-4B3A-973B-D751563C2A91}" dt="2022-04-13T12:55:15.694" v="1682" actId="1036"/>
          <ac:spMkLst>
            <pc:docMk/>
            <pc:sldMk cId="3240517478" sldId="273"/>
            <ac:spMk id="3" creationId="{0C8395A6-C043-47BC-A1BA-EF142E98D3BB}"/>
          </ac:spMkLst>
        </pc:spChg>
        <pc:spChg chg="mo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1" creationId="{2454B71B-2949-4EE9-AA67-6232A6F2F9AF}"/>
          </ac:spMkLst>
        </pc:spChg>
        <pc:spChg chg="ad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3" creationId="{650D18FE-0824-4A46-B22C-A86B52E5780A}"/>
          </ac:spMkLst>
        </pc:spChg>
        <pc:spChg chg="add">
          <ac:chgData name="Ožbot, Miha" userId="5fdfeab2-e3ac-40dc-9f9d-ac602c9b72a8" providerId="ADAL" clId="{DE325AE3-D4EB-4B3A-973B-D751563C2A91}" dt="2022-04-13T06:33:12.547" v="19" actId="26606"/>
          <ac:spMkLst>
            <pc:docMk/>
            <pc:sldMk cId="3240517478" sldId="273"/>
            <ac:spMk id="16" creationId="{743AA782-23D1-4521-8CAD-47662984AA08}"/>
          </ac:spMkLst>
        </pc:sp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4" creationId="{3F3AFED0-7D85-4DB1-B837-435F27380387}"/>
          </ac:picMkLst>
        </pc:picChg>
        <pc:picChg chg="ord">
          <ac:chgData name="Ožbot, Miha" userId="5fdfeab2-e3ac-40dc-9f9d-ac602c9b72a8" providerId="ADAL" clId="{DE325AE3-D4EB-4B3A-973B-D751563C2A91}" dt="2022-04-13T06:33:12.547" v="19" actId="26606"/>
          <ac:picMkLst>
            <pc:docMk/>
            <pc:sldMk cId="3240517478" sldId="273"/>
            <ac:picMk id="7" creationId="{49B23FB3-161C-4BD6-AD9B-09220DB3C249}"/>
          </ac:picMkLst>
        </pc:picChg>
        <pc:picChg chg="mod ord">
          <ac:chgData name="Ožbot, Miha" userId="5fdfeab2-e3ac-40dc-9f9d-ac602c9b72a8" providerId="ADAL" clId="{DE325AE3-D4EB-4B3A-973B-D751563C2A91}" dt="2022-04-13T06:33:33.653" v="27" actId="1076"/>
          <ac:picMkLst>
            <pc:docMk/>
            <pc:sldMk cId="3240517478" sldId="273"/>
            <ac:picMk id="8" creationId="{F057BFDF-3E42-4BB8-8623-4B77CC94745D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12" creationId="{343D4B0F-C721-4B90-90A4-B4AE13244FC7}"/>
          </ac:picMkLst>
        </pc:picChg>
        <pc:picChg chg="add mod">
          <ac:chgData name="Ožbot, Miha" userId="5fdfeab2-e3ac-40dc-9f9d-ac602c9b72a8" providerId="ADAL" clId="{DE325AE3-D4EB-4B3A-973B-D751563C2A91}" dt="2022-04-13T06:33:30.264" v="25" actId="1076"/>
          <ac:picMkLst>
            <pc:docMk/>
            <pc:sldMk cId="3240517478" sldId="273"/>
            <ac:picMk id="14" creationId="{55479145-6CF5-47A0-93D5-23934F8F8EFF}"/>
          </ac:picMkLst>
        </pc:picChg>
        <pc:picChg chg="add mod">
          <ac:chgData name="Ožbot, Miha" userId="5fdfeab2-e3ac-40dc-9f9d-ac602c9b72a8" providerId="ADAL" clId="{DE325AE3-D4EB-4B3A-973B-D751563C2A91}" dt="2022-04-13T06:33:32.119" v="26" actId="1076"/>
          <ac:picMkLst>
            <pc:docMk/>
            <pc:sldMk cId="3240517478" sldId="273"/>
            <ac:picMk id="15" creationId="{9B312533-066A-49D1-9F28-DEFD44A7DEF8}"/>
          </ac:picMkLst>
        </pc:picChg>
        <pc:picChg chg="add mod">
          <ac:chgData name="Ožbot, Miha" userId="5fdfeab2-e3ac-40dc-9f9d-ac602c9b72a8" providerId="ADAL" clId="{DE325AE3-D4EB-4B3A-973B-D751563C2A91}" dt="2022-04-13T06:33:28.115" v="24" actId="1076"/>
          <ac:picMkLst>
            <pc:docMk/>
            <pc:sldMk cId="3240517478" sldId="273"/>
            <ac:picMk id="17" creationId="{593A5D32-7A7C-4F7C-B891-CFFFAA1A15C4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18" creationId="{BA5F74D1-61BB-4FBF-B3E2-A7E8A5AEA00C}"/>
          </ac:picMkLst>
        </pc:picChg>
        <pc:picChg chg="add mod">
          <ac:chgData name="Ožbot, Miha" userId="5fdfeab2-e3ac-40dc-9f9d-ac602c9b72a8" providerId="ADAL" clId="{DE325AE3-D4EB-4B3A-973B-D751563C2A91}" dt="2022-04-13T06:36:04.521" v="59" actId="1076"/>
          <ac:picMkLst>
            <pc:docMk/>
            <pc:sldMk cId="3240517478" sldId="273"/>
            <ac:picMk id="19" creationId="{D35C37BC-E55C-473D-B7A2-48AD29E8CD53}"/>
          </ac:picMkLst>
        </pc:picChg>
        <pc:picChg chg="del">
          <ac:chgData name="Ožbot, Miha" userId="5fdfeab2-e3ac-40dc-9f9d-ac602c9b72a8" providerId="ADAL" clId="{DE325AE3-D4EB-4B3A-973B-D751563C2A91}" dt="2022-04-13T06:33:07.123" v="17" actId="21"/>
          <ac:picMkLst>
            <pc:docMk/>
            <pc:sldMk cId="3240517478" sldId="273"/>
            <ac:picMk id="20" creationId="{0983AF6A-70FF-4949-ADD1-CE01E87B976D}"/>
          </ac:picMkLst>
        </pc:picChg>
      </pc:sldChg>
      <pc:sldChg chg="addSp delSp modSp mod">
        <pc:chgData name="Ožbot, Miha" userId="5fdfeab2-e3ac-40dc-9f9d-ac602c9b72a8" providerId="ADAL" clId="{DE325AE3-D4EB-4B3A-973B-D751563C2A91}" dt="2022-04-13T13:41:27.511" v="1693" actId="20577"/>
        <pc:sldMkLst>
          <pc:docMk/>
          <pc:sldMk cId="888014937" sldId="274"/>
        </pc:sldMkLst>
        <pc:spChg chg="mo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DE325AE3-D4EB-4B3A-973B-D751563C2A91}" dt="2022-04-13T13:41:27.511" v="1693" actId="20577"/>
          <ac:spMkLst>
            <pc:docMk/>
            <pc:sldMk cId="888014937" sldId="274"/>
            <ac:spMk id="3" creationId="{FDC65FC8-07E2-4ADE-BD82-136E54F8BF01}"/>
          </ac:spMkLst>
        </pc:spChg>
        <pc:spChg chg="mo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4" creationId="{5352933B-F06D-4267-87AB-9A97A4C456A9}"/>
          </ac:spMkLst>
        </pc:spChg>
        <pc:spChg chg="del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0" creationId="{100EDD19-6802-4EC3-95CE-CFFAB042CFD6}"/>
          </ac:spMkLst>
        </pc:spChg>
        <pc:spChg chg="del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2" creationId="{DB17E863-922E-4C26-BD64-E8FD41D28661}"/>
          </ac:spMkLst>
        </pc:spChg>
        <pc:spChg chg="ad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7" creationId="{777A147A-9ED8-46B4-8660-1B3C2AA880B5}"/>
          </ac:spMkLst>
        </pc:spChg>
        <pc:spChg chg="add">
          <ac:chgData name="Ožbot, Miha" userId="5fdfeab2-e3ac-40dc-9f9d-ac602c9b72a8" providerId="ADAL" clId="{DE325AE3-D4EB-4B3A-973B-D751563C2A91}" dt="2022-04-13T06:53:17.516" v="286" actId="26606"/>
          <ac:spMkLst>
            <pc:docMk/>
            <pc:sldMk cId="888014937" sldId="274"/>
            <ac:spMk id="19" creationId="{5D6C15A0-C087-4593-8414-2B4EC1CDC3DE}"/>
          </ac:spMkLst>
        </pc:spChg>
        <pc:picChg chg="ord">
          <ac:chgData name="Ožbot, Miha" userId="5fdfeab2-e3ac-40dc-9f9d-ac602c9b72a8" providerId="ADAL" clId="{DE325AE3-D4EB-4B3A-973B-D751563C2A91}" dt="2022-04-13T06:53:17.516" v="286" actId="26606"/>
          <ac:picMkLst>
            <pc:docMk/>
            <pc:sldMk cId="888014937" sldId="274"/>
            <ac:picMk id="5" creationId="{065E7503-2AA0-4D7F-93AE-7C63C0457B05}"/>
          </ac:picMkLst>
        </pc:picChg>
      </pc:sldChg>
      <pc:sldChg chg="modSp mod">
        <pc:chgData name="Ožbot, Miha" userId="5fdfeab2-e3ac-40dc-9f9d-ac602c9b72a8" providerId="ADAL" clId="{DE325AE3-D4EB-4B3A-973B-D751563C2A91}" dt="2022-04-13T06:53:58.392" v="300" actId="20577"/>
        <pc:sldMkLst>
          <pc:docMk/>
          <pc:sldMk cId="605482339" sldId="275"/>
        </pc:sldMkLst>
        <pc:spChg chg="mod">
          <ac:chgData name="Ožbot, Miha" userId="5fdfeab2-e3ac-40dc-9f9d-ac602c9b72a8" providerId="ADAL" clId="{DE325AE3-D4EB-4B3A-973B-D751563C2A91}" dt="2022-04-13T06:53:58.392" v="300" actId="20577"/>
          <ac:spMkLst>
            <pc:docMk/>
            <pc:sldMk cId="605482339" sldId="275"/>
            <ac:spMk id="3" creationId="{2EBF0C0C-9362-444A-A2F4-408EE67818B7}"/>
          </ac:spMkLst>
        </pc:spChg>
      </pc:sldChg>
      <pc:sldChg chg="addSp delSp modSp mod ord">
        <pc:chgData name="Ožbot, Miha" userId="5fdfeab2-e3ac-40dc-9f9d-ac602c9b72a8" providerId="ADAL" clId="{DE325AE3-D4EB-4B3A-973B-D751563C2A91}" dt="2022-04-13T14:26:24.691" v="2028"/>
        <pc:sldMkLst>
          <pc:docMk/>
          <pc:sldMk cId="1974032223" sldId="276"/>
        </pc:sldMkLst>
        <pc:spChg chg="mo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5fdfeab2-e3ac-40dc-9f9d-ac602c9b72a8" providerId="ADAL" clId="{DE325AE3-D4EB-4B3A-973B-D751563C2A91}" dt="2022-04-13T06:49:12.895" v="227" actId="404"/>
          <ac:spMkLst>
            <pc:docMk/>
            <pc:sldMk cId="1974032223" sldId="276"/>
            <ac:spMk id="3" creationId="{03DBCEB0-1B80-4DF7-B8D5-E463545749EC}"/>
          </ac:spMkLst>
        </pc:spChg>
        <pc:spChg chg="mo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4" creationId="{19D77640-8D38-4CB3-89E5-FF21B19302FD}"/>
          </ac:spMkLst>
        </pc:spChg>
        <pc:spChg chg="del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17" creationId="{100EDD19-6802-4EC3-95CE-CFFAB042CFD6}"/>
          </ac:spMkLst>
        </pc:spChg>
        <pc:spChg chg="del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18" creationId="{DB17E863-922E-4C26-BD64-E8FD41D28661}"/>
          </ac:spMkLst>
        </pc:spChg>
        <pc:spChg chg="ad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3" creationId="{777A147A-9ED8-46B4-8660-1B3C2AA880B5}"/>
          </ac:spMkLst>
        </pc:spChg>
        <pc:spChg chg="add">
          <ac:chgData name="Ožbot, Miha" userId="5fdfeab2-e3ac-40dc-9f9d-ac602c9b72a8" providerId="ADAL" clId="{DE325AE3-D4EB-4B3A-973B-D751563C2A91}" dt="2022-04-13T06:49:09.902" v="225" actId="26606"/>
          <ac:spMkLst>
            <pc:docMk/>
            <pc:sldMk cId="1974032223" sldId="276"/>
            <ac:spMk id="25" creationId="{5D6C15A0-C087-4593-8414-2B4EC1CDC3DE}"/>
          </ac:spMkLst>
        </pc:spChg>
        <pc:picChg chg="ord">
          <ac:chgData name="Ožbot, Miha" userId="5fdfeab2-e3ac-40dc-9f9d-ac602c9b72a8" providerId="ADAL" clId="{DE325AE3-D4EB-4B3A-973B-D751563C2A91}" dt="2022-04-13T06:49:09.902" v="225" actId="26606"/>
          <ac:picMkLst>
            <pc:docMk/>
            <pc:sldMk cId="1974032223" sldId="276"/>
            <ac:picMk id="8" creationId="{3087ADEC-0877-4E2C-892B-C7B672B98F29}"/>
          </ac:picMkLst>
        </pc:picChg>
      </pc:sldChg>
      <pc:sldChg chg="addSp modSp mod addCm">
        <pc:chgData name="Ožbot, Miha" userId="5fdfeab2-e3ac-40dc-9f9d-ac602c9b72a8" providerId="ADAL" clId="{DE325AE3-D4EB-4B3A-973B-D751563C2A91}" dt="2022-04-13T13:44:22.154" v="1721" actId="20577"/>
        <pc:sldMkLst>
          <pc:docMk/>
          <pc:sldMk cId="1777168465" sldId="277"/>
        </pc:sldMkLst>
        <pc:spChg chg="mod">
          <ac:chgData name="Ožbot, Miha" userId="5fdfeab2-e3ac-40dc-9f9d-ac602c9b72a8" providerId="ADAL" clId="{DE325AE3-D4EB-4B3A-973B-D751563C2A91}" dt="2022-04-13T13:44:22.154" v="1721" actId="20577"/>
          <ac:spMkLst>
            <pc:docMk/>
            <pc:sldMk cId="1777168465" sldId="277"/>
            <ac:spMk id="3" creationId="{354E9BDB-FFAF-4691-A07B-B175C22DE297}"/>
          </ac:spMkLst>
        </pc:spChg>
        <pc:picChg chg="mod">
          <ac:chgData name="Ožbot, Miha" userId="5fdfeab2-e3ac-40dc-9f9d-ac602c9b72a8" providerId="ADAL" clId="{DE325AE3-D4EB-4B3A-973B-D751563C2A91}" dt="2022-04-13T11:06:31.815" v="1432" actId="1076"/>
          <ac:picMkLst>
            <pc:docMk/>
            <pc:sldMk cId="1777168465" sldId="277"/>
            <ac:picMk id="5" creationId="{9285C982-D10D-4F3A-8964-EB41CAA88E0D}"/>
          </ac:picMkLst>
        </pc:picChg>
        <pc:picChg chg="mod">
          <ac:chgData name="Ožbot, Miha" userId="5fdfeab2-e3ac-40dc-9f9d-ac602c9b72a8" providerId="ADAL" clId="{DE325AE3-D4EB-4B3A-973B-D751563C2A91}" dt="2022-04-13T11:06:32.438" v="1433" actId="1076"/>
          <ac:picMkLst>
            <pc:docMk/>
            <pc:sldMk cId="1777168465" sldId="277"/>
            <ac:picMk id="6" creationId="{E9FA8733-898D-4316-BA85-8FDE057BA093}"/>
          </ac:picMkLst>
        </pc:picChg>
        <pc:picChg chg="mod">
          <ac:chgData name="Ožbot, Miha" userId="5fdfeab2-e3ac-40dc-9f9d-ac602c9b72a8" providerId="ADAL" clId="{DE325AE3-D4EB-4B3A-973B-D751563C2A91}" dt="2022-04-13T11:06:34.047" v="1434" actId="1076"/>
          <ac:picMkLst>
            <pc:docMk/>
            <pc:sldMk cId="1777168465" sldId="277"/>
            <ac:picMk id="8" creationId="{A291E1AF-4115-4282-B2FE-8F606C019ADE}"/>
          </ac:picMkLst>
        </pc:picChg>
        <pc:picChg chg="mod">
          <ac:chgData name="Ožbot, Miha" userId="5fdfeab2-e3ac-40dc-9f9d-ac602c9b72a8" providerId="ADAL" clId="{DE325AE3-D4EB-4B3A-973B-D751563C2A91}" dt="2022-04-13T11:06:30.823" v="1431" actId="1076"/>
          <ac:picMkLst>
            <pc:docMk/>
            <pc:sldMk cId="1777168465" sldId="277"/>
            <ac:picMk id="9" creationId="{08397847-3EC8-41A8-845B-2FBD81FACC24}"/>
          </ac:picMkLst>
        </pc:picChg>
        <pc:picChg chg="add mod">
          <ac:chgData name="Ožbot, Miha" userId="5fdfeab2-e3ac-40dc-9f9d-ac602c9b72a8" providerId="ADAL" clId="{DE325AE3-D4EB-4B3A-973B-D751563C2A91}" dt="2022-04-13T11:06:36.103" v="1436" actId="1076"/>
          <ac:picMkLst>
            <pc:docMk/>
            <pc:sldMk cId="1777168465" sldId="277"/>
            <ac:picMk id="10" creationId="{B04AA810-EACD-4DFC-9DCC-E0C693123864}"/>
          </ac:picMkLst>
        </pc:picChg>
        <pc:picChg chg="mod">
          <ac:chgData name="Ožbot, Miha" userId="5fdfeab2-e3ac-40dc-9f9d-ac602c9b72a8" providerId="ADAL" clId="{DE325AE3-D4EB-4B3A-973B-D751563C2A91}" dt="2022-04-13T11:06:29.502" v="1430" actId="1076"/>
          <ac:picMkLst>
            <pc:docMk/>
            <pc:sldMk cId="1777168465" sldId="277"/>
            <ac:picMk id="11" creationId="{034D35BE-C44A-447B-BBD7-5C6D40613EAE}"/>
          </ac:picMkLst>
        </pc:picChg>
        <pc:picChg chg="mod">
          <ac:chgData name="Ožbot, Miha" userId="5fdfeab2-e3ac-40dc-9f9d-ac602c9b72a8" providerId="ADAL" clId="{DE325AE3-D4EB-4B3A-973B-D751563C2A91}" dt="2022-04-13T06:47:23.580" v="214" actId="1076"/>
          <ac:picMkLst>
            <pc:docMk/>
            <pc:sldMk cId="1777168465" sldId="277"/>
            <ac:picMk id="12" creationId="{9E3844B7-9FB4-4EC3-B021-7666C8705B2C}"/>
          </ac:picMkLst>
        </pc:picChg>
        <pc:picChg chg="mod">
          <ac:chgData name="Ožbot, Miha" userId="5fdfeab2-e3ac-40dc-9f9d-ac602c9b72a8" providerId="ADAL" clId="{DE325AE3-D4EB-4B3A-973B-D751563C2A91}" dt="2022-04-13T06:47:26.413" v="215" actId="1076"/>
          <ac:picMkLst>
            <pc:docMk/>
            <pc:sldMk cId="1777168465" sldId="277"/>
            <ac:picMk id="13" creationId="{7E163A39-C47C-4ABB-8365-825A3596D2EF}"/>
          </ac:picMkLst>
        </pc:picChg>
        <pc:picChg chg="mod">
          <ac:chgData name="Ožbot, Miha" userId="5fdfeab2-e3ac-40dc-9f9d-ac602c9b72a8" providerId="ADAL" clId="{DE325AE3-D4EB-4B3A-973B-D751563C2A91}" dt="2022-04-13T06:47:19.877" v="210" actId="1076"/>
          <ac:picMkLst>
            <pc:docMk/>
            <pc:sldMk cId="1777168465" sldId="277"/>
            <ac:picMk id="15" creationId="{A72A30FA-8B45-42DA-8F3F-0D95941C3C0D}"/>
          </ac:picMkLst>
        </pc:picChg>
        <pc:picChg chg="mod">
          <ac:chgData name="Ožbot, Miha" userId="5fdfeab2-e3ac-40dc-9f9d-ac602c9b72a8" providerId="ADAL" clId="{DE325AE3-D4EB-4B3A-973B-D751563C2A91}" dt="2022-04-13T11:06:35.023" v="1435" actId="1076"/>
          <ac:picMkLst>
            <pc:docMk/>
            <pc:sldMk cId="1777168465" sldId="277"/>
            <ac:picMk id="16" creationId="{C0305A5C-8631-4428-868E-2FC70A2C8434}"/>
          </ac:picMkLst>
        </pc:picChg>
      </pc:sldChg>
      <pc:sldChg chg="addSp delSp modSp mod addCm modNotesTx">
        <pc:chgData name="Ožbot, Miha" userId="5fdfeab2-e3ac-40dc-9f9d-ac602c9b72a8" providerId="ADAL" clId="{DE325AE3-D4EB-4B3A-973B-D751563C2A91}" dt="2022-04-13T15:25:23.265" v="2162" actId="1076"/>
        <pc:sldMkLst>
          <pc:docMk/>
          <pc:sldMk cId="3461412227" sldId="278"/>
        </pc:sldMkLst>
        <pc:spChg chg="mod">
          <ac:chgData name="Ožbot, Miha" userId="5fdfeab2-e3ac-40dc-9f9d-ac602c9b72a8" providerId="ADAL" clId="{DE325AE3-D4EB-4B3A-973B-D751563C2A91}" dt="2022-04-13T10:44:19.734" v="937" actId="20577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DE325AE3-D4EB-4B3A-973B-D751563C2A91}" dt="2022-04-13T15:24:58.568" v="2158" actId="20577"/>
          <ac:spMkLst>
            <pc:docMk/>
            <pc:sldMk cId="3461412227" sldId="278"/>
            <ac:spMk id="3" creationId="{5F43D92A-C5DA-4436-A6F4-4FE1EACAF22B}"/>
          </ac:spMkLst>
        </pc:spChg>
        <pc:picChg chg="mod">
          <ac:chgData name="Ožbot, Miha" userId="5fdfeab2-e3ac-40dc-9f9d-ac602c9b72a8" providerId="ADAL" clId="{DE325AE3-D4EB-4B3A-973B-D751563C2A91}" dt="2022-04-13T11:24:15.381" v="1625" actId="1076"/>
          <ac:picMkLst>
            <pc:docMk/>
            <pc:sldMk cId="3461412227" sldId="278"/>
            <ac:picMk id="4" creationId="{36793C1F-057D-4B6B-9D4A-9F59918B829B}"/>
          </ac:picMkLst>
        </pc:picChg>
        <pc:picChg chg="mod">
          <ac:chgData name="Ožbot, Miha" userId="5fdfeab2-e3ac-40dc-9f9d-ac602c9b72a8" providerId="ADAL" clId="{DE325AE3-D4EB-4B3A-973B-D751563C2A91}" dt="2022-04-13T11:24:18.773" v="1628" actId="1076"/>
          <ac:picMkLst>
            <pc:docMk/>
            <pc:sldMk cId="3461412227" sldId="278"/>
            <ac:picMk id="5" creationId="{D2C874A5-9A3A-423F-80E9-B6066E1F20A5}"/>
          </ac:picMkLst>
        </pc:picChg>
        <pc:picChg chg="add mod">
          <ac:chgData name="Ožbot, Miha" userId="5fdfeab2-e3ac-40dc-9f9d-ac602c9b72a8" providerId="ADAL" clId="{DE325AE3-D4EB-4B3A-973B-D751563C2A91}" dt="2022-04-13T11:24:22.852" v="1631" actId="1076"/>
          <ac:picMkLst>
            <pc:docMk/>
            <pc:sldMk cId="3461412227" sldId="278"/>
            <ac:picMk id="9" creationId="{4CE520FE-C4F6-43B8-B031-17947DA23B4B}"/>
          </ac:picMkLst>
        </pc:picChg>
        <pc:picChg chg="add del mod">
          <ac:chgData name="Ožbot, Miha" userId="5fdfeab2-e3ac-40dc-9f9d-ac602c9b72a8" providerId="ADAL" clId="{DE325AE3-D4EB-4B3A-973B-D751563C2A91}" dt="2022-04-13T08:11:33.114" v="680" actId="478"/>
          <ac:picMkLst>
            <pc:docMk/>
            <pc:sldMk cId="3461412227" sldId="278"/>
            <ac:picMk id="11" creationId="{D91D28DF-68E6-4892-A7BA-B624D5DC10E6}"/>
          </ac:picMkLst>
        </pc:picChg>
        <pc:picChg chg="add mod">
          <ac:chgData name="Ožbot, Miha" userId="5fdfeab2-e3ac-40dc-9f9d-ac602c9b72a8" providerId="ADAL" clId="{DE325AE3-D4EB-4B3A-973B-D751563C2A91}" dt="2022-04-13T15:25:22.194" v="2161" actId="1076"/>
          <ac:picMkLst>
            <pc:docMk/>
            <pc:sldMk cId="3461412227" sldId="278"/>
            <ac:picMk id="13" creationId="{2996BBE6-449F-40ED-A9B1-36B3DCF47889}"/>
          </ac:picMkLst>
        </pc:picChg>
        <pc:picChg chg="add del mod">
          <ac:chgData name="Ožbot, Miha" userId="5fdfeab2-e3ac-40dc-9f9d-ac602c9b72a8" providerId="ADAL" clId="{DE325AE3-D4EB-4B3A-973B-D751563C2A91}" dt="2022-04-13T11:22:19.934" v="1596" actId="478"/>
          <ac:picMkLst>
            <pc:docMk/>
            <pc:sldMk cId="3461412227" sldId="278"/>
            <ac:picMk id="15" creationId="{D2262E33-3741-40BA-AFDD-3A1D7DADBAD7}"/>
          </ac:picMkLst>
        </pc:picChg>
        <pc:picChg chg="add del mod">
          <ac:chgData name="Ožbot, Miha" userId="5fdfeab2-e3ac-40dc-9f9d-ac602c9b72a8" providerId="ADAL" clId="{DE325AE3-D4EB-4B3A-973B-D751563C2A91}" dt="2022-04-13T11:00:17.461" v="1320" actId="21"/>
          <ac:picMkLst>
            <pc:docMk/>
            <pc:sldMk cId="3461412227" sldId="278"/>
            <ac:picMk id="16" creationId="{1E2A16CE-FAE1-4350-9A69-D9C3D2007297}"/>
          </ac:picMkLst>
        </pc:picChg>
        <pc:picChg chg="add mod">
          <ac:chgData name="Ožbot, Miha" userId="5fdfeab2-e3ac-40dc-9f9d-ac602c9b72a8" providerId="ADAL" clId="{DE325AE3-D4EB-4B3A-973B-D751563C2A91}" dt="2022-04-13T11:24:17.725" v="1627" actId="1076"/>
          <ac:picMkLst>
            <pc:docMk/>
            <pc:sldMk cId="3461412227" sldId="278"/>
            <ac:picMk id="18" creationId="{93682EC8-A214-42AB-9C93-DB4608C51882}"/>
          </ac:picMkLst>
        </pc:picChg>
        <pc:picChg chg="add mod">
          <ac:chgData name="Ožbot, Miha" userId="5fdfeab2-e3ac-40dc-9f9d-ac602c9b72a8" providerId="ADAL" clId="{DE325AE3-D4EB-4B3A-973B-D751563C2A91}" dt="2022-04-13T15:25:23.265" v="2162" actId="1076"/>
          <ac:picMkLst>
            <pc:docMk/>
            <pc:sldMk cId="3461412227" sldId="278"/>
            <ac:picMk id="20" creationId="{90C3A944-1147-4C9D-95F1-94FE4D6DDF1F}"/>
          </ac:picMkLst>
        </pc:picChg>
      </pc:sldChg>
      <pc:sldChg chg="addSp delSp modSp mod addCm">
        <pc:chgData name="Ožbot, Miha" userId="5fdfeab2-e3ac-40dc-9f9d-ac602c9b72a8" providerId="ADAL" clId="{DE325AE3-D4EB-4B3A-973B-D751563C2A91}" dt="2022-04-13T15:12:39.162" v="2134" actId="20577"/>
        <pc:sldMkLst>
          <pc:docMk/>
          <pc:sldMk cId="2849575153" sldId="279"/>
        </pc:sldMkLst>
        <pc:spChg chg="add del mod">
          <ac:chgData name="Ožbot, Miha" userId="5fdfeab2-e3ac-40dc-9f9d-ac602c9b72a8" providerId="ADAL" clId="{DE325AE3-D4EB-4B3A-973B-D751563C2A91}" dt="2022-04-13T15:12:39.162" v="2134" actId="20577"/>
          <ac:spMkLst>
            <pc:docMk/>
            <pc:sldMk cId="2849575153" sldId="279"/>
            <ac:spMk id="3" creationId="{9B7BDED3-60BE-4F4C-8872-B171FE820D8D}"/>
          </ac:spMkLst>
        </pc:spChg>
        <pc:spChg chg="add del">
          <ac:chgData name="Ožbot, Miha" userId="5fdfeab2-e3ac-40dc-9f9d-ac602c9b72a8" providerId="ADAL" clId="{DE325AE3-D4EB-4B3A-973B-D751563C2A91}" dt="2022-04-13T13:46:16.150" v="1737" actId="478"/>
          <ac:spMkLst>
            <pc:docMk/>
            <pc:sldMk cId="2849575153" sldId="279"/>
            <ac:spMk id="19" creationId="{B1B5BE6E-E260-477B-A626-4C039E737DCE}"/>
          </ac:spMkLst>
        </pc:spChg>
        <pc:spChg chg="add del mod">
          <ac:chgData name="Ožbot, Miha" userId="5fdfeab2-e3ac-40dc-9f9d-ac602c9b72a8" providerId="ADAL" clId="{DE325AE3-D4EB-4B3A-973B-D751563C2A91}" dt="2022-04-13T13:46:13.273" v="1736" actId="478"/>
          <ac:spMkLst>
            <pc:docMk/>
            <pc:sldMk cId="2849575153" sldId="279"/>
            <ac:spMk id="20" creationId="{47AE259A-9A44-4166-AD85-AD5D9AFA33A3}"/>
          </ac:spMkLst>
        </pc:spChg>
        <pc:spChg chg="add del mod">
          <ac:chgData name="Ožbot, Miha" userId="5fdfeab2-e3ac-40dc-9f9d-ac602c9b72a8" providerId="ADAL" clId="{DE325AE3-D4EB-4B3A-973B-D751563C2A91}" dt="2022-04-13T13:46:28.887" v="1743" actId="478"/>
          <ac:spMkLst>
            <pc:docMk/>
            <pc:sldMk cId="2849575153" sldId="279"/>
            <ac:spMk id="21" creationId="{FE31E07F-64B1-46FE-9B2C-6462371096EC}"/>
          </ac:spMkLst>
        </pc:spChg>
        <pc:picChg chg="mod">
          <ac:chgData name="Ožbot, Miha" userId="5fdfeab2-e3ac-40dc-9f9d-ac602c9b72a8" providerId="ADAL" clId="{DE325AE3-D4EB-4B3A-973B-D751563C2A91}" dt="2022-04-13T13:53:19.549" v="1959" actId="1076"/>
          <ac:picMkLst>
            <pc:docMk/>
            <pc:sldMk cId="2849575153" sldId="279"/>
            <ac:picMk id="4" creationId="{05AE727E-5F2F-448B-B67B-8E426C9AD95E}"/>
          </ac:picMkLst>
        </pc:picChg>
        <pc:picChg chg="mod">
          <ac:chgData name="Ožbot, Miha" userId="5fdfeab2-e3ac-40dc-9f9d-ac602c9b72a8" providerId="ADAL" clId="{DE325AE3-D4EB-4B3A-973B-D751563C2A91}" dt="2022-04-13T13:51:40.558" v="1917" actId="1076"/>
          <ac:picMkLst>
            <pc:docMk/>
            <pc:sldMk cId="2849575153" sldId="279"/>
            <ac:picMk id="5" creationId="{4C194844-4B49-488E-95FC-55F500B7250E}"/>
          </ac:picMkLst>
        </pc:picChg>
        <pc:picChg chg="mod">
          <ac:chgData name="Ožbot, Miha" userId="5fdfeab2-e3ac-40dc-9f9d-ac602c9b72a8" providerId="ADAL" clId="{DE325AE3-D4EB-4B3A-973B-D751563C2A91}" dt="2022-04-13T13:51:42.038" v="1918" actId="1076"/>
          <ac:picMkLst>
            <pc:docMk/>
            <pc:sldMk cId="2849575153" sldId="279"/>
            <ac:picMk id="6" creationId="{D299FABD-8B15-4E2C-B0B2-06D58E33344B}"/>
          </ac:picMkLst>
        </pc:picChg>
        <pc:picChg chg="mod">
          <ac:chgData name="Ožbot, Miha" userId="5fdfeab2-e3ac-40dc-9f9d-ac602c9b72a8" providerId="ADAL" clId="{DE325AE3-D4EB-4B3A-973B-D751563C2A91}" dt="2022-04-13T13:54:07.429" v="2000" actId="1076"/>
          <ac:picMkLst>
            <pc:docMk/>
            <pc:sldMk cId="2849575153" sldId="279"/>
            <ac:picMk id="7" creationId="{B8D96EC5-A7EA-4DD7-9156-AA907DF54DEE}"/>
          </ac:picMkLst>
        </pc:picChg>
        <pc:picChg chg="mod">
          <ac:chgData name="Ožbot, Miha" userId="5fdfeab2-e3ac-40dc-9f9d-ac602c9b72a8" providerId="ADAL" clId="{DE325AE3-D4EB-4B3A-973B-D751563C2A91}" dt="2022-04-13T13:49:25.182" v="1811" actId="1076"/>
          <ac:picMkLst>
            <pc:docMk/>
            <pc:sldMk cId="2849575153" sldId="279"/>
            <ac:picMk id="10" creationId="{78C6B1A8-541D-468B-A2E2-1A29D3A6CE43}"/>
          </ac:picMkLst>
        </pc:picChg>
        <pc:picChg chg="mod">
          <ac:chgData name="Ožbot, Miha" userId="5fdfeab2-e3ac-40dc-9f9d-ac602c9b72a8" providerId="ADAL" clId="{DE325AE3-D4EB-4B3A-973B-D751563C2A91}" dt="2022-04-13T13:49:27.806" v="1815" actId="1076"/>
          <ac:picMkLst>
            <pc:docMk/>
            <pc:sldMk cId="2849575153" sldId="279"/>
            <ac:picMk id="12" creationId="{8E30AE7B-FC11-425D-8493-C870E16D44C0}"/>
          </ac:picMkLst>
        </pc:picChg>
        <pc:picChg chg="add mod">
          <ac:chgData name="Ožbot, Miha" userId="5fdfeab2-e3ac-40dc-9f9d-ac602c9b72a8" providerId="ADAL" clId="{DE325AE3-D4EB-4B3A-973B-D751563C2A91}" dt="2022-04-13T13:49:24.230" v="1810" actId="1076"/>
          <ac:picMkLst>
            <pc:docMk/>
            <pc:sldMk cId="2849575153" sldId="279"/>
            <ac:picMk id="13" creationId="{1488F8C6-9C92-44CD-88DC-6435E4A17C6E}"/>
          </ac:picMkLst>
        </pc:picChg>
        <pc:picChg chg="mod">
          <ac:chgData name="Ožbot, Miha" userId="5fdfeab2-e3ac-40dc-9f9d-ac602c9b72a8" providerId="ADAL" clId="{DE325AE3-D4EB-4B3A-973B-D751563C2A91}" dt="2022-04-13T13:49:29.029" v="1816" actId="1076"/>
          <ac:picMkLst>
            <pc:docMk/>
            <pc:sldMk cId="2849575153" sldId="279"/>
            <ac:picMk id="14" creationId="{5CCB4BE9-CBDD-45AF-AA81-7DCEE4C1DEE0}"/>
          </ac:picMkLst>
        </pc:picChg>
        <pc:picChg chg="add del mod">
          <ac:chgData name="Ožbot, Miha" userId="5fdfeab2-e3ac-40dc-9f9d-ac602c9b72a8" providerId="ADAL" clId="{DE325AE3-D4EB-4B3A-973B-D751563C2A91}" dt="2022-04-13T11:07:06.239" v="1442" actId="478"/>
          <ac:picMkLst>
            <pc:docMk/>
            <pc:sldMk cId="2849575153" sldId="279"/>
            <ac:picMk id="16" creationId="{D1014155-33FD-4CBD-9572-720DD9D27BB6}"/>
          </ac:picMkLst>
        </pc:picChg>
        <pc:picChg chg="add mod">
          <ac:chgData name="Ožbot, Miha" userId="5fdfeab2-e3ac-40dc-9f9d-ac602c9b72a8" providerId="ADAL" clId="{DE325AE3-D4EB-4B3A-973B-D751563C2A91}" dt="2022-04-13T13:49:30.510" v="1817" actId="1076"/>
          <ac:picMkLst>
            <pc:docMk/>
            <pc:sldMk cId="2849575153" sldId="279"/>
            <ac:picMk id="18" creationId="{D8221DEE-20B2-42A7-95A7-353C353DA5D7}"/>
          </ac:picMkLst>
        </pc:picChg>
      </pc:sldChg>
      <pc:sldChg chg="modSp mod">
        <pc:chgData name="Ožbot, Miha" userId="5fdfeab2-e3ac-40dc-9f9d-ac602c9b72a8" providerId="ADAL" clId="{DE325AE3-D4EB-4B3A-973B-D751563C2A91}" dt="2022-04-13T10:49:50.930" v="985" actId="20577"/>
        <pc:sldMkLst>
          <pc:docMk/>
          <pc:sldMk cId="2584916931" sldId="280"/>
        </pc:sldMkLst>
        <pc:spChg chg="mod">
          <ac:chgData name="Ožbot, Miha" userId="5fdfeab2-e3ac-40dc-9f9d-ac602c9b72a8" providerId="ADAL" clId="{DE325AE3-D4EB-4B3A-973B-D751563C2A91}" dt="2022-04-13T10:49:50.930" v="985" actId="20577"/>
          <ac:spMkLst>
            <pc:docMk/>
            <pc:sldMk cId="2584916931" sldId="280"/>
            <ac:spMk id="3" creationId="{12886D7A-D4E7-495E-908F-E15497B16D57}"/>
          </ac:spMkLst>
        </pc:spChg>
      </pc:sldChg>
      <pc:sldChg chg="modSp mod">
        <pc:chgData name="Ožbot, Miha" userId="5fdfeab2-e3ac-40dc-9f9d-ac602c9b72a8" providerId="ADAL" clId="{DE325AE3-D4EB-4B3A-973B-D751563C2A91}" dt="2022-04-13T14:52:15.677" v="2085" actId="20577"/>
        <pc:sldMkLst>
          <pc:docMk/>
          <pc:sldMk cId="3904152926" sldId="281"/>
        </pc:sldMkLst>
        <pc:spChg chg="mod">
          <ac:chgData name="Ožbot, Miha" userId="5fdfeab2-e3ac-40dc-9f9d-ac602c9b72a8" providerId="ADAL" clId="{DE325AE3-D4EB-4B3A-973B-D751563C2A91}" dt="2022-04-13T14:52:15.677" v="2085" actId="20577"/>
          <ac:spMkLst>
            <pc:docMk/>
            <pc:sldMk cId="3904152926" sldId="281"/>
            <ac:spMk id="3" creationId="{FF9CEB20-11ED-49A7-A1FC-827249F25E3F}"/>
          </ac:spMkLst>
        </pc:spChg>
      </pc:sldChg>
      <pc:sldChg chg="modSp mod addCm">
        <pc:chgData name="Ožbot, Miha" userId="5fdfeab2-e3ac-40dc-9f9d-ac602c9b72a8" providerId="ADAL" clId="{DE325AE3-D4EB-4B3A-973B-D751563C2A91}" dt="2022-04-13T11:18:22.958" v="1504" actId="20577"/>
        <pc:sldMkLst>
          <pc:docMk/>
          <pc:sldMk cId="877783051" sldId="282"/>
        </pc:sldMkLst>
        <pc:spChg chg="mod">
          <ac:chgData name="Ožbot, Miha" userId="5fdfeab2-e3ac-40dc-9f9d-ac602c9b72a8" providerId="ADAL" clId="{DE325AE3-D4EB-4B3A-973B-D751563C2A91}" dt="2022-04-13T11:18:22.958" v="1504" actId="20577"/>
          <ac:spMkLst>
            <pc:docMk/>
            <pc:sldMk cId="877783051" sldId="282"/>
            <ac:spMk id="3" creationId="{09770A0F-0E9E-4F08-871D-40BE89BE243D}"/>
          </ac:spMkLst>
        </pc:spChg>
      </pc:sldChg>
      <pc:sldChg chg="modSp mod">
        <pc:chgData name="Ožbot, Miha" userId="5fdfeab2-e3ac-40dc-9f9d-ac602c9b72a8" providerId="ADAL" clId="{DE325AE3-D4EB-4B3A-973B-D751563C2A91}" dt="2022-04-13T07:18:02.650" v="506" actId="1076"/>
        <pc:sldMkLst>
          <pc:docMk/>
          <pc:sldMk cId="862989043" sldId="284"/>
        </pc:sldMkLst>
        <pc:spChg chg="mod ord">
          <ac:chgData name="Ožbot, Miha" userId="5fdfeab2-e3ac-40dc-9f9d-ac602c9b72a8" providerId="ADAL" clId="{DE325AE3-D4EB-4B3A-973B-D751563C2A91}" dt="2022-04-13T07:17:57.261" v="503" actId="166"/>
          <ac:spMkLst>
            <pc:docMk/>
            <pc:sldMk cId="862989043" sldId="284"/>
            <ac:spMk id="2" creationId="{33AC806F-76B1-43B6-8CA1-6EDE0AFBE77F}"/>
          </ac:spMkLst>
        </pc:spChg>
        <pc:picChg chg="mod">
          <ac:chgData name="Ožbot, Miha" userId="5fdfeab2-e3ac-40dc-9f9d-ac602c9b72a8" providerId="ADAL" clId="{DE325AE3-D4EB-4B3A-973B-D751563C2A91}" dt="2022-04-13T07:18:00.178" v="505" actId="1076"/>
          <ac:picMkLst>
            <pc:docMk/>
            <pc:sldMk cId="862989043" sldId="284"/>
            <ac:picMk id="16" creationId="{7169D02A-738F-4A1D-841C-7AD1C268E525}"/>
          </ac:picMkLst>
        </pc:picChg>
        <pc:picChg chg="mod ord">
          <ac:chgData name="Ožbot, Miha" userId="5fdfeab2-e3ac-40dc-9f9d-ac602c9b72a8" providerId="ADAL" clId="{DE325AE3-D4EB-4B3A-973B-D751563C2A91}" dt="2022-04-13T07:18:02.650" v="506" actId="1076"/>
          <ac:picMkLst>
            <pc:docMk/>
            <pc:sldMk cId="862989043" sldId="284"/>
            <ac:picMk id="22" creationId="{6B9EAAC1-1378-43B9-A00C-895749E308DA}"/>
          </ac:picMkLst>
        </pc:picChg>
      </pc:sldChg>
      <pc:sldChg chg="modSp mod">
        <pc:chgData name="Ožbot, Miha" userId="5fdfeab2-e3ac-40dc-9f9d-ac602c9b72a8" providerId="ADAL" clId="{DE325AE3-D4EB-4B3A-973B-D751563C2A91}" dt="2022-04-13T06:43:16.300" v="152" actId="404"/>
        <pc:sldMkLst>
          <pc:docMk/>
          <pc:sldMk cId="1239167803" sldId="285"/>
        </pc:sldMkLst>
        <pc:spChg chg="mod">
          <ac:chgData name="Ožbot, Miha" userId="5fdfeab2-e3ac-40dc-9f9d-ac602c9b72a8" providerId="ADAL" clId="{DE325AE3-D4EB-4B3A-973B-D751563C2A91}" dt="2022-04-13T06:43:16.300" v="152" actId="404"/>
          <ac:spMkLst>
            <pc:docMk/>
            <pc:sldMk cId="1239167803" sldId="285"/>
            <ac:spMk id="166" creationId="{B8D13A2C-0815-46E8-A56B-7231923908FB}"/>
          </ac:spMkLst>
        </pc:spChg>
      </pc:sldChg>
      <pc:sldChg chg="modSp mod">
        <pc:chgData name="Ožbot, Miha" userId="5fdfeab2-e3ac-40dc-9f9d-ac602c9b72a8" providerId="ADAL" clId="{DE325AE3-D4EB-4B3A-973B-D751563C2A91}" dt="2022-04-13T11:26:57.300" v="1632" actId="1076"/>
        <pc:sldMkLst>
          <pc:docMk/>
          <pc:sldMk cId="3372332676" sldId="286"/>
        </pc:sldMkLst>
        <pc:spChg chg="mod">
          <ac:chgData name="Ožbot, Miha" userId="5fdfeab2-e3ac-40dc-9f9d-ac602c9b72a8" providerId="ADAL" clId="{DE325AE3-D4EB-4B3A-973B-D751563C2A91}" dt="2022-04-13T06:42:43.413" v="144" actId="404"/>
          <ac:spMkLst>
            <pc:docMk/>
            <pc:sldMk cId="3372332676" sldId="286"/>
            <ac:spMk id="3" creationId="{8B963D87-ED67-48B8-B813-8E848277554D}"/>
          </ac:spMkLst>
        </pc:spChg>
        <pc:picChg chg="mod">
          <ac:chgData name="Ožbot, Miha" userId="5fdfeab2-e3ac-40dc-9f9d-ac602c9b72a8" providerId="ADAL" clId="{DE325AE3-D4EB-4B3A-973B-D751563C2A91}" dt="2022-04-13T11:26:57.300" v="1632" actId="1076"/>
          <ac:picMkLst>
            <pc:docMk/>
            <pc:sldMk cId="3372332676" sldId="286"/>
            <ac:picMk id="10" creationId="{2EE79E24-625E-4E2A-8A73-BDF3D154713C}"/>
          </ac:picMkLst>
        </pc:picChg>
      </pc:sldChg>
      <pc:sldChg chg="modSp mod ord">
        <pc:chgData name="Ožbot, Miha" userId="5fdfeab2-e3ac-40dc-9f9d-ac602c9b72a8" providerId="ADAL" clId="{DE325AE3-D4EB-4B3A-973B-D751563C2A91}" dt="2022-04-13T06:45:13.581" v="196" actId="1076"/>
        <pc:sldMkLst>
          <pc:docMk/>
          <pc:sldMk cId="1082004255" sldId="287"/>
        </pc:sldMkLst>
        <pc:spChg chg="mod">
          <ac:chgData name="Ožbot, Miha" userId="5fdfeab2-e3ac-40dc-9f9d-ac602c9b72a8" providerId="ADAL" clId="{DE325AE3-D4EB-4B3A-973B-D751563C2A91}" dt="2022-04-13T06:45:08.425" v="193" actId="27636"/>
          <ac:spMkLst>
            <pc:docMk/>
            <pc:sldMk cId="1082004255" sldId="287"/>
            <ac:spMk id="2" creationId="{33AC806F-76B1-43B6-8CA1-6EDE0AFBE77F}"/>
          </ac:spMkLst>
        </pc:spChg>
        <pc:picChg chg="mod">
          <ac:chgData name="Ožbot, Miha" userId="5fdfeab2-e3ac-40dc-9f9d-ac602c9b72a8" providerId="ADAL" clId="{DE325AE3-D4EB-4B3A-973B-D751563C2A91}" dt="2022-04-13T06:45:13.581" v="196" actId="1076"/>
          <ac:picMkLst>
            <pc:docMk/>
            <pc:sldMk cId="1082004255" sldId="287"/>
            <ac:picMk id="10" creationId="{334DCAF6-D811-4BAD-B565-AED2BC4F1862}"/>
          </ac:picMkLst>
        </pc:picChg>
        <pc:picChg chg="mod">
          <ac:chgData name="Ožbot, Miha" userId="5fdfeab2-e3ac-40dc-9f9d-ac602c9b72a8" providerId="ADAL" clId="{DE325AE3-D4EB-4B3A-973B-D751563C2A91}" dt="2022-04-13T06:45:10.193" v="194" actId="1076"/>
          <ac:picMkLst>
            <pc:docMk/>
            <pc:sldMk cId="1082004255" sldId="287"/>
            <ac:picMk id="14" creationId="{1E118952-D35D-497A-8FC7-BAB88B34EA86}"/>
          </ac:picMkLst>
        </pc:picChg>
        <pc:picChg chg="mod">
          <ac:chgData name="Ožbot, Miha" userId="5fdfeab2-e3ac-40dc-9f9d-ac602c9b72a8" providerId="ADAL" clId="{DE325AE3-D4EB-4B3A-973B-D751563C2A91}" dt="2022-04-13T06:45:01.110" v="188" actId="1076"/>
          <ac:picMkLst>
            <pc:docMk/>
            <pc:sldMk cId="1082004255" sldId="287"/>
            <ac:picMk id="21" creationId="{AE611F5A-ECCA-44F7-9198-67E064EA7552}"/>
          </ac:picMkLst>
        </pc:picChg>
        <pc:picChg chg="mod">
          <ac:chgData name="Ožbot, Miha" userId="5fdfeab2-e3ac-40dc-9f9d-ac602c9b72a8" providerId="ADAL" clId="{DE325AE3-D4EB-4B3A-973B-D751563C2A91}" dt="2022-04-13T06:45:12.680" v="195" actId="1076"/>
          <ac:picMkLst>
            <pc:docMk/>
            <pc:sldMk cId="1082004255" sldId="287"/>
            <ac:picMk id="24" creationId="{480621F9-EF07-4C21-A82F-9480BF7F1A83}"/>
          </ac:picMkLst>
        </pc:picChg>
      </pc:sldChg>
      <pc:sldChg chg="addSp delSp modSp mod">
        <pc:chgData name="Ožbot, Miha" userId="5fdfeab2-e3ac-40dc-9f9d-ac602c9b72a8" providerId="ADAL" clId="{DE325AE3-D4EB-4B3A-973B-D751563C2A91}" dt="2022-04-13T12:09:50.458" v="1672"/>
        <pc:sldMkLst>
          <pc:docMk/>
          <pc:sldMk cId="4277249247" sldId="288"/>
        </pc:sldMkLst>
        <pc:graphicFrameChg chg="del">
          <ac:chgData name="Ožbot, Miha" userId="5fdfeab2-e3ac-40dc-9f9d-ac602c9b72a8" providerId="ADAL" clId="{DE325AE3-D4EB-4B3A-973B-D751563C2A91}" dt="2022-04-13T06:45:19.627" v="197" actId="478"/>
          <ac:graphicFrameMkLst>
            <pc:docMk/>
            <pc:sldMk cId="4277249247" sldId="288"/>
            <ac:graphicFrameMk id="5" creationId="{BB075082-82A7-4C0B-9C04-EE5BEDBA67B5}"/>
          </ac:graphicFrameMkLst>
        </pc:graphicFrameChg>
        <pc:picChg chg="add mod">
          <ac:chgData name="Ožbot, Miha" userId="5fdfeab2-e3ac-40dc-9f9d-ac602c9b72a8" providerId="ADAL" clId="{DE325AE3-D4EB-4B3A-973B-D751563C2A91}" dt="2022-04-13T12:09:50.458" v="1672"/>
          <ac:picMkLst>
            <pc:docMk/>
            <pc:sldMk cId="4277249247" sldId="288"/>
            <ac:picMk id="6" creationId="{46738694-986F-45B7-B7F7-D4F61B9DF590}"/>
          </ac:picMkLst>
        </pc:picChg>
      </pc:sldChg>
      <pc:sldChg chg="addSp delSp modSp new mod setBg addCm modCm">
        <pc:chgData name="Ožbot, Miha" userId="5fdfeab2-e3ac-40dc-9f9d-ac602c9b72a8" providerId="ADAL" clId="{DE325AE3-D4EB-4B3A-973B-D751563C2A91}" dt="2022-04-13T15:26:53.085" v="2190" actId="1076"/>
        <pc:sldMkLst>
          <pc:docMk/>
          <pc:sldMk cId="236193050" sldId="289"/>
        </pc:sldMkLst>
        <pc:spChg chg="mo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" creationId="{ADE6F06D-CBC0-4C63-81F2-CF0BE62BD18E}"/>
          </ac:spMkLst>
        </pc:spChg>
        <pc:spChg chg="del">
          <ac:chgData name="Ožbot, Miha" userId="5fdfeab2-e3ac-40dc-9f9d-ac602c9b72a8" providerId="ADAL" clId="{DE325AE3-D4EB-4B3A-973B-D751563C2A91}" dt="2022-04-13T10:44:47.581" v="939" actId="22"/>
          <ac:spMkLst>
            <pc:docMk/>
            <pc:sldMk cId="236193050" sldId="289"/>
            <ac:spMk id="3" creationId="{0096DBC9-5CF0-4AAB-8E2B-F2E49954DDD7}"/>
          </ac:spMkLst>
        </pc:spChg>
        <pc:spChg chg="mod or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4" creationId="{659A0EAC-3961-45B1-8498-74C4999668AC}"/>
          </ac:spMkLst>
        </pc:spChg>
        <pc:spChg chg="add mod">
          <ac:chgData name="Ožbot, Miha" userId="5fdfeab2-e3ac-40dc-9f9d-ac602c9b72a8" providerId="ADAL" clId="{DE325AE3-D4EB-4B3A-973B-D751563C2A91}" dt="2022-04-13T15:26:36.518" v="2187" actId="20577"/>
          <ac:spMkLst>
            <pc:docMk/>
            <pc:sldMk cId="236193050" sldId="289"/>
            <ac:spMk id="13" creationId="{56187702-45A0-47FE-A28D-88475E6114A6}"/>
          </ac:spMkLst>
        </pc:spChg>
        <pc:spChg chg="add del mod">
          <ac:chgData name="Ožbot, Miha" userId="5fdfeab2-e3ac-40dc-9f9d-ac602c9b72a8" providerId="ADAL" clId="{DE325AE3-D4EB-4B3A-973B-D751563C2A91}" dt="2022-04-13T11:20:30.035" v="1541"/>
          <ac:spMkLst>
            <pc:docMk/>
            <pc:sldMk cId="236193050" sldId="289"/>
            <ac:spMk id="15" creationId="{7ECF1002-62C8-4055-B785-49B165C2B995}"/>
          </ac:spMkLst>
        </pc:spChg>
        <pc:spChg chg="ad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1" creationId="{2B97F24A-32CE-4C1C-A50D-3016B394DCFB}"/>
          </ac:spMkLst>
        </pc:spChg>
        <pc:spChg chg="add">
          <ac:chgData name="Ožbot, Miha" userId="5fdfeab2-e3ac-40dc-9f9d-ac602c9b72a8" providerId="ADAL" clId="{DE325AE3-D4EB-4B3A-973B-D751563C2A91}" dt="2022-04-13T11:20:39.471" v="1544" actId="26606"/>
          <ac:spMkLst>
            <pc:docMk/>
            <pc:sldMk cId="236193050" sldId="289"/>
            <ac:spMk id="23" creationId="{CD8B4F24-440B-49E9-B85D-733523DC064B}"/>
          </ac:spMkLst>
        </pc:spChg>
        <pc:picChg chg="add del mod ord">
          <ac:chgData name="Ožbot, Miha" userId="5fdfeab2-e3ac-40dc-9f9d-ac602c9b72a8" providerId="ADAL" clId="{DE325AE3-D4EB-4B3A-973B-D751563C2A91}" dt="2022-04-13T11:20:25.301" v="1539" actId="21"/>
          <ac:picMkLst>
            <pc:docMk/>
            <pc:sldMk cId="236193050" sldId="289"/>
            <ac:picMk id="6" creationId="{CA1D2712-165F-47E1-B96B-7C27BD1694DA}"/>
          </ac:picMkLst>
        </pc:picChg>
        <pc:picChg chg="add del mod">
          <ac:chgData name="Ožbot, Miha" userId="5fdfeab2-e3ac-40dc-9f9d-ac602c9b72a8" providerId="ADAL" clId="{DE325AE3-D4EB-4B3A-973B-D751563C2A91}" dt="2022-04-13T10:53:23.602" v="994" actId="478"/>
          <ac:picMkLst>
            <pc:docMk/>
            <pc:sldMk cId="236193050" sldId="289"/>
            <ac:picMk id="8" creationId="{A0E59036-70FE-4984-B673-1E58E33E572B}"/>
          </ac:picMkLst>
        </pc:picChg>
        <pc:picChg chg="add del mod">
          <ac:chgData name="Ožbot, Miha" userId="5fdfeab2-e3ac-40dc-9f9d-ac602c9b72a8" providerId="ADAL" clId="{DE325AE3-D4EB-4B3A-973B-D751563C2A91}" dt="2022-04-13T11:20:31.826" v="1543" actId="21"/>
          <ac:picMkLst>
            <pc:docMk/>
            <pc:sldMk cId="236193050" sldId="289"/>
            <ac:picMk id="10" creationId="{290F3006-5925-45E5-B94C-651D2B1C0694}"/>
          </ac:picMkLst>
        </pc:picChg>
        <pc:picChg chg="add del mod">
          <ac:chgData name="Ožbot, Miha" userId="5fdfeab2-e3ac-40dc-9f9d-ac602c9b72a8" providerId="ADAL" clId="{DE325AE3-D4EB-4B3A-973B-D751563C2A91}" dt="2022-04-13T11:00:21.984" v="1324" actId="478"/>
          <ac:picMkLst>
            <pc:docMk/>
            <pc:sldMk cId="236193050" sldId="289"/>
            <ac:picMk id="11" creationId="{9414DE03-3C4A-4985-9935-C926C2841F15}"/>
          </ac:picMkLst>
        </pc:picChg>
        <pc:picChg chg="add mod">
          <ac:chgData name="Ožbot, Miha" userId="5fdfeab2-e3ac-40dc-9f9d-ac602c9b72a8" providerId="ADAL" clId="{DE325AE3-D4EB-4B3A-973B-D751563C2A91}" dt="2022-04-13T15:26:53.085" v="2190" actId="1076"/>
          <ac:picMkLst>
            <pc:docMk/>
            <pc:sldMk cId="236193050" sldId="289"/>
            <ac:picMk id="16" creationId="{D1666D87-9A10-419E-B128-18E00B231993}"/>
          </ac:picMkLst>
        </pc:picChg>
        <pc:picChg chg="add mod">
          <ac:chgData name="Ožbot, Miha" userId="5fdfeab2-e3ac-40dc-9f9d-ac602c9b72a8" providerId="ADAL" clId="{DE325AE3-D4EB-4B3A-973B-D751563C2A91}" dt="2022-04-13T14:53:17.491" v="2114" actId="1076"/>
          <ac:picMkLst>
            <pc:docMk/>
            <pc:sldMk cId="236193050" sldId="289"/>
            <ac:picMk id="19" creationId="{42663209-40E7-4D5F-8D68-EB48F75F7800}"/>
          </ac:picMkLst>
        </pc:picChg>
        <pc:picChg chg="add mod">
          <ac:chgData name="Ožbot, Miha" userId="5fdfeab2-e3ac-40dc-9f9d-ac602c9b72a8" providerId="ADAL" clId="{DE325AE3-D4EB-4B3A-973B-D751563C2A91}" dt="2022-04-13T12:09:44.473" v="1671"/>
          <ac:picMkLst>
            <pc:docMk/>
            <pc:sldMk cId="236193050" sldId="289"/>
            <ac:picMk id="20" creationId="{E0D5EAF2-CA5F-4C44-A2F0-70321E4E8B0B}"/>
          </ac:picMkLst>
        </pc:picChg>
      </pc:sldChg>
      <pc:sldChg chg="addSp delSp add del setBg delDesignElem">
        <pc:chgData name="Ožbot, Miha" userId="5fdfeab2-e3ac-40dc-9f9d-ac602c9b72a8" providerId="ADAL" clId="{DE325AE3-D4EB-4B3A-973B-D751563C2A91}" dt="2022-04-13T06:36:23.420" v="75"/>
        <pc:sldMkLst>
          <pc:docMk/>
          <pc:sldMk cId="1598527986" sldId="289"/>
        </pc:sldMkLst>
        <pc:spChg chg="add del">
          <ac:chgData name="Ožbot, Miha" userId="5fdfeab2-e3ac-40dc-9f9d-ac602c9b72a8" providerId="ADAL" clId="{DE325AE3-D4EB-4B3A-973B-D751563C2A91}" dt="2022-04-13T06:36:23.420" v="75"/>
          <ac:spMkLst>
            <pc:docMk/>
            <pc:sldMk cId="1598527986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23.420" v="75"/>
          <ac:spMkLst>
            <pc:docMk/>
            <pc:sldMk cId="1598527986" sldId="289"/>
            <ac:spMk id="16" creationId="{743AA782-23D1-4521-8CAD-47662984AA08}"/>
          </ac:spMkLst>
        </pc:spChg>
      </pc:sldChg>
      <pc:sldChg chg="addSp delSp add del setBg delDesignElem">
        <pc:chgData name="Ožbot, Miha" userId="5fdfeab2-e3ac-40dc-9f9d-ac602c9b72a8" providerId="ADAL" clId="{DE325AE3-D4EB-4B3A-973B-D751563C2A91}" dt="2022-04-13T06:36:16.020" v="66"/>
        <pc:sldMkLst>
          <pc:docMk/>
          <pc:sldMk cId="3036003801" sldId="289"/>
        </pc:sldMkLst>
        <pc:spChg chg="add del">
          <ac:chgData name="Ožbot, Miha" userId="5fdfeab2-e3ac-40dc-9f9d-ac602c9b72a8" providerId="ADAL" clId="{DE325AE3-D4EB-4B3A-973B-D751563C2A91}" dt="2022-04-13T06:36:16.020" v="66"/>
          <ac:spMkLst>
            <pc:docMk/>
            <pc:sldMk cId="3036003801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16.020" v="66"/>
          <ac:spMkLst>
            <pc:docMk/>
            <pc:sldMk cId="3036003801" sldId="289"/>
            <ac:spMk id="16" creationId="{743AA782-23D1-4521-8CAD-47662984AA08}"/>
          </ac:spMkLst>
        </pc:spChg>
      </pc:sldChg>
      <pc:sldChg chg="delSp add del ord setBg delDesignElem">
        <pc:chgData name="Ožbot, Miha" userId="5fdfeab2-e3ac-40dc-9f9d-ac602c9b72a8" providerId="ADAL" clId="{DE325AE3-D4EB-4B3A-973B-D751563C2A91}" dt="2022-04-13T06:36:46.813" v="80" actId="47"/>
        <pc:sldMkLst>
          <pc:docMk/>
          <pc:sldMk cId="3236709381" sldId="289"/>
        </pc:sldMkLst>
        <pc:spChg chg="del">
          <ac:chgData name="Ožbot, Miha" userId="5fdfeab2-e3ac-40dc-9f9d-ac602c9b72a8" providerId="ADAL" clId="{DE325AE3-D4EB-4B3A-973B-D751563C2A91}" dt="2022-04-13T06:36:24.733" v="77"/>
          <ac:spMkLst>
            <pc:docMk/>
            <pc:sldMk cId="3236709381" sldId="289"/>
            <ac:spMk id="13" creationId="{650D18FE-0824-4A46-B22C-A86B52E5780A}"/>
          </ac:spMkLst>
        </pc:spChg>
        <pc:spChg chg="del">
          <ac:chgData name="Ožbot, Miha" userId="5fdfeab2-e3ac-40dc-9f9d-ac602c9b72a8" providerId="ADAL" clId="{DE325AE3-D4EB-4B3A-973B-D751563C2A91}" dt="2022-04-13T06:36:24.733" v="77"/>
          <ac:spMkLst>
            <pc:docMk/>
            <pc:sldMk cId="3236709381" sldId="289"/>
            <ac:spMk id="16" creationId="{743AA782-23D1-4521-8CAD-47662984AA08}"/>
          </ac:spMkLst>
        </pc:spChg>
      </pc:sldChg>
      <pc:sldChg chg="addSp delSp add del setBg delDesignElem">
        <pc:chgData name="Ožbot, Miha" userId="5fdfeab2-e3ac-40dc-9f9d-ac602c9b72a8" providerId="ADAL" clId="{DE325AE3-D4EB-4B3A-973B-D751563C2A91}" dt="2022-04-13T06:36:11.654" v="63"/>
        <pc:sldMkLst>
          <pc:docMk/>
          <pc:sldMk cId="3489092803" sldId="289"/>
        </pc:sldMkLst>
        <pc:spChg chg="add del">
          <ac:chgData name="Ožbot, Miha" userId="5fdfeab2-e3ac-40dc-9f9d-ac602c9b72a8" providerId="ADAL" clId="{DE325AE3-D4EB-4B3A-973B-D751563C2A91}" dt="2022-04-13T06:36:11.654" v="63"/>
          <ac:spMkLst>
            <pc:docMk/>
            <pc:sldMk cId="3489092803" sldId="289"/>
            <ac:spMk id="13" creationId="{650D18FE-0824-4A46-B22C-A86B52E5780A}"/>
          </ac:spMkLst>
        </pc:spChg>
        <pc:spChg chg="add del">
          <ac:chgData name="Ožbot, Miha" userId="5fdfeab2-e3ac-40dc-9f9d-ac602c9b72a8" providerId="ADAL" clId="{DE325AE3-D4EB-4B3A-973B-D751563C2A91}" dt="2022-04-13T06:36:11.654" v="63"/>
          <ac:spMkLst>
            <pc:docMk/>
            <pc:sldMk cId="3489092803" sldId="289"/>
            <ac:spMk id="16" creationId="{743AA782-23D1-4521-8CAD-47662984AA08}"/>
          </ac:spMkLst>
        </pc:spChg>
      </pc:sldChg>
    </pc:docChg>
  </pc:docChgLst>
  <pc:docChgLst>
    <pc:chgData name="OŽBOT, MIHA" userId="36448ee4-d56c-450a-8c5f-e012d647b106" providerId="ADAL" clId="{327D865C-4B1F-4AEE-9BBD-C0A0A0777F1B}"/>
    <pc:docChg chg="undo custSel addSld modSld">
      <pc:chgData name="OŽBOT, MIHA" userId="36448ee4-d56c-450a-8c5f-e012d647b106" providerId="ADAL" clId="{327D865C-4B1F-4AEE-9BBD-C0A0A0777F1B}" dt="2022-04-12T18:18:05.410" v="639" actId="20577"/>
      <pc:docMkLst>
        <pc:docMk/>
      </pc:docMkLst>
      <pc:sldChg chg="delSp modSp mod">
        <pc:chgData name="OŽBOT, MIHA" userId="36448ee4-d56c-450a-8c5f-e012d647b106" providerId="ADAL" clId="{327D865C-4B1F-4AEE-9BBD-C0A0A0777F1B}" dt="2022-04-12T18:03:03.469" v="399" actId="478"/>
        <pc:sldMkLst>
          <pc:docMk/>
          <pc:sldMk cId="64491679" sldId="267"/>
        </pc:sldMkLst>
        <pc:spChg chg="del mod">
          <ac:chgData name="OŽBOT, MIHA" userId="36448ee4-d56c-450a-8c5f-e012d647b106" providerId="ADAL" clId="{327D865C-4B1F-4AEE-9BBD-C0A0A0777F1B}" dt="2022-04-12T18:03:03.469" v="399" actId="478"/>
          <ac:spMkLst>
            <pc:docMk/>
            <pc:sldMk cId="64491679" sldId="267"/>
            <ac:spMk id="2" creationId="{4F5B7E73-8F97-4568-8438-A97032AA3716}"/>
          </ac:spMkLst>
        </pc:spChg>
      </pc:sldChg>
      <pc:sldChg chg="modSp mod">
        <pc:chgData name="OŽBOT, MIHA" userId="36448ee4-d56c-450a-8c5f-e012d647b106" providerId="ADAL" clId="{327D865C-4B1F-4AEE-9BBD-C0A0A0777F1B}" dt="2022-04-12T16:52:00.804" v="10" actId="20577"/>
        <pc:sldMkLst>
          <pc:docMk/>
          <pc:sldMk cId="3904398675" sldId="268"/>
        </pc:sldMkLst>
        <pc:spChg chg="mod">
          <ac:chgData name="OŽBOT, MIHA" userId="36448ee4-d56c-450a-8c5f-e012d647b106" providerId="ADAL" clId="{327D865C-4B1F-4AEE-9BBD-C0A0A0777F1B}" dt="2022-04-12T16:52:00.804" v="10" actId="20577"/>
          <ac:spMkLst>
            <pc:docMk/>
            <pc:sldMk cId="3904398675" sldId="268"/>
            <ac:spMk id="376" creationId="{E0BEF5DF-8F40-4BAD-97E9-BA7D1BA9D39E}"/>
          </ac:spMkLst>
        </pc:spChg>
      </pc:sldChg>
      <pc:sldChg chg="modSp mod">
        <pc:chgData name="OŽBOT, MIHA" userId="36448ee4-d56c-450a-8c5f-e012d647b106" providerId="ADAL" clId="{327D865C-4B1F-4AEE-9BBD-C0A0A0777F1B}" dt="2022-04-12T16:53:07.493" v="12" actId="20577"/>
        <pc:sldMkLst>
          <pc:docMk/>
          <pc:sldMk cId="2374509314" sldId="269"/>
        </pc:sldMkLst>
        <pc:spChg chg="mod">
          <ac:chgData name="OŽBOT, MIHA" userId="36448ee4-d56c-450a-8c5f-e012d647b106" providerId="ADAL" clId="{327D865C-4B1F-4AEE-9BBD-C0A0A0777F1B}" dt="2022-04-12T16:53:07.493" v="12" actId="20577"/>
          <ac:spMkLst>
            <pc:docMk/>
            <pc:sldMk cId="2374509314" sldId="269"/>
            <ac:spMk id="152" creationId="{E5C10B8F-0F49-47BB-9E2B-012BBFAC83C1}"/>
          </ac:spMkLst>
        </pc:spChg>
      </pc:sldChg>
      <pc:sldChg chg="modSp mod">
        <pc:chgData name="OŽBOT, MIHA" userId="36448ee4-d56c-450a-8c5f-e012d647b106" providerId="ADAL" clId="{327D865C-4B1F-4AEE-9BBD-C0A0A0777F1B}" dt="2022-04-12T16:53:44.729" v="14" actId="20577"/>
        <pc:sldMkLst>
          <pc:docMk/>
          <pc:sldMk cId="4184736895" sldId="271"/>
        </pc:sldMkLst>
        <pc:spChg chg="mod">
          <ac:chgData name="OŽBOT, MIHA" userId="36448ee4-d56c-450a-8c5f-e012d647b106" providerId="ADAL" clId="{327D865C-4B1F-4AEE-9BBD-C0A0A0777F1B}" dt="2022-04-12T16:53:44.729" v="14" actId="20577"/>
          <ac:spMkLst>
            <pc:docMk/>
            <pc:sldMk cId="4184736895" sldId="271"/>
            <ac:spMk id="3" creationId="{5C52BD9D-B5F3-48BF-8D2A-ED3911753E0F}"/>
          </ac:spMkLst>
        </pc:spChg>
      </pc:sldChg>
      <pc:sldChg chg="modSp mod">
        <pc:chgData name="OŽBOT, MIHA" userId="36448ee4-d56c-450a-8c5f-e012d647b106" providerId="ADAL" clId="{327D865C-4B1F-4AEE-9BBD-C0A0A0777F1B}" dt="2022-04-12T16:57:32.645" v="25" actId="20577"/>
        <pc:sldMkLst>
          <pc:docMk/>
          <pc:sldMk cId="4208559629" sldId="272"/>
        </pc:sldMkLst>
        <pc:spChg chg="mod">
          <ac:chgData name="OŽBOT, MIHA" userId="36448ee4-d56c-450a-8c5f-e012d647b106" providerId="ADAL" clId="{327D865C-4B1F-4AEE-9BBD-C0A0A0777F1B}" dt="2022-04-12T16:57:32.645" v="25" actId="20577"/>
          <ac:spMkLst>
            <pc:docMk/>
            <pc:sldMk cId="4208559629" sldId="272"/>
            <ac:spMk id="2" creationId="{765925DB-5F5D-4769-B365-53CAD80D0FDB}"/>
          </ac:spMkLst>
        </pc:spChg>
        <pc:spChg chg="mod">
          <ac:chgData name="OŽBOT, MIHA" userId="36448ee4-d56c-450a-8c5f-e012d647b106" providerId="ADAL" clId="{327D865C-4B1F-4AEE-9BBD-C0A0A0777F1B}" dt="2022-04-12T16:56:04.984" v="19" actId="20577"/>
          <ac:spMkLst>
            <pc:docMk/>
            <pc:sldMk cId="4208559629" sldId="272"/>
            <ac:spMk id="3" creationId="{1531599C-9051-4E2D-A5D8-F217221C0753}"/>
          </ac:spMkLst>
        </pc:spChg>
      </pc:sldChg>
      <pc:sldChg chg="addSp delSp modSp mod setBg modCm">
        <pc:chgData name="OŽBOT, MIHA" userId="36448ee4-d56c-450a-8c5f-e012d647b106" providerId="ADAL" clId="{327D865C-4B1F-4AEE-9BBD-C0A0A0777F1B}" dt="2022-04-12T18:16:38.206" v="628" actId="20577"/>
        <pc:sldMkLst>
          <pc:docMk/>
          <pc:sldMk cId="3240517478" sldId="273"/>
        </pc:sldMkLst>
        <pc:spChg chg="mod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36448ee4-d56c-450a-8c5f-e012d647b106" providerId="ADAL" clId="{327D865C-4B1F-4AEE-9BBD-C0A0A0777F1B}" dt="2022-04-12T18:16:38.206" v="628" actId="20577"/>
          <ac:spMkLst>
            <pc:docMk/>
            <pc:sldMk cId="3240517478" sldId="273"/>
            <ac:spMk id="3" creationId="{0C8395A6-C043-47BC-A1BA-EF142E98D3BB}"/>
          </ac:spMkLst>
        </pc:spChg>
        <pc:spChg chg="mod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1" creationId="{2454B71B-2949-4EE9-AA67-6232A6F2F9AF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7" creationId="{15F40E44-6E4F-461E-B676-41D4FD94DD90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19" creationId="{68FD15E8-8B40-4424-82F2-DA107F7F9F2B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23" creationId="{866718AF-9359-4BEF-9584-028A3072A16A}"/>
          </ac:spMkLst>
        </pc:spChg>
        <pc:spChg chg="add del">
          <ac:chgData name="OŽBOT, MIHA" userId="36448ee4-d56c-450a-8c5f-e012d647b106" providerId="ADAL" clId="{327D865C-4B1F-4AEE-9BBD-C0A0A0777F1B}" dt="2022-04-12T18:15:14.376" v="582" actId="26606"/>
          <ac:spMkLst>
            <pc:docMk/>
            <pc:sldMk cId="3240517478" sldId="273"/>
            <ac:spMk id="25" creationId="{53033F67-95C8-49C5-9DF9-F7F6764ADBE2}"/>
          </ac:spMkLst>
        </pc:spChg>
        <pc:picChg chg="mod">
          <ac:chgData name="OŽBOT, MIHA" userId="36448ee4-d56c-450a-8c5f-e012d647b106" providerId="ADAL" clId="{327D865C-4B1F-4AEE-9BBD-C0A0A0777F1B}" dt="2022-04-12T18:15:51.456" v="601" actId="1076"/>
          <ac:picMkLst>
            <pc:docMk/>
            <pc:sldMk cId="3240517478" sldId="273"/>
            <ac:picMk id="4" creationId="{3F3AFED0-7D85-4DB1-B837-435F27380387}"/>
          </ac:picMkLst>
        </pc:picChg>
        <pc:picChg chg="add del mod">
          <ac:chgData name="OŽBOT, MIHA" userId="36448ee4-d56c-450a-8c5f-e012d647b106" providerId="ADAL" clId="{327D865C-4B1F-4AEE-9BBD-C0A0A0777F1B}" dt="2022-04-12T18:14:52" v="580" actId="21"/>
          <ac:picMkLst>
            <pc:docMk/>
            <pc:sldMk cId="3240517478" sldId="273"/>
            <ac:picMk id="5" creationId="{1D4D3090-ED42-4EC5-AC6F-CCF606B54EEB}"/>
          </ac:picMkLst>
        </pc:picChg>
        <pc:picChg chg="add del mod">
          <ac:chgData name="OŽBOT, MIHA" userId="36448ee4-d56c-450a-8c5f-e012d647b106" providerId="ADAL" clId="{327D865C-4B1F-4AEE-9BBD-C0A0A0777F1B}" dt="2022-04-12T18:14:52" v="580" actId="21"/>
          <ac:picMkLst>
            <pc:docMk/>
            <pc:sldMk cId="3240517478" sldId="273"/>
            <ac:picMk id="6" creationId="{4F997FC4-9C57-4852-A953-44E701F3313F}"/>
          </ac:picMkLst>
        </pc:picChg>
        <pc:picChg chg="ord">
          <ac:chgData name="OŽBOT, MIHA" userId="36448ee4-d56c-450a-8c5f-e012d647b106" providerId="ADAL" clId="{327D865C-4B1F-4AEE-9BBD-C0A0A0777F1B}" dt="2022-04-12T18:15:14.376" v="582" actId="26606"/>
          <ac:picMkLst>
            <pc:docMk/>
            <pc:sldMk cId="3240517478" sldId="273"/>
            <ac:picMk id="7" creationId="{49B23FB3-161C-4BD6-AD9B-09220DB3C249}"/>
          </ac:picMkLst>
        </pc:picChg>
        <pc:picChg chg="mod ord">
          <ac:chgData name="OŽBOT, MIHA" userId="36448ee4-d56c-450a-8c5f-e012d647b106" providerId="ADAL" clId="{327D865C-4B1F-4AEE-9BBD-C0A0A0777F1B}" dt="2022-04-12T18:16:00.738" v="604" actId="1076"/>
          <ac:picMkLst>
            <pc:docMk/>
            <pc:sldMk cId="3240517478" sldId="273"/>
            <ac:picMk id="8" creationId="{F057BFDF-3E42-4BB8-8623-4B77CC94745D}"/>
          </ac:picMkLst>
        </pc:picChg>
        <pc:picChg chg="del">
          <ac:chgData name="OŽBOT, MIHA" userId="36448ee4-d56c-450a-8c5f-e012d647b106" providerId="ADAL" clId="{327D865C-4B1F-4AEE-9BBD-C0A0A0777F1B}" dt="2022-04-12T18:13:29.398" v="555" actId="21"/>
          <ac:picMkLst>
            <pc:docMk/>
            <pc:sldMk cId="3240517478" sldId="273"/>
            <ac:picMk id="9" creationId="{B66760BB-7A19-4077-996F-4C4F177D106F}"/>
          </ac:picMkLst>
        </pc:picChg>
        <pc:picChg chg="del">
          <ac:chgData name="OŽBOT, MIHA" userId="36448ee4-d56c-450a-8c5f-e012d647b106" providerId="ADAL" clId="{327D865C-4B1F-4AEE-9BBD-C0A0A0777F1B}" dt="2022-04-12T18:13:29.398" v="555" actId="21"/>
          <ac:picMkLst>
            <pc:docMk/>
            <pc:sldMk cId="3240517478" sldId="273"/>
            <ac:picMk id="10" creationId="{BF923FA1-C63D-4DCE-AC80-BFEF56607D14}"/>
          </ac:picMkLst>
        </pc:picChg>
        <pc:picChg chg="mod ord">
          <ac:chgData name="OŽBOT, MIHA" userId="36448ee4-d56c-450a-8c5f-e012d647b106" providerId="ADAL" clId="{327D865C-4B1F-4AEE-9BBD-C0A0A0777F1B}" dt="2022-04-12T18:15:52.537" v="602" actId="1076"/>
          <ac:picMkLst>
            <pc:docMk/>
            <pc:sldMk cId="3240517478" sldId="273"/>
            <ac:picMk id="12" creationId="{343D4B0F-C721-4B90-90A4-B4AE13244FC7}"/>
          </ac:picMkLst>
        </pc:picChg>
        <pc:picChg chg="add mod">
          <ac:chgData name="OŽBOT, MIHA" userId="36448ee4-d56c-450a-8c5f-e012d647b106" providerId="ADAL" clId="{327D865C-4B1F-4AEE-9BBD-C0A0A0777F1B}" dt="2022-04-12T18:16:07.776" v="605" actId="1076"/>
          <ac:picMkLst>
            <pc:docMk/>
            <pc:sldMk cId="3240517478" sldId="273"/>
            <ac:picMk id="18" creationId="{BA5F74D1-61BB-4FBF-B3E2-A7E8A5AEA00C}"/>
          </ac:picMkLst>
        </pc:picChg>
        <pc:picChg chg="add mod">
          <ac:chgData name="OŽBOT, MIHA" userId="36448ee4-d56c-450a-8c5f-e012d647b106" providerId="ADAL" clId="{327D865C-4B1F-4AEE-9BBD-C0A0A0777F1B}" dt="2022-04-12T18:16:12.602" v="607" actId="1076"/>
          <ac:picMkLst>
            <pc:docMk/>
            <pc:sldMk cId="3240517478" sldId="273"/>
            <ac:picMk id="20" creationId="{0983AF6A-70FF-4949-ADD1-CE01E87B976D}"/>
          </ac:picMkLst>
        </pc:picChg>
        <pc:picChg chg="add del">
          <ac:chgData name="OŽBOT, MIHA" userId="36448ee4-d56c-450a-8c5f-e012d647b106" providerId="ADAL" clId="{327D865C-4B1F-4AEE-9BBD-C0A0A0777F1B}" dt="2022-04-12T18:15:14.376" v="582" actId="26606"/>
          <ac:picMkLst>
            <pc:docMk/>
            <pc:sldMk cId="3240517478" sldId="273"/>
            <ac:picMk id="21" creationId="{FCF80E2F-2954-485B-B1B5-DCB9F153FBA3}"/>
          </ac:picMkLst>
        </pc:picChg>
      </pc:sldChg>
      <pc:sldChg chg="modSp mod">
        <pc:chgData name="OŽBOT, MIHA" userId="36448ee4-d56c-450a-8c5f-e012d647b106" providerId="ADAL" clId="{327D865C-4B1F-4AEE-9BBD-C0A0A0777F1B}" dt="2022-04-12T18:18:05.410" v="639" actId="20577"/>
        <pc:sldMkLst>
          <pc:docMk/>
          <pc:sldMk cId="888014937" sldId="274"/>
        </pc:sldMkLst>
        <pc:spChg chg="mod">
          <ac:chgData name="OŽBOT, MIHA" userId="36448ee4-d56c-450a-8c5f-e012d647b106" providerId="ADAL" clId="{327D865C-4B1F-4AEE-9BBD-C0A0A0777F1B}" dt="2022-04-12T18:18:05.410" v="639" actId="20577"/>
          <ac:spMkLst>
            <pc:docMk/>
            <pc:sldMk cId="888014937" sldId="274"/>
            <ac:spMk id="3" creationId="{FDC65FC8-07E2-4ADE-BD82-136E54F8BF01}"/>
          </ac:spMkLst>
        </pc:spChg>
      </pc:sldChg>
      <pc:sldChg chg="modSp mod">
        <pc:chgData name="OŽBOT, MIHA" userId="36448ee4-d56c-450a-8c5f-e012d647b106" providerId="ADAL" clId="{327D865C-4B1F-4AEE-9BBD-C0A0A0777F1B}" dt="2022-04-12T16:58:52.752" v="28" actId="20577"/>
        <pc:sldMkLst>
          <pc:docMk/>
          <pc:sldMk cId="605482339" sldId="275"/>
        </pc:sldMkLst>
        <pc:spChg chg="mod">
          <ac:chgData name="OŽBOT, MIHA" userId="36448ee4-d56c-450a-8c5f-e012d647b106" providerId="ADAL" clId="{327D865C-4B1F-4AEE-9BBD-C0A0A0777F1B}" dt="2022-04-12T16:58:52.752" v="28" actId="20577"/>
          <ac:spMkLst>
            <pc:docMk/>
            <pc:sldMk cId="605482339" sldId="275"/>
            <ac:spMk id="3" creationId="{2EBF0C0C-9362-444A-A2F4-408EE67818B7}"/>
          </ac:spMkLst>
        </pc:spChg>
      </pc:sldChg>
      <pc:sldChg chg="modSp mod">
        <pc:chgData name="OŽBOT, MIHA" userId="36448ee4-d56c-450a-8c5f-e012d647b106" providerId="ADAL" clId="{327D865C-4B1F-4AEE-9BBD-C0A0A0777F1B}" dt="2022-04-12T16:58:20.711" v="27"/>
        <pc:sldMkLst>
          <pc:docMk/>
          <pc:sldMk cId="1974032223" sldId="276"/>
        </pc:sldMkLst>
        <pc:spChg chg="mod">
          <ac:chgData name="OŽBOT, MIHA" userId="36448ee4-d56c-450a-8c5f-e012d647b106" providerId="ADAL" clId="{327D865C-4B1F-4AEE-9BBD-C0A0A0777F1B}" dt="2022-04-12T16:58:20.711" v="27"/>
          <ac:spMkLst>
            <pc:docMk/>
            <pc:sldMk cId="1974032223" sldId="276"/>
            <ac:spMk id="3" creationId="{03DBCEB0-1B80-4DF7-B8D5-E463545749EC}"/>
          </ac:spMkLst>
        </pc:spChg>
      </pc:sldChg>
      <pc:sldChg chg="modSp mod">
        <pc:chgData name="OŽBOT, MIHA" userId="36448ee4-d56c-450a-8c5f-e012d647b106" providerId="ADAL" clId="{327D865C-4B1F-4AEE-9BBD-C0A0A0777F1B}" dt="2022-04-12T18:04:43.776" v="401" actId="113"/>
        <pc:sldMkLst>
          <pc:docMk/>
          <pc:sldMk cId="1777168465" sldId="277"/>
        </pc:sldMkLst>
        <pc:spChg chg="mod">
          <ac:chgData name="OŽBOT, MIHA" userId="36448ee4-d56c-450a-8c5f-e012d647b106" providerId="ADAL" clId="{327D865C-4B1F-4AEE-9BBD-C0A0A0777F1B}" dt="2022-04-12T18:04:43.776" v="401" actId="113"/>
          <ac:spMkLst>
            <pc:docMk/>
            <pc:sldMk cId="1777168465" sldId="277"/>
            <ac:spMk id="3" creationId="{354E9BDB-FFAF-4691-A07B-B175C22DE297}"/>
          </ac:spMkLst>
        </pc:spChg>
      </pc:sldChg>
      <pc:sldChg chg="modSp mod">
        <pc:chgData name="OŽBOT, MIHA" userId="36448ee4-d56c-450a-8c5f-e012d647b106" providerId="ADAL" clId="{327D865C-4B1F-4AEE-9BBD-C0A0A0777F1B}" dt="2022-04-12T16:59:23.792" v="29" actId="20577"/>
        <pc:sldMkLst>
          <pc:docMk/>
          <pc:sldMk cId="2849575153" sldId="279"/>
        </pc:sldMkLst>
        <pc:spChg chg="mod">
          <ac:chgData name="OŽBOT, MIHA" userId="36448ee4-d56c-450a-8c5f-e012d647b106" providerId="ADAL" clId="{327D865C-4B1F-4AEE-9BBD-C0A0A0777F1B}" dt="2022-04-12T16:48:51.885" v="1" actId="20577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36448ee4-d56c-450a-8c5f-e012d647b106" providerId="ADAL" clId="{327D865C-4B1F-4AEE-9BBD-C0A0A0777F1B}" dt="2022-04-12T16:59:23.792" v="29" actId="20577"/>
          <ac:spMkLst>
            <pc:docMk/>
            <pc:sldMk cId="2849575153" sldId="279"/>
            <ac:spMk id="3" creationId="{9B7BDED3-60BE-4F4C-8872-B171FE820D8D}"/>
          </ac:spMkLst>
        </pc:spChg>
      </pc:sldChg>
      <pc:sldChg chg="modSp mod">
        <pc:chgData name="OŽBOT, MIHA" userId="36448ee4-d56c-450a-8c5f-e012d647b106" providerId="ADAL" clId="{327D865C-4B1F-4AEE-9BBD-C0A0A0777F1B}" dt="2022-04-12T17:00:14.704" v="31" actId="20577"/>
        <pc:sldMkLst>
          <pc:docMk/>
          <pc:sldMk cId="2584916931" sldId="280"/>
        </pc:sldMkLst>
        <pc:spChg chg="mod">
          <ac:chgData name="OŽBOT, MIHA" userId="36448ee4-d56c-450a-8c5f-e012d647b106" providerId="ADAL" clId="{327D865C-4B1F-4AEE-9BBD-C0A0A0777F1B}" dt="2022-04-12T17:00:14.704" v="31" actId="20577"/>
          <ac:spMkLst>
            <pc:docMk/>
            <pc:sldMk cId="2584916931" sldId="280"/>
            <ac:spMk id="3" creationId="{12886D7A-D4E7-495E-908F-E15497B16D57}"/>
          </ac:spMkLst>
        </pc:spChg>
      </pc:sldChg>
      <pc:sldChg chg="modSp mod">
        <pc:chgData name="OŽBOT, MIHA" userId="36448ee4-d56c-450a-8c5f-e012d647b106" providerId="ADAL" clId="{327D865C-4B1F-4AEE-9BBD-C0A0A0777F1B}" dt="2022-04-12T18:12:46.974" v="554" actId="20577"/>
        <pc:sldMkLst>
          <pc:docMk/>
          <pc:sldMk cId="3904152926" sldId="281"/>
        </pc:sldMkLst>
        <pc:spChg chg="mod">
          <ac:chgData name="OŽBOT, MIHA" userId="36448ee4-d56c-450a-8c5f-e012d647b106" providerId="ADAL" clId="{327D865C-4B1F-4AEE-9BBD-C0A0A0777F1B}" dt="2022-04-12T18:12:46.974" v="554" actId="20577"/>
          <ac:spMkLst>
            <pc:docMk/>
            <pc:sldMk cId="3904152926" sldId="281"/>
            <ac:spMk id="3" creationId="{FF9CEB20-11ED-49A7-A1FC-827249F25E3F}"/>
          </ac:spMkLst>
        </pc:spChg>
      </pc:sldChg>
      <pc:sldChg chg="modSp mod">
        <pc:chgData name="OŽBOT, MIHA" userId="36448ee4-d56c-450a-8c5f-e012d647b106" providerId="ADAL" clId="{327D865C-4B1F-4AEE-9BBD-C0A0A0777F1B}" dt="2022-04-12T17:01:09.812" v="32" actId="20577"/>
        <pc:sldMkLst>
          <pc:docMk/>
          <pc:sldMk cId="877783051" sldId="282"/>
        </pc:sldMkLst>
        <pc:spChg chg="mod">
          <ac:chgData name="OŽBOT, MIHA" userId="36448ee4-d56c-450a-8c5f-e012d647b106" providerId="ADAL" clId="{327D865C-4B1F-4AEE-9BBD-C0A0A0777F1B}" dt="2022-04-12T17:01:09.812" v="32" actId="20577"/>
          <ac:spMkLst>
            <pc:docMk/>
            <pc:sldMk cId="877783051" sldId="282"/>
            <ac:spMk id="2" creationId="{08293A48-0358-45D5-99AB-1890A56BBB06}"/>
          </ac:spMkLst>
        </pc:spChg>
      </pc:sldChg>
      <pc:sldChg chg="addSp modSp">
        <pc:chgData name="OŽBOT, MIHA" userId="36448ee4-d56c-450a-8c5f-e012d647b106" providerId="ADAL" clId="{327D865C-4B1F-4AEE-9BBD-C0A0A0777F1B}" dt="2022-04-12T18:01:58.401" v="391"/>
        <pc:sldMkLst>
          <pc:docMk/>
          <pc:sldMk cId="996068835" sldId="283"/>
        </pc:sldMkLst>
        <pc:picChg chg="add mod">
          <ac:chgData name="OŽBOT, MIHA" userId="36448ee4-d56c-450a-8c5f-e012d647b106" providerId="ADAL" clId="{327D865C-4B1F-4AEE-9BBD-C0A0A0777F1B}" dt="2022-04-12T18:01:58.401" v="391"/>
          <ac:picMkLst>
            <pc:docMk/>
            <pc:sldMk cId="996068835" sldId="283"/>
            <ac:picMk id="6" creationId="{32FD3291-7A37-4F24-90A6-C0C9C0FE9561}"/>
          </ac:picMkLst>
        </pc:picChg>
      </pc:sldChg>
      <pc:sldChg chg="addSp delSp modSp mod setBg">
        <pc:chgData name="OŽBOT, MIHA" userId="36448ee4-d56c-450a-8c5f-e012d647b106" providerId="ADAL" clId="{327D865C-4B1F-4AEE-9BBD-C0A0A0777F1B}" dt="2022-04-12T18:09:30.244" v="494" actId="1076"/>
        <pc:sldMkLst>
          <pc:docMk/>
          <pc:sldMk cId="862989043" sldId="284"/>
        </pc:sldMkLst>
        <pc:spChg chg="mod">
          <ac:chgData name="OŽBOT, MIHA" userId="36448ee4-d56c-450a-8c5f-e012d647b106" providerId="ADAL" clId="{327D865C-4B1F-4AEE-9BBD-C0A0A0777F1B}" dt="2022-04-12T18:01:28.382" v="373" actId="404"/>
          <ac:spMkLst>
            <pc:docMk/>
            <pc:sldMk cId="862989043" sldId="284"/>
            <ac:spMk id="2" creationId="{33AC806F-76B1-43B6-8CA1-6EDE0AFBE77F}"/>
          </ac:spMkLst>
        </pc:spChg>
        <pc:spChg chg="del">
          <ac:chgData name="OŽBOT, MIHA" userId="36448ee4-d56c-450a-8c5f-e012d647b106" providerId="ADAL" clId="{327D865C-4B1F-4AEE-9BBD-C0A0A0777F1B}" dt="2022-04-12T17:50:21.118" v="138"/>
          <ac:spMkLst>
            <pc:docMk/>
            <pc:sldMk cId="862989043" sldId="284"/>
            <ac:spMk id="3" creationId="{4EEC0B6B-315E-4151-9F84-788485AA5537}"/>
          </ac:spMkLst>
        </pc:spChg>
        <pc:spChg chg="add del">
          <ac:chgData name="OŽBOT, MIHA" userId="36448ee4-d56c-450a-8c5f-e012d647b106" providerId="ADAL" clId="{327D865C-4B1F-4AEE-9BBD-C0A0A0777F1B}" dt="2022-04-12T17:53:31.345" v="253"/>
          <ac:spMkLst>
            <pc:docMk/>
            <pc:sldMk cId="862989043" sldId="284"/>
            <ac:spMk id="10" creationId="{E66AC64D-1465-43B1-A1E0-29F48C749176}"/>
          </ac:spMkLst>
        </pc:spChg>
        <pc:spChg chg="add del">
          <ac:chgData name="OŽBOT, MIHA" userId="36448ee4-d56c-450a-8c5f-e012d647b106" providerId="ADAL" clId="{327D865C-4B1F-4AEE-9BBD-C0A0A0777F1B}" dt="2022-04-12T17:59:24.894" v="311" actId="22"/>
          <ac:spMkLst>
            <pc:docMk/>
            <pc:sldMk cId="862989043" sldId="284"/>
            <ac:spMk id="20" creationId="{CCEB64BD-6056-B071-7E68-5A81E4496712}"/>
          </ac:spMkLst>
        </pc:spChg>
        <pc:spChg chg="add del">
          <ac:chgData name="OŽBOT, MIHA" userId="36448ee4-d56c-450a-8c5f-e012d647b106" providerId="ADAL" clId="{327D865C-4B1F-4AEE-9BBD-C0A0A0777F1B}" dt="2022-04-12T17:57:21.792" v="305" actId="26606"/>
          <ac:spMkLst>
            <pc:docMk/>
            <pc:sldMk cId="862989043" sldId="284"/>
            <ac:spMk id="21" creationId="{91F55C5D-1648-4BE3-932D-8CADBF3F6736}"/>
          </ac:spMkLst>
        </pc:spChg>
        <pc:spChg chg="add del">
          <ac:chgData name="OŽBOT, MIHA" userId="36448ee4-d56c-450a-8c5f-e012d647b106" providerId="ADAL" clId="{327D865C-4B1F-4AEE-9BBD-C0A0A0777F1B}" dt="2022-04-12T17:57:21.792" v="305" actId="26606"/>
          <ac:spMkLst>
            <pc:docMk/>
            <pc:sldMk cId="862989043" sldId="284"/>
            <ac:spMk id="23" creationId="{A38E1331-B5A6-44BE-BF4E-EE6C2FD2A242}"/>
          </ac:spMkLst>
        </pc:spChg>
        <pc:spChg chg="add del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25" creationId="{0059B5C0-FEC8-4370-AF45-02E3AEF6FA6D}"/>
          </ac:spMkLst>
        </pc:spChg>
        <pc:spChg chg="add del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26" creationId="{94BFCCA4-109C-4B21-816E-144FE75C38EE}"/>
          </ac:spMkLst>
        </pc:spChg>
        <pc:spChg chg="add del">
          <ac:chgData name="OŽBOT, MIHA" userId="36448ee4-d56c-450a-8c5f-e012d647b106" providerId="ADAL" clId="{327D865C-4B1F-4AEE-9BBD-C0A0A0777F1B}" dt="2022-04-12T18:01:33.894" v="376" actId="478"/>
          <ac:spMkLst>
            <pc:docMk/>
            <pc:sldMk cId="862989043" sldId="284"/>
            <ac:spMk id="30" creationId="{9922F031-7A04-4C44-CB42-DC2F0173539B}"/>
          </ac:spMkLst>
        </pc:spChg>
        <pc:spChg chg="add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33" creationId="{94BFCCA4-109C-4B21-816E-144FE75C38EE}"/>
          </ac:spMkLst>
        </pc:spChg>
        <pc:spChg chg="add">
          <ac:chgData name="OŽBOT, MIHA" userId="36448ee4-d56c-450a-8c5f-e012d647b106" providerId="ADAL" clId="{327D865C-4B1F-4AEE-9BBD-C0A0A0777F1B}" dt="2022-04-12T18:00:46.138" v="343" actId="26606"/>
          <ac:spMkLst>
            <pc:docMk/>
            <pc:sldMk cId="862989043" sldId="284"/>
            <ac:spMk id="35" creationId="{0059B5C0-FEC8-4370-AF45-02E3AEF6FA6D}"/>
          </ac:spMkLst>
        </pc:spChg>
        <pc:graphicFrameChg chg="del">
          <ac:chgData name="OŽBOT, MIHA" userId="36448ee4-d56c-450a-8c5f-e012d647b106" providerId="ADAL" clId="{327D865C-4B1F-4AEE-9BBD-C0A0A0777F1B}" dt="2022-04-12T17:24:12.843" v="40" actId="478"/>
          <ac:graphicFrameMkLst>
            <pc:docMk/>
            <pc:sldMk cId="862989043" sldId="284"/>
            <ac:graphicFrameMk id="7" creationId="{C90C24EF-A9AF-4456-89A1-749796B2A5DF}"/>
          </ac:graphicFrameMkLst>
        </pc:graphicFrameChg>
        <pc:picChg chg="del">
          <ac:chgData name="OŽBOT, MIHA" userId="36448ee4-d56c-450a-8c5f-e012d647b106" providerId="ADAL" clId="{327D865C-4B1F-4AEE-9BBD-C0A0A0777F1B}" dt="2022-04-12T17:50:27.254" v="144" actId="478"/>
          <ac:picMkLst>
            <pc:docMk/>
            <pc:sldMk cId="862989043" sldId="284"/>
            <ac:picMk id="4" creationId="{C088F720-0C4B-497B-AD63-5833701D8B02}"/>
          </ac:picMkLst>
        </pc:picChg>
        <pc:picChg chg="add mod ord">
          <ac:chgData name="OŽBOT, MIHA" userId="36448ee4-d56c-450a-8c5f-e012d647b106" providerId="ADAL" clId="{327D865C-4B1F-4AEE-9BBD-C0A0A0777F1B}" dt="2022-04-12T18:09:28.560" v="493" actId="1076"/>
          <ac:picMkLst>
            <pc:docMk/>
            <pc:sldMk cId="862989043" sldId="284"/>
            <ac:picMk id="6" creationId="{11273977-0306-4732-886E-2D7878917CA9}"/>
          </ac:picMkLst>
        </pc:picChg>
        <pc:picChg chg="add mod ord">
          <ac:chgData name="OŽBOT, MIHA" userId="36448ee4-d56c-450a-8c5f-e012d647b106" providerId="ADAL" clId="{327D865C-4B1F-4AEE-9BBD-C0A0A0777F1B}" dt="2022-04-12T18:09:30.244" v="494" actId="1076"/>
          <ac:picMkLst>
            <pc:docMk/>
            <pc:sldMk cId="862989043" sldId="284"/>
            <ac:picMk id="9" creationId="{DF5DA5A8-19A2-4A07-8852-61DABF4BEBE2}"/>
          </ac:picMkLst>
        </pc:picChg>
        <pc:picChg chg="add del mod">
          <ac:chgData name="OŽBOT, MIHA" userId="36448ee4-d56c-450a-8c5f-e012d647b106" providerId="ADAL" clId="{327D865C-4B1F-4AEE-9BBD-C0A0A0777F1B}" dt="2022-04-12T17:57:30.543" v="310" actId="478"/>
          <ac:picMkLst>
            <pc:docMk/>
            <pc:sldMk cId="862989043" sldId="284"/>
            <ac:picMk id="12" creationId="{3D1D1029-5F05-4E61-90F0-9704DA374F14}"/>
          </ac:picMkLst>
        </pc:picChg>
        <pc:picChg chg="add del mod">
          <ac:chgData name="OŽBOT, MIHA" userId="36448ee4-d56c-450a-8c5f-e012d647b106" providerId="ADAL" clId="{327D865C-4B1F-4AEE-9BBD-C0A0A0777F1B}" dt="2022-04-12T17:56:07.375" v="284" actId="478"/>
          <ac:picMkLst>
            <pc:docMk/>
            <pc:sldMk cId="862989043" sldId="284"/>
            <ac:picMk id="14" creationId="{E2CF6506-3B4C-4168-BCB6-27EFC59087DD}"/>
          </ac:picMkLst>
        </pc:picChg>
        <pc:picChg chg="add mod">
          <ac:chgData name="OŽBOT, MIHA" userId="36448ee4-d56c-450a-8c5f-e012d647b106" providerId="ADAL" clId="{327D865C-4B1F-4AEE-9BBD-C0A0A0777F1B}" dt="2022-04-12T18:01:54.784" v="390" actId="1076"/>
          <ac:picMkLst>
            <pc:docMk/>
            <pc:sldMk cId="862989043" sldId="284"/>
            <ac:picMk id="16" creationId="{7169D02A-738F-4A1D-841C-7AD1C268E525}"/>
          </ac:picMkLst>
        </pc:picChg>
        <pc:picChg chg="add mod ord">
          <ac:chgData name="OŽBOT, MIHA" userId="36448ee4-d56c-450a-8c5f-e012d647b106" providerId="ADAL" clId="{327D865C-4B1F-4AEE-9BBD-C0A0A0777F1B}" dt="2022-04-12T18:01:52.808" v="389" actId="1076"/>
          <ac:picMkLst>
            <pc:docMk/>
            <pc:sldMk cId="862989043" sldId="284"/>
            <ac:picMk id="22" creationId="{6B9EAAC1-1378-43B9-A00C-895749E308DA}"/>
          </ac:picMkLst>
        </pc:picChg>
        <pc:picChg chg="add mod">
          <ac:chgData name="OŽBOT, MIHA" userId="36448ee4-d56c-450a-8c5f-e012d647b106" providerId="ADAL" clId="{327D865C-4B1F-4AEE-9BBD-C0A0A0777F1B}" dt="2022-04-12T18:01:59.524" v="392"/>
          <ac:picMkLst>
            <pc:docMk/>
            <pc:sldMk cId="862989043" sldId="284"/>
            <ac:picMk id="29" creationId="{E6DFB3EB-3544-4EC3-A94E-5B07BA933E69}"/>
          </ac:picMkLst>
        </pc:picChg>
      </pc:sldChg>
      <pc:sldChg chg="addSp modSp mod">
        <pc:chgData name="OŽBOT, MIHA" userId="36448ee4-d56c-450a-8c5f-e012d647b106" providerId="ADAL" clId="{327D865C-4B1F-4AEE-9BBD-C0A0A0777F1B}" dt="2022-04-12T18:02:09.822" v="395"/>
        <pc:sldMkLst>
          <pc:docMk/>
          <pc:sldMk cId="1239167803" sldId="285"/>
        </pc:sldMkLst>
        <pc:spChg chg="mod">
          <ac:chgData name="OŽBOT, MIHA" userId="36448ee4-d56c-450a-8c5f-e012d647b106" providerId="ADAL" clId="{327D865C-4B1F-4AEE-9BBD-C0A0A0777F1B}" dt="2022-04-12T16:52:42.362" v="11" actId="20577"/>
          <ac:spMkLst>
            <pc:docMk/>
            <pc:sldMk cId="1239167803" sldId="285"/>
            <ac:spMk id="166" creationId="{B8D13A2C-0815-46E8-A56B-7231923908FB}"/>
          </ac:spMkLst>
        </pc:spChg>
        <pc:picChg chg="add mod">
          <ac:chgData name="OŽBOT, MIHA" userId="36448ee4-d56c-450a-8c5f-e012d647b106" providerId="ADAL" clId="{327D865C-4B1F-4AEE-9BBD-C0A0A0777F1B}" dt="2022-04-12T18:02:09.822" v="395"/>
          <ac:picMkLst>
            <pc:docMk/>
            <pc:sldMk cId="1239167803" sldId="285"/>
            <ac:picMk id="6" creationId="{E9DBEFD9-8734-45D4-BE7D-7FBA6CD50B5B}"/>
          </ac:picMkLst>
        </pc:picChg>
      </pc:sldChg>
      <pc:sldChg chg="addSp modSp mod addCm delCm">
        <pc:chgData name="OŽBOT, MIHA" userId="36448ee4-d56c-450a-8c5f-e012d647b106" providerId="ADAL" clId="{327D865C-4B1F-4AEE-9BBD-C0A0A0777F1B}" dt="2022-04-12T18:02:05.866" v="394"/>
        <pc:sldMkLst>
          <pc:docMk/>
          <pc:sldMk cId="3372332676" sldId="286"/>
        </pc:sldMkLst>
        <pc:spChg chg="mod">
          <ac:chgData name="OŽBOT, MIHA" userId="36448ee4-d56c-450a-8c5f-e012d647b106" providerId="ADAL" clId="{327D865C-4B1F-4AEE-9BBD-C0A0A0777F1B}" dt="2022-04-12T16:57:24.676" v="23" actId="20577"/>
          <ac:spMkLst>
            <pc:docMk/>
            <pc:sldMk cId="3372332676" sldId="286"/>
            <ac:spMk id="3" creationId="{8B963D87-ED67-48B8-B813-8E848277554D}"/>
          </ac:spMkLst>
        </pc:spChg>
        <pc:picChg chg="add mod">
          <ac:chgData name="OŽBOT, MIHA" userId="36448ee4-d56c-450a-8c5f-e012d647b106" providerId="ADAL" clId="{327D865C-4B1F-4AEE-9BBD-C0A0A0777F1B}" dt="2022-04-12T18:02:05.866" v="394"/>
          <ac:picMkLst>
            <pc:docMk/>
            <pc:sldMk cId="3372332676" sldId="286"/>
            <ac:picMk id="8" creationId="{CF035824-EFDA-41FA-8349-C1DFF0B6E025}"/>
          </ac:picMkLst>
        </pc:picChg>
      </pc:sldChg>
      <pc:sldChg chg="addSp delSp modSp add mod setBg">
        <pc:chgData name="OŽBOT, MIHA" userId="36448ee4-d56c-450a-8c5f-e012d647b106" providerId="ADAL" clId="{327D865C-4B1F-4AEE-9BBD-C0A0A0777F1B}" dt="2022-04-12T18:09:12.670" v="492" actId="1076"/>
        <pc:sldMkLst>
          <pc:docMk/>
          <pc:sldMk cId="1082004255" sldId="287"/>
        </pc:sldMkLst>
        <pc:spChg chg="mo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" creationId="{33AC806F-76B1-43B6-8CA1-6EDE0AFBE77F}"/>
          </ac:spMkLst>
        </pc:spChg>
        <pc:spChg chg="del">
          <ac:chgData name="OŽBOT, MIHA" userId="36448ee4-d56c-450a-8c5f-e012d647b106" providerId="ADAL" clId="{327D865C-4B1F-4AEE-9BBD-C0A0A0777F1B}" dt="2022-04-12T17:33:41.176" v="46"/>
          <ac:spMkLst>
            <pc:docMk/>
            <pc:sldMk cId="1082004255" sldId="287"/>
            <ac:spMk id="3" creationId="{4EEC0B6B-315E-4151-9F84-788485AA5537}"/>
          </ac:spMkLst>
        </pc:spChg>
        <pc:spChg chg="mo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18" creationId="{B631CC7E-121E-4541-BB99-C70CD6057F91}"/>
          </ac:spMkLst>
        </pc:spChg>
        <pc:spChg chg="ad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0" creationId="{53B475F8-50AE-46A0-9943-B2B63183D50C}"/>
          </ac:spMkLst>
        </pc:spChg>
        <pc:spChg chg="add del">
          <ac:chgData name="OŽBOT, MIHA" userId="36448ee4-d56c-450a-8c5f-e012d647b106" providerId="ADAL" clId="{327D865C-4B1F-4AEE-9BBD-C0A0A0777F1B}" dt="2022-04-12T18:07:26.549" v="437"/>
          <ac:spMkLst>
            <pc:docMk/>
            <pc:sldMk cId="1082004255" sldId="287"/>
            <ac:spMk id="22" creationId="{0DA33D09-8BEA-7948-20F8-1E0880C9F235}"/>
          </ac:spMkLst>
        </pc:spChg>
        <pc:spChg chg="add del">
          <ac:chgData name="OŽBOT, MIHA" userId="36448ee4-d56c-450a-8c5f-e012d647b106" providerId="ADAL" clId="{327D865C-4B1F-4AEE-9BBD-C0A0A0777F1B}" dt="2022-04-12T18:06:27.175" v="434" actId="26606"/>
          <ac:spMkLst>
            <pc:docMk/>
            <pc:sldMk cId="1082004255" sldId="287"/>
            <ac:spMk id="23" creationId="{6570CC06-DB21-401C-BCF8-AAC5FF550D29}"/>
          </ac:spMkLst>
        </pc:spChg>
        <pc:spChg chg="add del">
          <ac:chgData name="OŽBOT, MIHA" userId="36448ee4-d56c-450a-8c5f-e012d647b106" providerId="ADAL" clId="{327D865C-4B1F-4AEE-9BBD-C0A0A0777F1B}" dt="2022-04-12T18:06:27.175" v="434" actId="26606"/>
          <ac:spMkLst>
            <pc:docMk/>
            <pc:sldMk cId="1082004255" sldId="287"/>
            <ac:spMk id="25" creationId="{15B998FC-4B98-4A07-B159-9E629180AF40}"/>
          </ac:spMkLst>
        </pc:spChg>
        <pc:spChg chg="add">
          <ac:chgData name="OŽBOT, MIHA" userId="36448ee4-d56c-450a-8c5f-e012d647b106" providerId="ADAL" clId="{327D865C-4B1F-4AEE-9BBD-C0A0A0777F1B}" dt="2022-04-12T18:07:23.640" v="436" actId="26606"/>
          <ac:spMkLst>
            <pc:docMk/>
            <pc:sldMk cId="1082004255" sldId="287"/>
            <ac:spMk id="27" creationId="{75F6FDB4-2351-48C2-A863-2364A02343C0}"/>
          </ac:spMkLst>
        </pc:spChg>
        <pc:graphicFrameChg chg="add del mod">
          <ac:chgData name="OŽBOT, MIHA" userId="36448ee4-d56c-450a-8c5f-e012d647b106" providerId="ADAL" clId="{327D865C-4B1F-4AEE-9BBD-C0A0A0777F1B}" dt="2022-04-12T17:23:53.726" v="37" actId="478"/>
          <ac:graphicFrameMkLst>
            <pc:docMk/>
            <pc:sldMk cId="1082004255" sldId="287"/>
            <ac:graphicFrameMk id="5" creationId="{3EEE4ED5-FCF8-4319-9C77-9557160A9BC0}"/>
          </ac:graphicFrameMkLst>
        </pc:graphicFrameChg>
        <pc:graphicFrameChg chg="add del mod">
          <ac:chgData name="OŽBOT, MIHA" userId="36448ee4-d56c-450a-8c5f-e012d647b106" providerId="ADAL" clId="{327D865C-4B1F-4AEE-9BBD-C0A0A0777F1B}" dt="2022-04-12T17:23:59.072" v="39" actId="478"/>
          <ac:graphicFrameMkLst>
            <pc:docMk/>
            <pc:sldMk cId="1082004255" sldId="287"/>
            <ac:graphicFrameMk id="6" creationId="{642C920D-CD53-4125-9B5A-7B23AC8663BB}"/>
          </ac:graphicFrameMkLst>
        </pc:graphicFrameChg>
        <pc:graphicFrameChg chg="del">
          <ac:chgData name="OŽBOT, MIHA" userId="36448ee4-d56c-450a-8c5f-e012d647b106" providerId="ADAL" clId="{327D865C-4B1F-4AEE-9BBD-C0A0A0777F1B}" dt="2022-04-12T17:23:40.896" v="35" actId="478"/>
          <ac:graphicFrameMkLst>
            <pc:docMk/>
            <pc:sldMk cId="1082004255" sldId="287"/>
            <ac:graphicFrameMk id="7" creationId="{C90C24EF-A9AF-4456-89A1-749796B2A5DF}"/>
          </ac:graphicFrameMkLst>
        </pc:graphicFrameChg>
        <pc:graphicFrameChg chg="add del mod">
          <ac:chgData name="OŽBOT, MIHA" userId="36448ee4-d56c-450a-8c5f-e012d647b106" providerId="ADAL" clId="{327D865C-4B1F-4AEE-9BBD-C0A0A0777F1B}" dt="2022-04-12T17:31:35.434" v="45" actId="478"/>
          <ac:graphicFrameMkLst>
            <pc:docMk/>
            <pc:sldMk cId="1082004255" sldId="287"/>
            <ac:graphicFrameMk id="8" creationId="{E64C7E69-52E8-466C-84E8-F3196E16EC10}"/>
          </ac:graphicFrameMkLst>
        </pc:graphicFrameChg>
        <pc:picChg chg="del">
          <ac:chgData name="OŽBOT, MIHA" userId="36448ee4-d56c-450a-8c5f-e012d647b106" providerId="ADAL" clId="{327D865C-4B1F-4AEE-9BBD-C0A0A0777F1B}" dt="2022-04-12T17:23:38.422" v="34" actId="478"/>
          <ac:picMkLst>
            <pc:docMk/>
            <pc:sldMk cId="1082004255" sldId="287"/>
            <ac:picMk id="4" creationId="{C088F720-0C4B-497B-AD63-5833701D8B02}"/>
          </ac:picMkLst>
        </pc:picChg>
        <pc:picChg chg="add mod">
          <ac:chgData name="OŽBOT, MIHA" userId="36448ee4-d56c-450a-8c5f-e012d647b106" providerId="ADAL" clId="{327D865C-4B1F-4AEE-9BBD-C0A0A0777F1B}" dt="2022-04-12T18:09:06.878" v="490" actId="1076"/>
          <ac:picMkLst>
            <pc:docMk/>
            <pc:sldMk cId="1082004255" sldId="287"/>
            <ac:picMk id="10" creationId="{334DCAF6-D811-4BAD-B565-AED2BC4F1862}"/>
          </ac:picMkLst>
        </pc:picChg>
        <pc:picChg chg="add del mod">
          <ac:chgData name="OŽBOT, MIHA" userId="36448ee4-d56c-450a-8c5f-e012d647b106" providerId="ADAL" clId="{327D865C-4B1F-4AEE-9BBD-C0A0A0777F1B}" dt="2022-04-12T18:08:34.868" v="473" actId="478"/>
          <ac:picMkLst>
            <pc:docMk/>
            <pc:sldMk cId="1082004255" sldId="287"/>
            <ac:picMk id="12" creationId="{B6B5933A-08FF-4192-9EBF-2D9F28CACF4A}"/>
          </ac:picMkLst>
        </pc:picChg>
        <pc:picChg chg="add mod ord">
          <ac:chgData name="OŽBOT, MIHA" userId="36448ee4-d56c-450a-8c5f-e012d647b106" providerId="ADAL" clId="{327D865C-4B1F-4AEE-9BBD-C0A0A0777F1B}" dt="2022-04-12T18:09:09.984" v="491" actId="1076"/>
          <ac:picMkLst>
            <pc:docMk/>
            <pc:sldMk cId="1082004255" sldId="287"/>
            <ac:picMk id="14" creationId="{1E118952-D35D-497A-8FC7-BAB88B34EA86}"/>
          </ac:picMkLst>
        </pc:picChg>
        <pc:picChg chg="add del mod">
          <ac:chgData name="OŽBOT, MIHA" userId="36448ee4-d56c-450a-8c5f-e012d647b106" providerId="ADAL" clId="{327D865C-4B1F-4AEE-9BBD-C0A0A0777F1B}" dt="2022-04-12T18:06:56.801" v="435" actId="21"/>
          <ac:picMkLst>
            <pc:docMk/>
            <pc:sldMk cId="1082004255" sldId="287"/>
            <ac:picMk id="16" creationId="{3597C3C0-0AE2-4A15-9FB2-F75D7B976974}"/>
          </ac:picMkLst>
        </pc:picChg>
        <pc:picChg chg="add mod ord">
          <ac:chgData name="OŽBOT, MIHA" userId="36448ee4-d56c-450a-8c5f-e012d647b106" providerId="ADAL" clId="{327D865C-4B1F-4AEE-9BBD-C0A0A0777F1B}" dt="2022-04-12T18:07:23.640" v="436" actId="26606"/>
          <ac:picMkLst>
            <pc:docMk/>
            <pc:sldMk cId="1082004255" sldId="287"/>
            <ac:picMk id="17" creationId="{EE89B95C-39D8-427F-A9E8-A93DEA761E7A}"/>
          </ac:picMkLst>
        </pc:picChg>
        <pc:picChg chg="add mod">
          <ac:chgData name="OŽBOT, MIHA" userId="36448ee4-d56c-450a-8c5f-e012d647b106" providerId="ADAL" clId="{327D865C-4B1F-4AEE-9BBD-C0A0A0777F1B}" dt="2022-04-12T18:08:57.728" v="485" actId="1076"/>
          <ac:picMkLst>
            <pc:docMk/>
            <pc:sldMk cId="1082004255" sldId="287"/>
            <ac:picMk id="21" creationId="{AE611F5A-ECCA-44F7-9198-67E064EA7552}"/>
          </ac:picMkLst>
        </pc:picChg>
        <pc:picChg chg="add mod">
          <ac:chgData name="OŽBOT, MIHA" userId="36448ee4-d56c-450a-8c5f-e012d647b106" providerId="ADAL" clId="{327D865C-4B1F-4AEE-9BBD-C0A0A0777F1B}" dt="2022-04-12T18:09:12.670" v="492" actId="1076"/>
          <ac:picMkLst>
            <pc:docMk/>
            <pc:sldMk cId="1082004255" sldId="287"/>
            <ac:picMk id="24" creationId="{480621F9-EF07-4C21-A82F-9480BF7F1A83}"/>
          </ac:picMkLst>
        </pc:picChg>
      </pc:sldChg>
      <pc:sldChg chg="addSp modSp new mod">
        <pc:chgData name="OŽBOT, MIHA" userId="36448ee4-d56c-450a-8c5f-e012d647b106" providerId="ADAL" clId="{327D865C-4B1F-4AEE-9BBD-C0A0A0777F1B}" dt="2022-04-12T18:05:17.606" v="404" actId="1076"/>
        <pc:sldMkLst>
          <pc:docMk/>
          <pc:sldMk cId="4277249247" sldId="288"/>
        </pc:sldMkLst>
        <pc:graphicFrameChg chg="add mod">
          <ac:chgData name="OŽBOT, MIHA" userId="36448ee4-d56c-450a-8c5f-e012d647b106" providerId="ADAL" clId="{327D865C-4B1F-4AEE-9BBD-C0A0A0777F1B}" dt="2022-04-12T18:05:17.606" v="404" actId="1076"/>
          <ac:graphicFrameMkLst>
            <pc:docMk/>
            <pc:sldMk cId="4277249247" sldId="288"/>
            <ac:graphicFrameMk id="5" creationId="{BB075082-82A7-4C0B-9C04-EE5BEDBA67B5}"/>
          </ac:graphicFrameMkLst>
        </pc:graphicFrameChg>
      </pc:sldChg>
    </pc:docChg>
  </pc:docChgLst>
  <pc:docChgLst>
    <pc:chgData name="Ožbot, Miha" userId="5fdfeab2-e3ac-40dc-9f9d-ac602c9b72a8" providerId="ADAL" clId="{F6470792-E840-4171-BDB0-E3FB66A095FD}"/>
    <pc:docChg chg="undo custSel addSld delSld modSld sldOrd">
      <pc:chgData name="Ožbot, Miha" userId="5fdfeab2-e3ac-40dc-9f9d-ac602c9b72a8" providerId="ADAL" clId="{F6470792-E840-4171-BDB0-E3FB66A095FD}" dt="2022-03-17T17:37:06.467" v="776" actId="20577"/>
      <pc:docMkLst>
        <pc:docMk/>
      </pc:docMkLst>
      <pc:sldChg chg="addSp delSp modSp mod">
        <pc:chgData name="Ožbot, Miha" userId="5fdfeab2-e3ac-40dc-9f9d-ac602c9b72a8" providerId="ADAL" clId="{F6470792-E840-4171-BDB0-E3FB66A095FD}" dt="2022-03-17T17:37:06.467" v="776" actId="20577"/>
        <pc:sldMkLst>
          <pc:docMk/>
          <pc:sldMk cId="1257919980" sldId="257"/>
        </pc:sldMkLst>
        <pc:spChg chg="mod">
          <ac:chgData name="Ožbot, Miha" userId="5fdfeab2-e3ac-40dc-9f9d-ac602c9b72a8" providerId="ADAL" clId="{F6470792-E840-4171-BDB0-E3FB66A095FD}" dt="2022-03-17T17:37:06.467" v="776" actId="20577"/>
          <ac:spMkLst>
            <pc:docMk/>
            <pc:sldMk cId="1257919980" sldId="257"/>
            <ac:spMk id="3" creationId="{DE560C8A-EAE8-42FF-9413-DD1909AD806D}"/>
          </ac:spMkLst>
        </pc:spChg>
        <pc:spChg chg="add mod">
          <ac:chgData name="Ožbot, Miha" userId="5fdfeab2-e3ac-40dc-9f9d-ac602c9b72a8" providerId="ADAL" clId="{F6470792-E840-4171-BDB0-E3FB66A095FD}" dt="2022-03-17T16:00:08.252" v="763" actId="20577"/>
          <ac:spMkLst>
            <pc:docMk/>
            <pc:sldMk cId="1257919980" sldId="257"/>
            <ac:spMk id="5" creationId="{40F0543A-7E03-472C-94CE-84E2914E6833}"/>
          </ac:spMkLst>
        </pc:spChg>
        <pc:spChg chg="add del">
          <ac:chgData name="Ožbot, Miha" userId="5fdfeab2-e3ac-40dc-9f9d-ac602c9b72a8" providerId="ADAL" clId="{F6470792-E840-4171-BDB0-E3FB66A095FD}" dt="2022-03-17T15:57:36.269" v="718"/>
          <ac:spMkLst>
            <pc:docMk/>
            <pc:sldMk cId="1257919980" sldId="257"/>
            <ac:spMk id="6" creationId="{143DA608-2DFC-4010-B149-41D982224F12}"/>
          </ac:spMkLst>
        </pc:spChg>
        <pc:spChg chg="add del">
          <ac:chgData name="Ožbot, Miha" userId="5fdfeab2-e3ac-40dc-9f9d-ac602c9b72a8" providerId="ADAL" clId="{F6470792-E840-4171-BDB0-E3FB66A095FD}" dt="2022-03-17T15:57:38.827" v="720"/>
          <ac:spMkLst>
            <pc:docMk/>
            <pc:sldMk cId="1257919980" sldId="257"/>
            <ac:spMk id="7" creationId="{DA4B6960-3729-44DA-B780-4BBF226ACB23}"/>
          </ac:spMkLst>
        </pc:spChg>
        <pc:spChg chg="add del">
          <ac:chgData name="Ožbot, Miha" userId="5fdfeab2-e3ac-40dc-9f9d-ac602c9b72a8" providerId="ADAL" clId="{F6470792-E840-4171-BDB0-E3FB66A095FD}" dt="2022-03-17T15:57:45.163" v="722"/>
          <ac:spMkLst>
            <pc:docMk/>
            <pc:sldMk cId="1257919980" sldId="257"/>
            <ac:spMk id="8" creationId="{568EF58E-FC9D-47B5-B57F-2AF349286E7B}"/>
          </ac:spMkLst>
        </pc:spChg>
        <pc:spChg chg="add del mod">
          <ac:chgData name="Ožbot, Miha" userId="5fdfeab2-e3ac-40dc-9f9d-ac602c9b72a8" providerId="ADAL" clId="{F6470792-E840-4171-BDB0-E3FB66A095FD}" dt="2022-03-17T15:58:12.989" v="729"/>
          <ac:spMkLst>
            <pc:docMk/>
            <pc:sldMk cId="1257919980" sldId="257"/>
            <ac:spMk id="9" creationId="{484E5D5F-B7FD-4B85-B785-FDF657C4540B}"/>
          </ac:spMkLst>
        </pc:spChg>
        <pc:spChg chg="add del mod">
          <ac:chgData name="Ožbot, Miha" userId="5fdfeab2-e3ac-40dc-9f9d-ac602c9b72a8" providerId="ADAL" clId="{F6470792-E840-4171-BDB0-E3FB66A095FD}" dt="2022-03-17T16:00:00.811" v="757" actId="478"/>
          <ac:spMkLst>
            <pc:docMk/>
            <pc:sldMk cId="1257919980" sldId="257"/>
            <ac:spMk id="10" creationId="{CAA17437-DF1E-4EB2-BD2C-A400BCD55ABB}"/>
          </ac:spMkLst>
        </pc:spChg>
        <pc:spChg chg="add del mod">
          <ac:chgData name="Ožbot, Miha" userId="5fdfeab2-e3ac-40dc-9f9d-ac602c9b72a8" providerId="ADAL" clId="{F6470792-E840-4171-BDB0-E3FB66A095FD}" dt="2022-03-17T15:58:21.547" v="732" actId="478"/>
          <ac:spMkLst>
            <pc:docMk/>
            <pc:sldMk cId="1257919980" sldId="257"/>
            <ac:spMk id="11" creationId="{79294D98-302F-4EB5-B67A-68FC392A5177}"/>
          </ac:spMkLst>
        </pc:spChg>
      </pc:sldChg>
      <pc:sldChg chg="modSp mod">
        <pc:chgData name="Ožbot, Miha" userId="5fdfeab2-e3ac-40dc-9f9d-ac602c9b72a8" providerId="ADAL" clId="{F6470792-E840-4171-BDB0-E3FB66A095FD}" dt="2022-03-16T17:01:03.686" v="93" actId="20577"/>
        <pc:sldMkLst>
          <pc:docMk/>
          <pc:sldMk cId="2052123652" sldId="258"/>
        </pc:sldMkLst>
        <pc:spChg chg="mod">
          <ac:chgData name="Ožbot, Miha" userId="5fdfeab2-e3ac-40dc-9f9d-ac602c9b72a8" providerId="ADAL" clId="{F6470792-E840-4171-BDB0-E3FB66A095FD}" dt="2022-03-16T17:01:03.686" v="93" actId="20577"/>
          <ac:spMkLst>
            <pc:docMk/>
            <pc:sldMk cId="2052123652" sldId="258"/>
            <ac:spMk id="2" creationId="{6072737F-1F7B-46A5-9D59-B5CFA5E2F463}"/>
          </ac:spMkLst>
        </pc:spChg>
      </pc:sldChg>
      <pc:sldChg chg="modSp del mod ord">
        <pc:chgData name="Ožbot, Miha" userId="5fdfeab2-e3ac-40dc-9f9d-ac602c9b72a8" providerId="ADAL" clId="{F6470792-E840-4171-BDB0-E3FB66A095FD}" dt="2022-03-17T15:47:32.608" v="525" actId="47"/>
        <pc:sldMkLst>
          <pc:docMk/>
          <pc:sldMk cId="2202418353" sldId="259"/>
        </pc:sldMkLst>
        <pc:spChg chg="mod">
          <ac:chgData name="Ožbot, Miha" userId="5fdfeab2-e3ac-40dc-9f9d-ac602c9b72a8" providerId="ADAL" clId="{F6470792-E840-4171-BDB0-E3FB66A095FD}" dt="2022-03-17T15:47:30.259" v="523" actId="21"/>
          <ac:spMkLst>
            <pc:docMk/>
            <pc:sldMk cId="2202418353" sldId="259"/>
            <ac:spMk id="2" creationId="{DDCC584B-74F3-4267-8238-1948AA16BDD1}"/>
          </ac:spMkLst>
        </pc:spChg>
      </pc:sldChg>
      <pc:sldChg chg="modSp mod">
        <pc:chgData name="Ožbot, Miha" userId="5fdfeab2-e3ac-40dc-9f9d-ac602c9b72a8" providerId="ADAL" clId="{F6470792-E840-4171-BDB0-E3FB66A095FD}" dt="2022-03-17T15:41:04.365" v="248" actId="20577"/>
        <pc:sldMkLst>
          <pc:docMk/>
          <pc:sldMk cId="2128968485" sldId="260"/>
        </pc:sldMkLst>
        <pc:spChg chg="mod">
          <ac:chgData name="Ožbot, Miha" userId="5fdfeab2-e3ac-40dc-9f9d-ac602c9b72a8" providerId="ADAL" clId="{F6470792-E840-4171-BDB0-E3FB66A095FD}" dt="2022-03-17T15:41:04.365" v="248" actId="20577"/>
          <ac:spMkLst>
            <pc:docMk/>
            <pc:sldMk cId="2128968485" sldId="260"/>
            <ac:spMk id="2" creationId="{0A2F52AC-0CEE-4781-9CF7-D06DD8E0C87E}"/>
          </ac:spMkLst>
        </pc:spChg>
      </pc:sldChg>
      <pc:sldChg chg="modSp new mod ord">
        <pc:chgData name="Ožbot, Miha" userId="5fdfeab2-e3ac-40dc-9f9d-ac602c9b72a8" providerId="ADAL" clId="{F6470792-E840-4171-BDB0-E3FB66A095FD}" dt="2022-03-17T15:41:13.932" v="260" actId="20577"/>
        <pc:sldMkLst>
          <pc:docMk/>
          <pc:sldMk cId="1218702890" sldId="261"/>
        </pc:sldMkLst>
        <pc:spChg chg="mod">
          <ac:chgData name="Ožbot, Miha" userId="5fdfeab2-e3ac-40dc-9f9d-ac602c9b72a8" providerId="ADAL" clId="{F6470792-E840-4171-BDB0-E3FB66A095FD}" dt="2022-03-16T17:00:43.223" v="67" actId="20577"/>
          <ac:spMkLst>
            <pc:docMk/>
            <pc:sldMk cId="1218702890" sldId="261"/>
            <ac:spMk id="2" creationId="{E85D5F98-98C0-4A92-9995-B7DF27BACBAA}"/>
          </ac:spMkLst>
        </pc:spChg>
        <pc:spChg chg="mod">
          <ac:chgData name="Ožbot, Miha" userId="5fdfeab2-e3ac-40dc-9f9d-ac602c9b72a8" providerId="ADAL" clId="{F6470792-E840-4171-BDB0-E3FB66A095FD}" dt="2022-03-17T15:41:13.932" v="260" actId="20577"/>
          <ac:spMkLst>
            <pc:docMk/>
            <pc:sldMk cId="1218702890" sldId="261"/>
            <ac:spMk id="3" creationId="{F2E71883-7441-42CB-B8C6-2644AA2C62CA}"/>
          </ac:spMkLst>
        </pc:spChg>
      </pc:sldChg>
      <pc:sldChg chg="addSp delSp modSp new mod ord">
        <pc:chgData name="Ožbot, Miha" userId="5fdfeab2-e3ac-40dc-9f9d-ac602c9b72a8" providerId="ADAL" clId="{F6470792-E840-4171-BDB0-E3FB66A095FD}" dt="2022-03-16T17:00:49.730" v="69"/>
        <pc:sldMkLst>
          <pc:docMk/>
          <pc:sldMk cId="2306990913" sldId="262"/>
        </pc:sldMkLst>
        <pc:spChg chg="mod">
          <ac:chgData name="Ožbot, Miha" userId="5fdfeab2-e3ac-40dc-9f9d-ac602c9b72a8" providerId="ADAL" clId="{F6470792-E840-4171-BDB0-E3FB66A095FD}" dt="2022-03-16T17:00:40.776" v="65" actId="20577"/>
          <ac:spMkLst>
            <pc:docMk/>
            <pc:sldMk cId="2306990913" sldId="262"/>
            <ac:spMk id="2" creationId="{9551B4C0-42E8-42B6-BBFA-1C451410A532}"/>
          </ac:spMkLst>
        </pc:spChg>
        <pc:spChg chg="add del">
          <ac:chgData name="Ožbot, Miha" userId="5fdfeab2-e3ac-40dc-9f9d-ac602c9b72a8" providerId="ADAL" clId="{F6470792-E840-4171-BDB0-E3FB66A095FD}" dt="2022-03-16T17:00:13.814" v="27" actId="478"/>
          <ac:spMkLst>
            <pc:docMk/>
            <pc:sldMk cId="2306990913" sldId="262"/>
            <ac:spMk id="5" creationId="{1EAC76D8-0471-4765-AA83-CBD8429C9A39}"/>
          </ac:spMkLst>
        </pc:spChg>
      </pc:sldChg>
      <pc:sldChg chg="modSp new mod ord">
        <pc:chgData name="Ožbot, Miha" userId="5fdfeab2-e3ac-40dc-9f9d-ac602c9b72a8" providerId="ADAL" clId="{F6470792-E840-4171-BDB0-E3FB66A095FD}" dt="2022-03-16T17:00:49.730" v="69"/>
        <pc:sldMkLst>
          <pc:docMk/>
          <pc:sldMk cId="3658886467" sldId="263"/>
        </pc:sldMkLst>
        <pc:spChg chg="mod">
          <ac:chgData name="Ožbot, Miha" userId="5fdfeab2-e3ac-40dc-9f9d-ac602c9b72a8" providerId="ADAL" clId="{F6470792-E840-4171-BDB0-E3FB66A095FD}" dt="2022-03-16T17:00:36.774" v="63" actId="20577"/>
          <ac:spMkLst>
            <pc:docMk/>
            <pc:sldMk cId="3658886467" sldId="263"/>
            <ac:spMk id="2" creationId="{095CBE67-7736-4DB5-BF4C-A1A7F390F7EA}"/>
          </ac:spMkLst>
        </pc:spChg>
      </pc:sldChg>
      <pc:sldChg chg="addSp modSp new mod">
        <pc:chgData name="Ožbot, Miha" userId="5fdfeab2-e3ac-40dc-9f9d-ac602c9b72a8" providerId="ADAL" clId="{F6470792-E840-4171-BDB0-E3FB66A095FD}" dt="2022-03-17T15:40:45.788" v="235" actId="20577"/>
        <pc:sldMkLst>
          <pc:docMk/>
          <pc:sldMk cId="2194279594" sldId="264"/>
        </pc:sldMkLst>
        <pc:spChg chg="mod">
          <ac:chgData name="Ožbot, Miha" userId="5fdfeab2-e3ac-40dc-9f9d-ac602c9b72a8" providerId="ADAL" clId="{F6470792-E840-4171-BDB0-E3FB66A095FD}" dt="2022-03-17T15:38:46.909" v="118" actId="20577"/>
          <ac:spMkLst>
            <pc:docMk/>
            <pc:sldMk cId="2194279594" sldId="264"/>
            <ac:spMk id="2" creationId="{CD495C8B-1B98-40AE-95C3-AC7DF13E80E8}"/>
          </ac:spMkLst>
        </pc:spChg>
        <pc:spChg chg="mod">
          <ac:chgData name="Ožbot, Miha" userId="5fdfeab2-e3ac-40dc-9f9d-ac602c9b72a8" providerId="ADAL" clId="{F6470792-E840-4171-BDB0-E3FB66A095FD}" dt="2022-03-17T15:40:45.788" v="235" actId="20577"/>
          <ac:spMkLst>
            <pc:docMk/>
            <pc:sldMk cId="2194279594" sldId="264"/>
            <ac:spMk id="3" creationId="{B544D78F-F0DB-4671-902A-29C361618528}"/>
          </ac:spMkLst>
        </pc:spChg>
        <pc:spChg chg="add mod">
          <ac:chgData name="Ožbot, Miha" userId="5fdfeab2-e3ac-40dc-9f9d-ac602c9b72a8" providerId="ADAL" clId="{F6470792-E840-4171-BDB0-E3FB66A095FD}" dt="2022-03-17T15:38:57.508" v="123" actId="1076"/>
          <ac:spMkLst>
            <pc:docMk/>
            <pc:sldMk cId="2194279594" sldId="264"/>
            <ac:spMk id="5" creationId="{D2E5BB66-FD80-4A9C-A021-D2B3419849B2}"/>
          </ac:spMkLst>
        </pc:spChg>
      </pc:sldChg>
      <pc:sldChg chg="addSp modSp new mod ord">
        <pc:chgData name="Ožbot, Miha" userId="5fdfeab2-e3ac-40dc-9f9d-ac602c9b72a8" providerId="ADAL" clId="{F6470792-E840-4171-BDB0-E3FB66A095FD}" dt="2022-03-17T15:47:56.620" v="533" actId="20577"/>
        <pc:sldMkLst>
          <pc:docMk/>
          <pc:sldMk cId="654290338" sldId="265"/>
        </pc:sldMkLst>
        <pc:spChg chg="mod">
          <ac:chgData name="Ožbot, Miha" userId="5fdfeab2-e3ac-40dc-9f9d-ac602c9b72a8" providerId="ADAL" clId="{F6470792-E840-4171-BDB0-E3FB66A095FD}" dt="2022-03-17T15:47:50.171" v="532" actId="20577"/>
          <ac:spMkLst>
            <pc:docMk/>
            <pc:sldMk cId="654290338" sldId="265"/>
            <ac:spMk id="2" creationId="{D21B2665-87B1-4363-AB30-E43F01FCEFAE}"/>
          </ac:spMkLst>
        </pc:spChg>
        <pc:spChg chg="mod">
          <ac:chgData name="Ožbot, Miha" userId="5fdfeab2-e3ac-40dc-9f9d-ac602c9b72a8" providerId="ADAL" clId="{F6470792-E840-4171-BDB0-E3FB66A095FD}" dt="2022-03-17T15:47:56.620" v="533" actId="20577"/>
          <ac:spMkLst>
            <pc:docMk/>
            <pc:sldMk cId="654290338" sldId="265"/>
            <ac:spMk id="3" creationId="{5F8CBE8A-96B8-445E-A08D-9128844A82BA}"/>
          </ac:spMkLst>
        </pc:spChg>
        <pc:spChg chg="add mod">
          <ac:chgData name="Ožbot, Miha" userId="5fdfeab2-e3ac-40dc-9f9d-ac602c9b72a8" providerId="ADAL" clId="{F6470792-E840-4171-BDB0-E3FB66A095FD}" dt="2022-03-17T15:47:12.851" v="514" actId="1076"/>
          <ac:spMkLst>
            <pc:docMk/>
            <pc:sldMk cId="654290338" sldId="265"/>
            <ac:spMk id="5" creationId="{1E880E51-D58B-41B7-B91F-C533C68FDB31}"/>
          </ac:spMkLst>
        </pc:spChg>
      </pc:sldChg>
      <pc:sldChg chg="modSp new mod">
        <pc:chgData name="Ožbot, Miha" userId="5fdfeab2-e3ac-40dc-9f9d-ac602c9b72a8" providerId="ADAL" clId="{F6470792-E840-4171-BDB0-E3FB66A095FD}" dt="2022-03-17T15:57:48.941" v="724" actId="20577"/>
        <pc:sldMkLst>
          <pc:docMk/>
          <pc:sldMk cId="1342890208" sldId="266"/>
        </pc:sldMkLst>
        <pc:spChg chg="mod">
          <ac:chgData name="Ožbot, Miha" userId="5fdfeab2-e3ac-40dc-9f9d-ac602c9b72a8" providerId="ADAL" clId="{F6470792-E840-4171-BDB0-E3FB66A095FD}" dt="2022-03-17T15:57:04.475" v="668" actId="20577"/>
          <ac:spMkLst>
            <pc:docMk/>
            <pc:sldMk cId="1342890208" sldId="266"/>
            <ac:spMk id="2" creationId="{28606DD8-BD75-4B56-BC13-8881EB56DAB4}"/>
          </ac:spMkLst>
        </pc:spChg>
        <pc:spChg chg="mod">
          <ac:chgData name="Ožbot, Miha" userId="5fdfeab2-e3ac-40dc-9f9d-ac602c9b72a8" providerId="ADAL" clId="{F6470792-E840-4171-BDB0-E3FB66A095FD}" dt="2022-03-17T15:57:48.941" v="724" actId="20577"/>
          <ac:spMkLst>
            <pc:docMk/>
            <pc:sldMk cId="1342890208" sldId="266"/>
            <ac:spMk id="3" creationId="{26058A1E-0FB3-4BEF-8F73-CFBC894EF77E}"/>
          </ac:spMkLst>
        </pc:spChg>
      </pc:sldChg>
    </pc:docChg>
  </pc:docChgLst>
  <pc:docChgLst>
    <pc:chgData name="OŽBOT, MIHA" userId="36448ee4-d56c-450a-8c5f-e012d647b106" providerId="ADAL" clId="{73297F8E-1693-473A-BAB3-926252088BC1}"/>
    <pc:docChg chg="undo custSel addSld modSld">
      <pc:chgData name="OŽBOT, MIHA" userId="36448ee4-d56c-450a-8c5f-e012d647b106" providerId="ADAL" clId="{73297F8E-1693-473A-BAB3-926252088BC1}" dt="2022-04-11T19:18:41.189" v="1553" actId="20577"/>
      <pc:docMkLst>
        <pc:docMk/>
      </pc:docMkLst>
      <pc:sldChg chg="modSp mod">
        <pc:chgData name="OŽBOT, MIHA" userId="36448ee4-d56c-450a-8c5f-e012d647b106" providerId="ADAL" clId="{73297F8E-1693-473A-BAB3-926252088BC1}" dt="2022-04-11T19:14:05.874" v="1444" actId="20577"/>
        <pc:sldMkLst>
          <pc:docMk/>
          <pc:sldMk cId="3904398675" sldId="268"/>
        </pc:sldMkLst>
        <pc:spChg chg="mod">
          <ac:chgData name="OŽBOT, MIHA" userId="36448ee4-d56c-450a-8c5f-e012d647b106" providerId="ADAL" clId="{73297F8E-1693-473A-BAB3-926252088BC1}" dt="2022-04-11T19:14:05.874" v="1444" actId="20577"/>
          <ac:spMkLst>
            <pc:docMk/>
            <pc:sldMk cId="3904398675" sldId="268"/>
            <ac:spMk id="3" creationId="{E0BEF5DF-8F40-4BAD-97E9-BA7D1BA9D39E}"/>
          </ac:spMkLst>
        </pc:spChg>
      </pc:sldChg>
      <pc:sldChg chg="modSp mod">
        <pc:chgData name="OŽBOT, MIHA" userId="36448ee4-d56c-450a-8c5f-e012d647b106" providerId="ADAL" clId="{73297F8E-1693-473A-BAB3-926252088BC1}" dt="2022-04-11T19:15:55.193" v="1489" actId="114"/>
        <pc:sldMkLst>
          <pc:docMk/>
          <pc:sldMk cId="2374509314" sldId="269"/>
        </pc:sldMkLst>
        <pc:spChg chg="mod">
          <ac:chgData name="OŽBOT, MIHA" userId="36448ee4-d56c-450a-8c5f-e012d647b106" providerId="ADAL" clId="{73297F8E-1693-473A-BAB3-926252088BC1}" dt="2022-04-11T19:15:55.193" v="1489" actId="114"/>
          <ac:spMkLst>
            <pc:docMk/>
            <pc:sldMk cId="2374509314" sldId="269"/>
            <ac:spMk id="3" creationId="{E5C10B8F-0F49-47BB-9E2B-012BBFAC83C1}"/>
          </ac:spMkLst>
        </pc:spChg>
      </pc:sldChg>
      <pc:sldChg chg="modSp mod">
        <pc:chgData name="OŽBOT, MIHA" userId="36448ee4-d56c-450a-8c5f-e012d647b106" providerId="ADAL" clId="{73297F8E-1693-473A-BAB3-926252088BC1}" dt="2022-04-11T19:13:37.948" v="1438" actId="20577"/>
        <pc:sldMkLst>
          <pc:docMk/>
          <pc:sldMk cId="386065714" sldId="270"/>
        </pc:sldMkLst>
        <pc:spChg chg="mod">
          <ac:chgData name="OŽBOT, MIHA" userId="36448ee4-d56c-450a-8c5f-e012d647b106" providerId="ADAL" clId="{73297F8E-1693-473A-BAB3-926252088BC1}" dt="2022-04-11T19:13:37.948" v="1438" actId="20577"/>
          <ac:spMkLst>
            <pc:docMk/>
            <pc:sldMk cId="386065714" sldId="270"/>
            <ac:spMk id="3" creationId="{7389EECA-5815-48D2-921D-56090B8A3BCC}"/>
          </ac:spMkLst>
        </pc:spChg>
      </pc:sldChg>
      <pc:sldChg chg="addSp delSp modSp new mod">
        <pc:chgData name="OŽBOT, MIHA" userId="36448ee4-d56c-450a-8c5f-e012d647b106" providerId="ADAL" clId="{73297F8E-1693-473A-BAB3-926252088BC1}" dt="2022-04-11T19:18:41.189" v="1553" actId="20577"/>
        <pc:sldMkLst>
          <pc:docMk/>
          <pc:sldMk cId="4184736895" sldId="271"/>
        </pc:sldMkLst>
        <pc:spChg chg="mod">
          <ac:chgData name="OŽBOT, MIHA" userId="36448ee4-d56c-450a-8c5f-e012d647b106" providerId="ADAL" clId="{73297F8E-1693-473A-BAB3-926252088BC1}" dt="2022-04-11T19:18:41.189" v="1553" actId="20577"/>
          <ac:spMkLst>
            <pc:docMk/>
            <pc:sldMk cId="4184736895" sldId="271"/>
            <ac:spMk id="2" creationId="{1A949B5B-13E9-4F18-A7CD-424C992242B3}"/>
          </ac:spMkLst>
        </pc:spChg>
        <pc:spChg chg="add del mod">
          <ac:chgData name="OŽBOT, MIHA" userId="36448ee4-d56c-450a-8c5f-e012d647b106" providerId="ADAL" clId="{73297F8E-1693-473A-BAB3-926252088BC1}" dt="2022-04-11T19:17:14.282" v="1501" actId="20577"/>
          <ac:spMkLst>
            <pc:docMk/>
            <pc:sldMk cId="4184736895" sldId="271"/>
            <ac:spMk id="3" creationId="{5C52BD9D-B5F3-48BF-8D2A-ED3911753E0F}"/>
          </ac:spMkLst>
        </pc:spChg>
        <pc:spChg chg="add del mod">
          <ac:chgData name="OŽBOT, MIHA" userId="36448ee4-d56c-450a-8c5f-e012d647b106" providerId="ADAL" clId="{73297F8E-1693-473A-BAB3-926252088BC1}" dt="2022-04-11T18:47:34.232" v="608" actId="478"/>
          <ac:spMkLst>
            <pc:docMk/>
            <pc:sldMk cId="4184736895" sldId="271"/>
            <ac:spMk id="4" creationId="{A8ED60A9-426F-4B56-BF8D-5DA8EAD1AD6F}"/>
          </ac:spMkLst>
        </pc:spChg>
        <pc:spChg chg="add del mod">
          <ac:chgData name="OŽBOT, MIHA" userId="36448ee4-d56c-450a-8c5f-e012d647b106" providerId="ADAL" clId="{73297F8E-1693-473A-BAB3-926252088BC1}" dt="2022-04-11T18:47:37.438" v="611" actId="478"/>
          <ac:spMkLst>
            <pc:docMk/>
            <pc:sldMk cId="4184736895" sldId="271"/>
            <ac:spMk id="5" creationId="{057379C5-B4CE-4C42-A016-CF855794CFF9}"/>
          </ac:spMkLst>
        </pc:spChg>
        <pc:spChg chg="add del mod">
          <ac:chgData name="OŽBOT, MIHA" userId="36448ee4-d56c-450a-8c5f-e012d647b106" providerId="ADAL" clId="{73297F8E-1693-473A-BAB3-926252088BC1}" dt="2022-04-11T18:47:32.759" v="607"/>
          <ac:spMkLst>
            <pc:docMk/>
            <pc:sldMk cId="4184736895" sldId="271"/>
            <ac:spMk id="6" creationId="{DC580615-05FA-480C-A0DE-9771B26943D4}"/>
          </ac:spMkLst>
        </pc:spChg>
        <pc:spChg chg="add del mod">
          <ac:chgData name="OŽBOT, MIHA" userId="36448ee4-d56c-450a-8c5f-e012d647b106" providerId="ADAL" clId="{73297F8E-1693-473A-BAB3-926252088BC1}" dt="2022-04-11T18:47:32.458" v="606" actId="478"/>
          <ac:spMkLst>
            <pc:docMk/>
            <pc:sldMk cId="4184736895" sldId="271"/>
            <ac:spMk id="7" creationId="{A60EE30F-6323-4D33-80C1-11682E4D10F6}"/>
          </ac:spMkLst>
        </pc:spChg>
        <pc:spChg chg="add del">
          <ac:chgData name="OŽBOT, MIHA" userId="36448ee4-d56c-450a-8c5f-e012d647b106" providerId="ADAL" clId="{73297F8E-1693-473A-BAB3-926252088BC1}" dt="2022-04-11T18:47:46.256" v="617" actId="478"/>
          <ac:spMkLst>
            <pc:docMk/>
            <pc:sldMk cId="4184736895" sldId="271"/>
            <ac:spMk id="8" creationId="{9D4B27BB-DBFC-46ED-AAFF-A3D7712DCB03}"/>
          </ac:spMkLst>
        </pc:spChg>
        <pc:spChg chg="add del mod">
          <ac:chgData name="OŽBOT, MIHA" userId="36448ee4-d56c-450a-8c5f-e012d647b106" providerId="ADAL" clId="{73297F8E-1693-473A-BAB3-926252088BC1}" dt="2022-04-11T18:47:41.578" v="614" actId="478"/>
          <ac:spMkLst>
            <pc:docMk/>
            <pc:sldMk cId="4184736895" sldId="271"/>
            <ac:spMk id="9" creationId="{7D7084A0-9BBF-4C1A-BD98-C329868D58D2}"/>
          </ac:spMkLst>
        </pc:spChg>
        <pc:spChg chg="add del mod">
          <ac:chgData name="OŽBOT, MIHA" userId="36448ee4-d56c-450a-8c5f-e012d647b106" providerId="ADAL" clId="{73297F8E-1693-473A-BAB3-926252088BC1}" dt="2022-04-11T18:47:44.083" v="616" actId="478"/>
          <ac:spMkLst>
            <pc:docMk/>
            <pc:sldMk cId="4184736895" sldId="271"/>
            <ac:spMk id="10" creationId="{91C635DA-1380-45E1-946E-500D367085F3}"/>
          </ac:spMkLst>
        </pc:spChg>
        <pc:spChg chg="add del">
          <ac:chgData name="OŽBOT, MIHA" userId="36448ee4-d56c-450a-8c5f-e012d647b106" providerId="ADAL" clId="{73297F8E-1693-473A-BAB3-926252088BC1}" dt="2022-04-11T18:48:09.733" v="638" actId="478"/>
          <ac:spMkLst>
            <pc:docMk/>
            <pc:sldMk cId="4184736895" sldId="271"/>
            <ac:spMk id="11" creationId="{8B66256B-990A-43AF-BC43-8FC9FC850EA6}"/>
          </ac:spMkLst>
        </pc:spChg>
        <pc:spChg chg="add del mod">
          <ac:chgData name="OŽBOT, MIHA" userId="36448ee4-d56c-450a-8c5f-e012d647b106" providerId="ADAL" clId="{73297F8E-1693-473A-BAB3-926252088BC1}" dt="2022-04-11T18:48:07.459" v="637" actId="478"/>
          <ac:spMkLst>
            <pc:docMk/>
            <pc:sldMk cId="4184736895" sldId="271"/>
            <ac:spMk id="12" creationId="{1E8168BD-035A-4A4C-99DE-286C8AA33F14}"/>
          </ac:spMkLst>
        </pc:spChg>
        <pc:spChg chg="add del">
          <ac:chgData name="OŽBOT, MIHA" userId="36448ee4-d56c-450a-8c5f-e012d647b106" providerId="ADAL" clId="{73297F8E-1693-473A-BAB3-926252088BC1}" dt="2022-04-11T18:51:13.409" v="795" actId="478"/>
          <ac:spMkLst>
            <pc:docMk/>
            <pc:sldMk cId="4184736895" sldId="271"/>
            <ac:spMk id="13" creationId="{3ACC13FC-8824-4F86-8155-094A288908A3}"/>
          </ac:spMkLst>
        </pc:spChg>
        <pc:picChg chg="add mod">
          <ac:chgData name="OŽBOT, MIHA" userId="36448ee4-d56c-450a-8c5f-e012d647b106" providerId="ADAL" clId="{73297F8E-1693-473A-BAB3-926252088BC1}" dt="2022-04-11T19:16:14.096" v="1490"/>
          <ac:picMkLst>
            <pc:docMk/>
            <pc:sldMk cId="4184736895" sldId="271"/>
            <ac:picMk id="14" creationId="{3758C98A-4AE5-4C63-A403-C11C9C8A56CB}"/>
          </ac:picMkLst>
        </pc:picChg>
      </pc:sldChg>
      <pc:sldChg chg="modSp new mod">
        <pc:chgData name="OŽBOT, MIHA" userId="36448ee4-d56c-450a-8c5f-e012d647b106" providerId="ADAL" clId="{73297F8E-1693-473A-BAB3-926252088BC1}" dt="2022-04-11T19:18:06.476" v="1528" actId="20577"/>
        <pc:sldMkLst>
          <pc:docMk/>
          <pc:sldMk cId="4208559629" sldId="272"/>
        </pc:sldMkLst>
        <pc:spChg chg="mod">
          <ac:chgData name="OŽBOT, MIHA" userId="36448ee4-d56c-450a-8c5f-e012d647b106" providerId="ADAL" clId="{73297F8E-1693-473A-BAB3-926252088BC1}" dt="2022-04-11T19:18:06.476" v="1528" actId="20577"/>
          <ac:spMkLst>
            <pc:docMk/>
            <pc:sldMk cId="4208559629" sldId="272"/>
            <ac:spMk id="2" creationId="{765925DB-5F5D-4769-B365-53CAD80D0FDB}"/>
          </ac:spMkLst>
        </pc:spChg>
      </pc:sldChg>
    </pc:docChg>
  </pc:docChgLst>
  <pc:docChgLst>
    <pc:chgData name="Ožbot, Miha" userId="5fdfeab2-e3ac-40dc-9f9d-ac602c9b72a8" providerId="ADAL" clId="{B69DA118-5076-4EF4-B604-E3375EDC9439}"/>
    <pc:docChg chg="undo custSel addSld delSld modSld sldOrd">
      <pc:chgData name="Ožbot, Miha" userId="5fdfeab2-e3ac-40dc-9f9d-ac602c9b72a8" providerId="ADAL" clId="{B69DA118-5076-4EF4-B604-E3375EDC9439}" dt="2022-04-12T17:47:15.682" v="2361"/>
      <pc:docMkLst>
        <pc:docMk/>
      </pc:docMkLst>
      <pc:sldChg chg="addSp delSp mod">
        <pc:chgData name="Ožbot, Miha" userId="5fdfeab2-e3ac-40dc-9f9d-ac602c9b72a8" providerId="ADAL" clId="{B69DA118-5076-4EF4-B604-E3375EDC9439}" dt="2022-04-12T15:31:11.091" v="758" actId="26606"/>
        <pc:sldMkLst>
          <pc:docMk/>
          <pc:sldMk cId="64491679" sldId="267"/>
        </pc:sldMkLst>
        <pc:spChg chg="add del">
          <ac:chgData name="Ožbot, Miha" userId="5fdfeab2-e3ac-40dc-9f9d-ac602c9b72a8" providerId="ADAL" clId="{B69DA118-5076-4EF4-B604-E3375EDC9439}" dt="2022-04-12T15:31:11.091" v="758" actId="26606"/>
          <ac:spMkLst>
            <pc:docMk/>
            <pc:sldMk cId="64491679" sldId="267"/>
            <ac:spMk id="13" creationId="{D1708218-1CC5-4DF6-926B-EA887227088E}"/>
          </ac:spMkLst>
        </pc:spChg>
        <pc:graphicFrameChg chg="add del">
          <ac:chgData name="Ožbot, Miha" userId="5fdfeab2-e3ac-40dc-9f9d-ac602c9b72a8" providerId="ADAL" clId="{B69DA118-5076-4EF4-B604-E3375EDC9439}" dt="2022-04-12T15:31:06.783" v="752" actId="26606"/>
          <ac:graphicFrameMkLst>
            <pc:docMk/>
            <pc:sldMk cId="64491679" sldId="267"/>
            <ac:graphicFrameMk id="17" creationId="{9097AB78-0428-C868-CE8E-E2BF4D2A6D4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07.831" v="754" actId="26606"/>
          <ac:graphicFrameMkLst>
            <pc:docMk/>
            <pc:sldMk cId="64491679" sldId="267"/>
            <ac:graphicFrameMk id="19" creationId="{09995877-7AEB-4D83-6900-935EFF07D84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08.551" v="756" actId="26606"/>
          <ac:graphicFrameMkLst>
            <pc:docMk/>
            <pc:sldMk cId="64491679" sldId="267"/>
            <ac:graphicFrameMk id="21" creationId="{D1790EE8-907A-B0E9-5687-DEAAA5027C70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11.091" v="758" actId="26606"/>
          <ac:graphicFrameMkLst>
            <pc:docMk/>
            <pc:sldMk cId="64491679" sldId="267"/>
            <ac:graphicFrameMk id="23" creationId="{997A1ED8-3B1A-1EE5-B6B1-9192BDECFCDF}"/>
          </ac:graphicFrameMkLst>
        </pc:graphicFrameChg>
      </pc:sldChg>
      <pc:sldChg chg="addSp delSp modSp mod setBg modNotesTx">
        <pc:chgData name="Ožbot, Miha" userId="5fdfeab2-e3ac-40dc-9f9d-ac602c9b72a8" providerId="ADAL" clId="{B69DA118-5076-4EF4-B604-E3375EDC9439}" dt="2022-04-12T15:44:47.790" v="1207" actId="20577"/>
        <pc:sldMkLst>
          <pc:docMk/>
          <pc:sldMk cId="3904398675" sldId="268"/>
        </pc:sldMkLst>
        <pc:spChg chg="mo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2" creationId="{8136DCA3-1C99-4E16-B8D6-3B1003181FA6}"/>
          </ac:spMkLst>
        </pc:spChg>
        <pc:spChg chg="add del mod">
          <ac:chgData name="Ožbot, Miha" userId="5fdfeab2-e3ac-40dc-9f9d-ac602c9b72a8" providerId="ADAL" clId="{B69DA118-5076-4EF4-B604-E3375EDC9439}" dt="2022-04-12T15:32:38.528" v="879" actId="26606"/>
          <ac:spMkLst>
            <pc:docMk/>
            <pc:sldMk cId="3904398675" sldId="268"/>
            <ac:spMk id="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0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1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2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4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5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6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7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18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19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17.094" v="760" actId="26606"/>
          <ac:spMkLst>
            <pc:docMk/>
            <pc:sldMk cId="3904398675" sldId="268"/>
            <ac:spMk id="20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1:33.477" v="784" actId="26606"/>
          <ac:spMkLst>
            <pc:docMk/>
            <pc:sldMk cId="3904398675" sldId="268"/>
            <ac:spMk id="2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2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3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1:19.470" v="762" actId="26606"/>
          <ac:spMkLst>
            <pc:docMk/>
            <pc:sldMk cId="3904398675" sldId="268"/>
            <ac:spMk id="24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25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6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7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0.774" v="764" actId="26606"/>
          <ac:spMkLst>
            <pc:docMk/>
            <pc:sldMk cId="3904398675" sldId="268"/>
            <ac:spMk id="28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2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0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1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1:21.984" v="766" actId="26606"/>
          <ac:spMkLst>
            <pc:docMk/>
            <pc:sldMk cId="3904398675" sldId="268"/>
            <ac:spMk id="32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3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4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5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3.727" v="768" actId="26606"/>
          <ac:spMkLst>
            <pc:docMk/>
            <pc:sldMk cId="3904398675" sldId="268"/>
            <ac:spMk id="36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5.389" v="786" actId="26606"/>
          <ac:spMkLst>
            <pc:docMk/>
            <pc:sldMk cId="3904398675" sldId="268"/>
            <ac:spMk id="37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3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3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25.166" v="770" actId="26606"/>
          <ac:spMkLst>
            <pc:docMk/>
            <pc:sldMk cId="3904398675" sldId="268"/>
            <ac:spMk id="4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45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26.998" v="772" actId="26606"/>
          <ac:spMkLst>
            <pc:docMk/>
            <pc:sldMk cId="3904398675" sldId="268"/>
            <ac:spMk id="46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26.998" v="772" actId="26606"/>
          <ac:spMkLst>
            <pc:docMk/>
            <pc:sldMk cId="3904398675" sldId="268"/>
            <ac:spMk id="4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48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49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50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28.391" v="774" actId="26606"/>
          <ac:spMkLst>
            <pc:docMk/>
            <pc:sldMk cId="3904398675" sldId="268"/>
            <ac:spMk id="51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52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3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4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5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6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28.944" v="776" actId="26606"/>
          <ac:spMkLst>
            <pc:docMk/>
            <pc:sldMk cId="3904398675" sldId="268"/>
            <ac:spMk id="57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58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59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60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30.467" v="778" actId="26606"/>
          <ac:spMkLst>
            <pc:docMk/>
            <pc:sldMk cId="3904398675" sldId="268"/>
            <ac:spMk id="6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36.085" v="788" actId="26606"/>
          <ac:spMkLst>
            <pc:docMk/>
            <pc:sldMk cId="3904398675" sldId="268"/>
            <ac:spMk id="6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6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7.492" v="790" actId="26606"/>
          <ac:spMkLst>
            <pc:docMk/>
            <pc:sldMk cId="3904398675" sldId="268"/>
            <ac:spMk id="7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38.731" v="792" actId="26606"/>
          <ac:spMkLst>
            <pc:docMk/>
            <pc:sldMk cId="3904398675" sldId="268"/>
            <ac:spMk id="7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6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7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8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39.723" v="794" actId="26606"/>
          <ac:spMkLst>
            <pc:docMk/>
            <pc:sldMk cId="3904398675" sldId="268"/>
            <ac:spMk id="7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1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2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41.389" v="796" actId="26606"/>
          <ac:spMkLst>
            <pc:docMk/>
            <pc:sldMk cId="3904398675" sldId="268"/>
            <ac:spMk id="8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5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6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7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8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89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90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1:42.515" v="798" actId="26606"/>
          <ac:spMkLst>
            <pc:docMk/>
            <pc:sldMk cId="3904398675" sldId="268"/>
            <ac:spMk id="9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3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4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5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1:43.732" v="800" actId="26606"/>
          <ac:spMkLst>
            <pc:docMk/>
            <pc:sldMk cId="3904398675" sldId="268"/>
            <ac:spMk id="9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98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99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100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1:44.907" v="802" actId="26606"/>
          <ac:spMkLst>
            <pc:docMk/>
            <pc:sldMk cId="3904398675" sldId="268"/>
            <ac:spMk id="10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4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48.520" v="804" actId="26606"/>
          <ac:spMkLst>
            <pc:docMk/>
            <pc:sldMk cId="3904398675" sldId="268"/>
            <ac:spMk id="10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1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030" v="810" actId="26606"/>
          <ac:spMkLst>
            <pc:docMk/>
            <pc:sldMk cId="3904398675" sldId="268"/>
            <ac:spMk id="114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6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8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19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20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1:51.749" v="812" actId="26606"/>
          <ac:spMkLst>
            <pc:docMk/>
            <pc:sldMk cId="3904398675" sldId="268"/>
            <ac:spMk id="12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4.516" v="814" actId="26606"/>
          <ac:spMkLst>
            <pc:docMk/>
            <pc:sldMk cId="3904398675" sldId="268"/>
            <ac:spMk id="126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12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2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2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1:55.309" v="816" actId="26606"/>
          <ac:spMkLst>
            <pc:docMk/>
            <pc:sldMk cId="3904398675" sldId="268"/>
            <ac:spMk id="13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136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3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1:57.388" v="818" actId="26606"/>
          <ac:spMkLst>
            <pc:docMk/>
            <pc:sldMk cId="3904398675" sldId="268"/>
            <ac:spMk id="14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01.572" v="820" actId="26606"/>
          <ac:spMkLst>
            <pc:docMk/>
            <pc:sldMk cId="3904398675" sldId="268"/>
            <ac:spMk id="14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6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7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8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2:02.477" v="822" actId="26606"/>
          <ac:spMkLst>
            <pc:docMk/>
            <pc:sldMk cId="3904398675" sldId="268"/>
            <ac:spMk id="14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1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2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3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4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5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6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02.948" v="824" actId="26606"/>
          <ac:spMkLst>
            <pc:docMk/>
            <pc:sldMk cId="3904398675" sldId="268"/>
            <ac:spMk id="15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59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0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1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2:03.900" v="826" actId="26606"/>
          <ac:spMkLst>
            <pc:docMk/>
            <pc:sldMk cId="3904398675" sldId="268"/>
            <ac:spMk id="16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4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5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6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2:04.677" v="828" actId="26606"/>
          <ac:spMkLst>
            <pc:docMk/>
            <pc:sldMk cId="3904398675" sldId="268"/>
            <ac:spMk id="16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69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70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06.036" v="830" actId="26606"/>
          <ac:spMkLst>
            <pc:docMk/>
            <pc:sldMk cId="3904398675" sldId="268"/>
            <ac:spMk id="17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06.389" v="832" actId="26606"/>
          <ac:spMkLst>
            <pc:docMk/>
            <pc:sldMk cId="3904398675" sldId="268"/>
            <ac:spMk id="176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78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79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0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1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2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3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4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08.645" v="834" actId="26606"/>
          <ac:spMkLst>
            <pc:docMk/>
            <pc:sldMk cId="3904398675" sldId="268"/>
            <ac:spMk id="18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8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8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3.388" v="836" actId="26606"/>
          <ac:spMkLst>
            <pc:docMk/>
            <pc:sldMk cId="3904398675" sldId="268"/>
            <ac:spMk id="19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2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3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2:14.563" v="838" actId="26606"/>
          <ac:spMkLst>
            <pc:docMk/>
            <pc:sldMk cId="3904398675" sldId="268"/>
            <ac:spMk id="19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199" creationId="{488333BA-AE6E-427A-9B16-A39C8073F4EB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200" creationId="{F98ED85F-DCEE-4B50-802E-71A6E3E12B04}"/>
          </ac:spMkLst>
        </pc:spChg>
        <pc:spChg chg="add del">
          <ac:chgData name="Ožbot, Miha" userId="5fdfeab2-e3ac-40dc-9f9d-ac602c9b72a8" providerId="ADAL" clId="{B69DA118-5076-4EF4-B604-E3375EDC9439}" dt="2022-04-12T15:32:15.084" v="840" actId="26606"/>
          <ac:spMkLst>
            <pc:docMk/>
            <pc:sldMk cId="3904398675" sldId="268"/>
            <ac:spMk id="201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3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4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5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6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7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8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2:15.789" v="842" actId="26606"/>
          <ac:spMkLst>
            <pc:docMk/>
            <pc:sldMk cId="3904398675" sldId="268"/>
            <ac:spMk id="20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1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2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3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4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5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7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2:16.212" v="844" actId="26606"/>
          <ac:spMkLst>
            <pc:docMk/>
            <pc:sldMk cId="3904398675" sldId="268"/>
            <ac:spMk id="218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0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1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17.564" v="846" actId="26606"/>
          <ac:spMkLst>
            <pc:docMk/>
            <pc:sldMk cId="3904398675" sldId="268"/>
            <ac:spMk id="22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4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5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6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7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8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2:19.043" v="848" actId="26606"/>
          <ac:spMkLst>
            <pc:docMk/>
            <pc:sldMk cId="3904398675" sldId="268"/>
            <ac:spMk id="22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19.757" v="850" actId="26606"/>
          <ac:spMkLst>
            <pc:docMk/>
            <pc:sldMk cId="3904398675" sldId="268"/>
            <ac:spMk id="23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5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6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7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8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39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1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2:20.764" v="852" actId="26606"/>
          <ac:spMkLst>
            <pc:docMk/>
            <pc:sldMk cId="3904398675" sldId="268"/>
            <ac:spMk id="242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4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5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24.212" v="854" actId="26606"/>
          <ac:spMkLst>
            <pc:docMk/>
            <pc:sldMk cId="3904398675" sldId="268"/>
            <ac:spMk id="24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48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49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0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1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2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3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2:24.763" v="856" actId="26606"/>
          <ac:spMkLst>
            <pc:docMk/>
            <pc:sldMk cId="3904398675" sldId="268"/>
            <ac:spMk id="25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6" creationId="{488333BA-AE6E-427A-9B16-A39C8073F4EB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7" creationId="{F98ED85F-DCEE-4B50-802E-71A6E3E12B04}"/>
          </ac:spMkLst>
        </pc:spChg>
        <pc:spChg chg="add del">
          <ac:chgData name="Ožbot, Miha" userId="5fdfeab2-e3ac-40dc-9f9d-ac602c9b72a8" providerId="ADAL" clId="{B69DA118-5076-4EF4-B604-E3375EDC9439}" dt="2022-04-12T15:32:26.635" v="858" actId="26606"/>
          <ac:spMkLst>
            <pc:docMk/>
            <pc:sldMk cId="3904398675" sldId="268"/>
            <ac:spMk id="258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0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1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2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2:27.044" v="860" actId="26606"/>
          <ac:spMkLst>
            <pc:docMk/>
            <pc:sldMk cId="3904398675" sldId="268"/>
            <ac:spMk id="263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8.283" v="862" actId="26606"/>
          <ac:spMkLst>
            <pc:docMk/>
            <pc:sldMk cId="3904398675" sldId="268"/>
            <ac:spMk id="265" creationId="{6A1473A6-3F22-483E-8A30-80B9D2B14592}"/>
          </ac:spMkLst>
        </pc:spChg>
        <pc:spChg chg="add del">
          <ac:chgData name="Ožbot, Miha" userId="5fdfeab2-e3ac-40dc-9f9d-ac602c9b72a8" providerId="ADAL" clId="{B69DA118-5076-4EF4-B604-E3375EDC9439}" dt="2022-04-12T15:32:28.283" v="862" actId="26606"/>
          <ac:spMkLst>
            <pc:docMk/>
            <pc:sldMk cId="3904398675" sldId="268"/>
            <ac:spMk id="27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2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3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4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2:29.268" v="864" actId="26606"/>
          <ac:spMkLst>
            <pc:docMk/>
            <pc:sldMk cId="3904398675" sldId="268"/>
            <ac:spMk id="275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7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8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2:30.467" v="866" actId="26606"/>
          <ac:spMkLst>
            <pc:docMk/>
            <pc:sldMk cId="3904398675" sldId="268"/>
            <ac:spMk id="279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3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4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5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6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7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8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89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31.931" v="870" actId="26606"/>
          <ac:spMkLst>
            <pc:docMk/>
            <pc:sldMk cId="3904398675" sldId="268"/>
            <ac:spMk id="290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2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3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2:33.036" v="872" actId="26606"/>
          <ac:spMkLst>
            <pc:docMk/>
            <pc:sldMk cId="3904398675" sldId="268"/>
            <ac:spMk id="294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6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7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8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299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0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1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36.380" v="874" actId="26606"/>
          <ac:spMkLst>
            <pc:docMk/>
            <pc:sldMk cId="3904398675" sldId="268"/>
            <ac:spMk id="30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4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5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6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2:37.028" v="876" actId="26606"/>
          <ac:spMkLst>
            <pc:docMk/>
            <pc:sldMk cId="3904398675" sldId="268"/>
            <ac:spMk id="307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09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0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1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2:38.516" v="878" actId="26606"/>
          <ac:spMkLst>
            <pc:docMk/>
            <pc:sldMk cId="3904398675" sldId="268"/>
            <ac:spMk id="31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4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5" creationId="{DC5FB7E8-B636-40FA-BE8D-48145C0F5C57}"/>
          </ac:spMkLst>
        </pc:spChg>
        <pc:spChg chg="add del mod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16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4:13.186" v="956" actId="26606"/>
          <ac:spMkLst>
            <pc:docMk/>
            <pc:sldMk cId="3904398675" sldId="268"/>
            <ac:spMk id="317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19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20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7:08.801" v="1038" actId="26606"/>
          <ac:spMkLst>
            <pc:docMk/>
            <pc:sldMk cId="3904398675" sldId="268"/>
            <ac:spMk id="32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3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6:57.584" v="1019" actId="26606"/>
          <ac:spMkLst>
            <pc:docMk/>
            <pc:sldMk cId="3904398675" sldId="268"/>
            <ac:spMk id="32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28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2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58.178" v="1021" actId="26606"/>
          <ac:spMkLst>
            <pc:docMk/>
            <pc:sldMk cId="3904398675" sldId="268"/>
            <ac:spMk id="330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6:58.528" v="1023" actId="26606"/>
          <ac:spMkLst>
            <pc:docMk/>
            <pc:sldMk cId="3904398675" sldId="268"/>
            <ac:spMk id="33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6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7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59.459" v="1025" actId="26606"/>
          <ac:spMkLst>
            <pc:docMk/>
            <pc:sldMk cId="3904398675" sldId="268"/>
            <ac:spMk id="338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0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1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2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3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4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7:00.270" v="1027" actId="26606"/>
          <ac:spMkLst>
            <pc:docMk/>
            <pc:sldMk cId="3904398675" sldId="268"/>
            <ac:spMk id="345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7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8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49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50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7:00.837" v="1029" actId="26606"/>
          <ac:spMkLst>
            <pc:docMk/>
            <pc:sldMk cId="3904398675" sldId="268"/>
            <ac:spMk id="351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3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4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7:03.063" v="1031" actId="26606"/>
          <ac:spMkLst>
            <pc:docMk/>
            <pc:sldMk cId="3904398675" sldId="268"/>
            <ac:spMk id="355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7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8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59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60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7:04.630" v="1033" actId="26606"/>
          <ac:spMkLst>
            <pc:docMk/>
            <pc:sldMk cId="3904398675" sldId="268"/>
            <ac:spMk id="361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4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7:07.787" v="1035" actId="26606"/>
          <ac:spMkLst>
            <pc:docMk/>
            <pc:sldMk cId="3904398675" sldId="268"/>
            <ac:spMk id="366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68" creationId="{DAF1966E-FD40-4A4A-B61B-C4DF7FA05F06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69" creationId="{047BFA19-D45E-416B-A404-7AF2F3F27017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0" creationId="{8E0105E7-23DB-4CF2-8258-FF47C7620F6E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1" creationId="{074B4F7D-14B2-478B-8BF5-01E4E0C5D263}"/>
          </ac:spMkLst>
        </pc:spChg>
        <pc:spChg chg="add del">
          <ac:chgData name="Ožbot, Miha" userId="5fdfeab2-e3ac-40dc-9f9d-ac602c9b72a8" providerId="ADAL" clId="{B69DA118-5076-4EF4-B604-E3375EDC9439}" dt="2022-04-12T15:37:08.795" v="1037" actId="26606"/>
          <ac:spMkLst>
            <pc:docMk/>
            <pc:sldMk cId="3904398675" sldId="268"/>
            <ac:spMk id="372" creationId="{E0BEF5DF-8F40-4BAD-97E9-BA7D1BA9D39E}"/>
          </ac:spMkLst>
        </pc:spChg>
        <pc:spChg chg="add del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4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5" creationId="{5D6C15A0-C087-4593-8414-2B4EC1CDC3DE}"/>
          </ac:spMkLst>
        </pc:spChg>
        <pc:spChg chg="add mod">
          <ac:chgData name="Ožbot, Miha" userId="5fdfeab2-e3ac-40dc-9f9d-ac602c9b72a8" providerId="ADAL" clId="{B69DA118-5076-4EF4-B604-E3375EDC9439}" dt="2022-04-12T15:44:47.790" v="1207" actId="20577"/>
          <ac:spMkLst>
            <pc:docMk/>
            <pc:sldMk cId="3904398675" sldId="268"/>
            <ac:spMk id="376" creationId="{E0BEF5DF-8F40-4BAD-97E9-BA7D1BA9D39E}"/>
          </ac:spMkLst>
        </pc:spChg>
        <pc:spChg chg="add">
          <ac:chgData name="Ožbot, Miha" userId="5fdfeab2-e3ac-40dc-9f9d-ac602c9b72a8" providerId="ADAL" clId="{B69DA118-5076-4EF4-B604-E3375EDC9439}" dt="2022-04-12T15:37:51.696" v="1057" actId="26606"/>
          <ac:spMkLst>
            <pc:docMk/>
            <pc:sldMk cId="3904398675" sldId="268"/>
            <ac:spMk id="378" creationId="{100EDD19-6802-4EC3-95CE-CFFAB042CFD6}"/>
          </ac:spMkLst>
        </pc:spChg>
        <pc:grpChg chg="add del">
          <ac:chgData name="Ožbot, Miha" userId="5fdfeab2-e3ac-40dc-9f9d-ac602c9b72a8" providerId="ADAL" clId="{B69DA118-5076-4EF4-B604-E3375EDC9439}" dt="2022-04-12T15:32:28.283" v="862" actId="26606"/>
          <ac:grpSpMkLst>
            <pc:docMk/>
            <pc:sldMk cId="3904398675" sldId="268"/>
            <ac:grpSpMk id="266" creationId="{AA1375E3-3E53-4D75-BAB7-E5929BFCB25F}"/>
          </ac:grpSpMkLst>
        </pc:grpChg>
        <pc:graphicFrameChg chg="add del">
          <ac:chgData name="Ožbot, Miha" userId="5fdfeab2-e3ac-40dc-9f9d-ac602c9b72a8" providerId="ADAL" clId="{B69DA118-5076-4EF4-B604-E3375EDC9439}" dt="2022-04-12T15:31:31.970" v="780" actId="26606"/>
          <ac:graphicFrameMkLst>
            <pc:docMk/>
            <pc:sldMk cId="3904398675" sldId="268"/>
            <ac:graphicFrameMk id="7" creationId="{75F9D7B1-7126-08DA-09F1-FB289A15CA0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32.955" v="782" actId="26606"/>
          <ac:graphicFrameMkLst>
            <pc:docMk/>
            <pc:sldMk cId="3904398675" sldId="268"/>
            <ac:graphicFrameMk id="9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49.456" v="806" actId="26606"/>
          <ac:graphicFrameMkLst>
            <pc:docMk/>
            <pc:sldMk cId="3904398675" sldId="268"/>
            <ac:graphicFrameMk id="107" creationId="{75F9D7B1-7126-08DA-09F1-FB289A15CA0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1:50.556" v="808" actId="26606"/>
          <ac:graphicFrameMkLst>
            <pc:docMk/>
            <pc:sldMk cId="3904398675" sldId="268"/>
            <ac:graphicFrameMk id="109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2:31.276" v="868" actId="26606"/>
          <ac:graphicFrameMkLst>
            <pc:docMk/>
            <pc:sldMk cId="3904398675" sldId="268"/>
            <ac:graphicFrameMk id="281" creationId="{05152490-2E32-F0D0-5F54-103C2E15624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07.787" v="1035" actId="26606"/>
          <ac:graphicFrameMkLst>
            <pc:docMk/>
            <pc:sldMk cId="3904398675" sldId="268"/>
            <ac:graphicFrameMk id="365" creationId="{03EE059D-E5B5-52C1-6CF9-D8A217222761}"/>
          </ac:graphicFrameMkLst>
        </pc:graphicFrameChg>
      </pc:sldChg>
      <pc:sldChg chg="addSp delSp modSp mod ord setBg setClrOvrMap">
        <pc:chgData name="Ožbot, Miha" userId="5fdfeab2-e3ac-40dc-9f9d-ac602c9b72a8" providerId="ADAL" clId="{B69DA118-5076-4EF4-B604-E3375EDC9439}" dt="2022-04-12T15:38:18.400" v="1061" actId="20577"/>
        <pc:sldMkLst>
          <pc:docMk/>
          <pc:sldMk cId="2374509314" sldId="269"/>
        </pc:sldMkLst>
        <pc:spChg chg="mo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B69DA118-5076-4EF4-B604-E3375EDC9439}" dt="2022-04-12T15:34:02.344" v="954" actId="26606"/>
          <ac:spMkLst>
            <pc:docMk/>
            <pc:sldMk cId="2374509314" sldId="269"/>
            <ac:spMk id="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3:25.254" v="907" actId="26606"/>
          <ac:spMkLst>
            <pc:docMk/>
            <pc:sldMk cId="2374509314" sldId="269"/>
            <ac:spMk id="14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6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7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8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19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3:26.014" v="909" actId="26606"/>
          <ac:spMkLst>
            <pc:docMk/>
            <pc:sldMk cId="2374509314" sldId="269"/>
            <ac:spMk id="20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3:27.046" v="911" actId="26606"/>
          <ac:spMkLst>
            <pc:docMk/>
            <pc:sldMk cId="2374509314" sldId="269"/>
            <ac:spMk id="2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3:29.494" v="913" actId="26606"/>
          <ac:spMkLst>
            <pc:docMk/>
            <pc:sldMk cId="2374509314" sldId="269"/>
            <ac:spMk id="26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3:29.494" v="913" actId="26606"/>
          <ac:spMkLst>
            <pc:docMk/>
            <pc:sldMk cId="2374509314" sldId="269"/>
            <ac:spMk id="27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29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0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1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2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3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4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3:31.758" v="915" actId="26606"/>
          <ac:spMkLst>
            <pc:docMk/>
            <pc:sldMk cId="2374509314" sldId="269"/>
            <ac:spMk id="35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7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8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39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0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1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3:33.384" v="917" actId="26606"/>
          <ac:spMkLst>
            <pc:docMk/>
            <pc:sldMk cId="2374509314" sldId="269"/>
            <ac:spMk id="42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4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5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6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7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8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49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3:33.837" v="919" actId="26606"/>
          <ac:spMkLst>
            <pc:docMk/>
            <pc:sldMk cId="2374509314" sldId="269"/>
            <ac:spMk id="50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3:34.703" v="921" actId="26606"/>
          <ac:spMkLst>
            <pc:docMk/>
            <pc:sldMk cId="2374509314" sldId="269"/>
            <ac:spMk id="52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3:34.703" v="921" actId="26606"/>
          <ac:spMkLst>
            <pc:docMk/>
            <pc:sldMk cId="2374509314" sldId="269"/>
            <ac:spMk id="53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5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6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7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8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59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3:35.206" v="923" actId="26606"/>
          <ac:spMkLst>
            <pc:docMk/>
            <pc:sldMk cId="2374509314" sldId="269"/>
            <ac:spMk id="60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2" creationId="{1B15ED52-F352-441B-82BF-E0EA34836D08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3" creationId="{3B2E3793-BFE6-45A2-9B7B-E18844431C99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4" creationId="{BC4C4868-CB8F-4AF9-9CDB-8108F2C19B67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5" creationId="{375E0459-6403-40CD-989D-56A4407CA12E}"/>
          </ac:spMkLst>
        </pc:spChg>
        <pc:spChg chg="add del">
          <ac:chgData name="Ožbot, Miha" userId="5fdfeab2-e3ac-40dc-9f9d-ac602c9b72a8" providerId="ADAL" clId="{B69DA118-5076-4EF4-B604-E3375EDC9439}" dt="2022-04-12T15:33:41.687" v="925" actId="26606"/>
          <ac:spMkLst>
            <pc:docMk/>
            <pc:sldMk cId="2374509314" sldId="269"/>
            <ac:spMk id="66" creationId="{53E5B1A8-3AC9-4BD1-9BBC-78CA94F2D1BA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68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69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0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1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2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3:43.085" v="927" actId="26606"/>
          <ac:spMkLst>
            <pc:docMk/>
            <pc:sldMk cId="2374509314" sldId="269"/>
            <ac:spMk id="73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5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6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3:43.517" v="929" actId="26606"/>
          <ac:spMkLst>
            <pc:docMk/>
            <pc:sldMk cId="2374509314" sldId="269"/>
            <ac:spMk id="77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79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80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3:44.682" v="931" actId="26606"/>
          <ac:spMkLst>
            <pc:docMk/>
            <pc:sldMk cId="2374509314" sldId="269"/>
            <ac:spMk id="81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3:45.128" v="933" actId="26606"/>
          <ac:spMkLst>
            <pc:docMk/>
            <pc:sldMk cId="2374509314" sldId="269"/>
            <ac:spMk id="83" creationId="{33CD251C-A887-4D2F-925B-FC097198538B}"/>
          </ac:spMkLst>
        </pc:spChg>
        <pc:spChg chg="add del">
          <ac:chgData name="Ožbot, Miha" userId="5fdfeab2-e3ac-40dc-9f9d-ac602c9b72a8" providerId="ADAL" clId="{B69DA118-5076-4EF4-B604-E3375EDC9439}" dt="2022-04-12T15:33:45.128" v="933" actId="26606"/>
          <ac:spMkLst>
            <pc:docMk/>
            <pc:sldMk cId="2374509314" sldId="269"/>
            <ac:spMk id="84" creationId="{B19D093C-27FB-4032-B282-42C4563F257C}"/>
          </ac:spMkLst>
        </pc:spChg>
        <pc:spChg chg="add del">
          <ac:chgData name="Ožbot, Miha" userId="5fdfeab2-e3ac-40dc-9f9d-ac602c9b72a8" providerId="ADAL" clId="{B69DA118-5076-4EF4-B604-E3375EDC9439}" dt="2022-04-12T15:33:48.897" v="935" actId="26606"/>
          <ac:spMkLst>
            <pc:docMk/>
            <pc:sldMk cId="2374509314" sldId="269"/>
            <ac:spMk id="88" creationId="{9228552E-C8B1-4A80-8448-0787CE0FC704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0" creationId="{7264F718-7FAC-4056-9FA9-A603EC682FE7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1" creationId="{F74639F7-E3C7-4165-A83E-6386A86BA1DA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2" creationId="{8B3AF0F1-707A-463E-B5EE-33C63A40CFC9}"/>
          </ac:spMkLst>
        </pc:spChg>
        <pc:spChg chg="add del">
          <ac:chgData name="Ožbot, Miha" userId="5fdfeab2-e3ac-40dc-9f9d-ac602c9b72a8" providerId="ADAL" clId="{B69DA118-5076-4EF4-B604-E3375EDC9439}" dt="2022-04-12T15:33:49.483" v="937" actId="26606"/>
          <ac:spMkLst>
            <pc:docMk/>
            <pc:sldMk cId="2374509314" sldId="269"/>
            <ac:spMk id="9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5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6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7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3:50.446" v="939" actId="26606"/>
          <ac:spMkLst>
            <pc:docMk/>
            <pc:sldMk cId="2374509314" sldId="269"/>
            <ac:spMk id="98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99" creationId="{2EC40DB1-B719-4A13-9A4D-0966B4B27866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0" creationId="{4BC99CB9-DDAD-44A2-8A1C-E3AF4E72DF5C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1" creationId="{64053CBF-3932-45FF-8285-EE5146085F3A}"/>
          </ac:spMkLst>
        </pc:spChg>
        <pc:spChg chg="add del">
          <ac:chgData name="Ožbot, Miha" userId="5fdfeab2-e3ac-40dc-9f9d-ac602c9b72a8" providerId="ADAL" clId="{B69DA118-5076-4EF4-B604-E3375EDC9439}" dt="2022-04-12T15:33:51.222" v="941" actId="26606"/>
          <ac:spMkLst>
            <pc:docMk/>
            <pc:sldMk cId="2374509314" sldId="269"/>
            <ac:spMk id="106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2" creationId="{18873D23-2DCF-4B31-A009-95721C06E8E1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3" creationId="{C13EF075-D4EF-4929-ADBC-91B27DA19955}"/>
          </ac:spMkLst>
        </pc:spChg>
        <pc:spChg chg="add del">
          <ac:chgData name="Ožbot, Miha" userId="5fdfeab2-e3ac-40dc-9f9d-ac602c9b72a8" providerId="ADAL" clId="{B69DA118-5076-4EF4-B604-E3375EDC9439}" dt="2022-04-12T15:33:51.708" v="943" actId="26606"/>
          <ac:spMkLst>
            <pc:docMk/>
            <pc:sldMk cId="2374509314" sldId="269"/>
            <ac:spMk id="119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1" creationId="{AC17DE74-01C9-4859-B65A-85CF999E8580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2" creationId="{068C0432-0E90-4CC1-8CD3-D44A90DF07EF}"/>
          </ac:spMkLst>
        </pc:spChg>
        <pc:spChg chg="add del">
          <ac:chgData name="Ožbot, Miha" userId="5fdfeab2-e3ac-40dc-9f9d-ac602c9b72a8" providerId="ADAL" clId="{B69DA118-5076-4EF4-B604-E3375EDC9439}" dt="2022-04-12T15:33:55.911" v="945" actId="26606"/>
          <ac:spMkLst>
            <pc:docMk/>
            <pc:sldMk cId="2374509314" sldId="269"/>
            <ac:spMk id="123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25" creationId="{18873D23-2DCF-4B31-A009-95721C06E8E1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26" creationId="{C13EF075-D4EF-4929-ADBC-91B27DA19955}"/>
          </ac:spMkLst>
        </pc:spChg>
        <pc:spChg chg="add del">
          <ac:chgData name="Ožbot, Miha" userId="5fdfeab2-e3ac-40dc-9f9d-ac602c9b72a8" providerId="ADAL" clId="{B69DA118-5076-4EF4-B604-E3375EDC9439}" dt="2022-04-12T15:33:59.324" v="947" actId="26606"/>
          <ac:spMkLst>
            <pc:docMk/>
            <pc:sldMk cId="2374509314" sldId="269"/>
            <ac:spMk id="131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3" creationId="{DFF2AC85-FAA0-4844-813F-83C04D7382E2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4" creationId="{89CC0F1E-BAA2-47B1-8F83-7ECB9FD9E009}"/>
          </ac:spMkLst>
        </pc:spChg>
        <pc:spChg chg="add del">
          <ac:chgData name="Ožbot, Miha" userId="5fdfeab2-e3ac-40dc-9f9d-ac602c9b72a8" providerId="ADAL" clId="{B69DA118-5076-4EF4-B604-E3375EDC9439}" dt="2022-04-12T15:34:00.644" v="949" actId="26606"/>
          <ac:spMkLst>
            <pc:docMk/>
            <pc:sldMk cId="2374509314" sldId="269"/>
            <ac:spMk id="135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37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40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4:01.012" v="951" actId="26606"/>
          <ac:spMkLst>
            <pc:docMk/>
            <pc:sldMk cId="2374509314" sldId="269"/>
            <ac:spMk id="141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02.297" v="953" actId="26606"/>
          <ac:spMkLst>
            <pc:docMk/>
            <pc:sldMk cId="2374509314" sldId="269"/>
            <ac:spMk id="144" creationId="{429917F3-0560-4C6F-B265-458B218C4B87}"/>
          </ac:spMkLst>
        </pc:spChg>
        <pc:spChg chg="add del">
          <ac:chgData name="Ožbot, Miha" userId="5fdfeab2-e3ac-40dc-9f9d-ac602c9b72a8" providerId="ADAL" clId="{B69DA118-5076-4EF4-B604-E3375EDC9439}" dt="2022-04-12T15:34:02.297" v="953" actId="26606"/>
          <ac:spMkLst>
            <pc:docMk/>
            <pc:sldMk cId="2374509314" sldId="269"/>
            <ac:spMk id="148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50.398" v="979" actId="26606"/>
          <ac:spMkLst>
            <pc:docMk/>
            <pc:sldMk cId="2374509314" sldId="269"/>
            <ac:spMk id="15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4:50.398" v="979" actId="26606"/>
          <ac:spMkLst>
            <pc:docMk/>
            <pc:sldMk cId="2374509314" sldId="269"/>
            <ac:spMk id="151" creationId="{AA5CF486-D9E5-4A66-898A-F3D62B81B15E}"/>
          </ac:spMkLst>
        </pc:spChg>
        <pc:spChg chg="add mod">
          <ac:chgData name="Ožbot, Miha" userId="5fdfeab2-e3ac-40dc-9f9d-ac602c9b72a8" providerId="ADAL" clId="{B69DA118-5076-4EF4-B604-E3375EDC9439}" dt="2022-04-12T15:38:18.400" v="1061" actId="20577"/>
          <ac:spMkLst>
            <pc:docMk/>
            <pc:sldMk cId="2374509314" sldId="269"/>
            <ac:spMk id="152" creationId="{E5C10B8F-0F49-47BB-9E2B-012BBFAC83C1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4" creationId="{76EFD3D9-44F0-4267-BCC1-1613E79D8274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5" creationId="{A779A851-95D6-41AF-937A-B0E4B7F6FA8D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6" creationId="{953FB2E7-B6CB-429C-81EB-D9516D6D5C8D}"/>
          </ac:spMkLst>
        </pc:spChg>
        <pc:spChg chg="add del">
          <ac:chgData name="Ožbot, Miha" userId="5fdfeab2-e3ac-40dc-9f9d-ac602c9b72a8" providerId="ADAL" clId="{B69DA118-5076-4EF4-B604-E3375EDC9439}" dt="2022-04-12T15:34:33.358" v="958" actId="26606"/>
          <ac:spMkLst>
            <pc:docMk/>
            <pc:sldMk cId="2374509314" sldId="269"/>
            <ac:spMk id="157" creationId="{82211336-CFF3-412D-868A-6679C1004C45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59" creationId="{9264D464-898B-4908-88FD-33A83D6ED64E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0" creationId="{F0BC1D9E-4401-4EC0-88FD-ED103CB570EA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1" creationId="{B0AAF7C9-094E-400C-A428-F6C2262F6527}"/>
          </ac:spMkLst>
        </pc:spChg>
        <pc:spChg chg="add del">
          <ac:chgData name="Ožbot, Miha" userId="5fdfeab2-e3ac-40dc-9f9d-ac602c9b72a8" providerId="ADAL" clId="{B69DA118-5076-4EF4-B604-E3375EDC9439}" dt="2022-04-12T15:34:34.446" v="960" actId="26606"/>
          <ac:spMkLst>
            <pc:docMk/>
            <pc:sldMk cId="2374509314" sldId="269"/>
            <ac:spMk id="162" creationId="{6200B311-3585-4069-AAC6-CD443FA5B8AD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4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5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4:35.751" v="962" actId="26606"/>
          <ac:spMkLst>
            <pc:docMk/>
            <pc:sldMk cId="2374509314" sldId="269"/>
            <ac:spMk id="166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68" creationId="{1E234CF4-802C-4AA1-B540-36C3B838C462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69" creationId="{A5271697-90F1-4A23-8EF2-0179F2EAFACB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70" creationId="{D9F5512A-48E1-4C07-B75E-3CCC517B6804}"/>
          </ac:spMkLst>
        </pc:spChg>
        <pc:spChg chg="add del">
          <ac:chgData name="Ožbot, Miha" userId="5fdfeab2-e3ac-40dc-9f9d-ac602c9b72a8" providerId="ADAL" clId="{B69DA118-5076-4EF4-B604-E3375EDC9439}" dt="2022-04-12T15:34:37.879" v="964" actId="26606"/>
          <ac:spMkLst>
            <pc:docMk/>
            <pc:sldMk cId="2374509314" sldId="269"/>
            <ac:spMk id="171" creationId="{9D800584-727A-48CF-8223-244AD9717CAA}"/>
          </ac:spMkLst>
        </pc:spChg>
        <pc:spChg chg="add del">
          <ac:chgData name="Ožbot, Miha" userId="5fdfeab2-e3ac-40dc-9f9d-ac602c9b72a8" providerId="ADAL" clId="{B69DA118-5076-4EF4-B604-E3375EDC9439}" dt="2022-04-12T15:34:42.398" v="966" actId="26606"/>
          <ac:spMkLst>
            <pc:docMk/>
            <pc:sldMk cId="2374509314" sldId="269"/>
            <ac:spMk id="182" creationId="{43C823D3-D619-407C-89E0-C6F6B1E7A42A}"/>
          </ac:spMkLst>
        </pc:spChg>
        <pc:spChg chg="add del">
          <ac:chgData name="Ožbot, Miha" userId="5fdfeab2-e3ac-40dc-9f9d-ac602c9b72a8" providerId="ADAL" clId="{B69DA118-5076-4EF4-B604-E3375EDC9439}" dt="2022-04-12T15:34:42.398" v="966" actId="26606"/>
          <ac:spMkLst>
            <pc:docMk/>
            <pc:sldMk cId="2374509314" sldId="269"/>
            <ac:spMk id="183" creationId="{047F8E3E-2FFA-4A0F-B3C7-E57ADDCFB415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5" creationId="{081EA652-8C6A-4E69-BEB9-170809474553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6" creationId="{5298780A-33B9-4EA2-8F67-DE68AD62841B}"/>
          </ac:spMkLst>
        </pc:spChg>
        <pc:spChg chg="add del">
          <ac:chgData name="Ožbot, Miha" userId="5fdfeab2-e3ac-40dc-9f9d-ac602c9b72a8" providerId="ADAL" clId="{B69DA118-5076-4EF4-B604-E3375EDC9439}" dt="2022-04-12T15:34:44.191" v="968" actId="26606"/>
          <ac:spMkLst>
            <pc:docMk/>
            <pc:sldMk cId="2374509314" sldId="269"/>
            <ac:spMk id="197" creationId="{7F488E8B-4E1E-4402-8935-D4E6C02615C7}"/>
          </ac:spMkLst>
        </pc:spChg>
        <pc:spChg chg="add del">
          <ac:chgData name="Ožbot, Miha" userId="5fdfeab2-e3ac-40dc-9f9d-ac602c9b72a8" providerId="ADAL" clId="{B69DA118-5076-4EF4-B604-E3375EDC9439}" dt="2022-04-12T15:34:45.341" v="970" actId="26606"/>
          <ac:spMkLst>
            <pc:docMk/>
            <pc:sldMk cId="2374509314" sldId="269"/>
            <ac:spMk id="200" creationId="{4DA718D0-4865-4629-8134-44F68D41D574}"/>
          </ac:spMkLst>
        </pc:spChg>
        <pc:spChg chg="add del">
          <ac:chgData name="Ožbot, Miha" userId="5fdfeab2-e3ac-40dc-9f9d-ac602c9b72a8" providerId="ADAL" clId="{B69DA118-5076-4EF4-B604-E3375EDC9439}" dt="2022-04-12T15:34:45.341" v="970" actId="26606"/>
          <ac:spMkLst>
            <pc:docMk/>
            <pc:sldMk cId="2374509314" sldId="269"/>
            <ac:spMk id="204" creationId="{CBC4F608-B4B8-48C3-9572-C0F061B1CD99}"/>
          </ac:spMkLst>
        </pc:spChg>
        <pc:spChg chg="add del">
          <ac:chgData name="Ožbot, Miha" userId="5fdfeab2-e3ac-40dc-9f9d-ac602c9b72a8" providerId="ADAL" clId="{B69DA118-5076-4EF4-B604-E3375EDC9439}" dt="2022-04-12T15:34:46.158" v="972" actId="26606"/>
          <ac:spMkLst>
            <pc:docMk/>
            <pc:sldMk cId="2374509314" sldId="269"/>
            <ac:spMk id="206" creationId="{DE7FFD28-545C-4C88-A2E7-152FB234C92C}"/>
          </ac:spMkLst>
        </pc:spChg>
        <pc:spChg chg="add del">
          <ac:chgData name="Ožbot, Miha" userId="5fdfeab2-e3ac-40dc-9f9d-ac602c9b72a8" providerId="ADAL" clId="{B69DA118-5076-4EF4-B604-E3375EDC9439}" dt="2022-04-12T15:34:47.414" v="974" actId="26606"/>
          <ac:spMkLst>
            <pc:docMk/>
            <pc:sldMk cId="2374509314" sldId="269"/>
            <ac:spMk id="208" creationId="{4DA718D0-4865-4629-8134-44F68D41D574}"/>
          </ac:spMkLst>
        </pc:spChg>
        <pc:spChg chg="add del">
          <ac:chgData name="Ožbot, Miha" userId="5fdfeab2-e3ac-40dc-9f9d-ac602c9b72a8" providerId="ADAL" clId="{B69DA118-5076-4EF4-B604-E3375EDC9439}" dt="2022-04-12T15:34:47.414" v="974" actId="26606"/>
          <ac:spMkLst>
            <pc:docMk/>
            <pc:sldMk cId="2374509314" sldId="269"/>
            <ac:spMk id="212" creationId="{CBC4F608-B4B8-48C3-9572-C0F061B1CD99}"/>
          </ac:spMkLst>
        </pc:spChg>
        <pc:spChg chg="add del">
          <ac:chgData name="Ožbot, Miha" userId="5fdfeab2-e3ac-40dc-9f9d-ac602c9b72a8" providerId="ADAL" clId="{B69DA118-5076-4EF4-B604-E3375EDC9439}" dt="2022-04-12T15:34:49.070" v="976" actId="26606"/>
          <ac:spMkLst>
            <pc:docMk/>
            <pc:sldMk cId="2374509314" sldId="269"/>
            <ac:spMk id="214" creationId="{B95B9BA8-1D69-4796-85F5-B6D0BD52354B}"/>
          </ac:spMkLst>
        </pc:spChg>
        <pc:spChg chg="add del">
          <ac:chgData name="Ožbot, Miha" userId="5fdfeab2-e3ac-40dc-9f9d-ac602c9b72a8" providerId="ADAL" clId="{B69DA118-5076-4EF4-B604-E3375EDC9439}" dt="2022-04-12T15:34:50.354" v="978" actId="26606"/>
          <ac:spMkLst>
            <pc:docMk/>
            <pc:sldMk cId="2374509314" sldId="269"/>
            <ac:spMk id="219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4:50.354" v="978" actId="26606"/>
          <ac:spMkLst>
            <pc:docMk/>
            <pc:sldMk cId="2374509314" sldId="269"/>
            <ac:spMk id="224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6:20.033" v="1016" actId="26606"/>
          <ac:spMkLst>
            <pc:docMk/>
            <pc:sldMk cId="2374509314" sldId="269"/>
            <ac:spMk id="22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20.033" v="1016" actId="26606"/>
          <ac:spMkLst>
            <pc:docMk/>
            <pc:sldMk cId="2374509314" sldId="269"/>
            <ac:spMk id="228" creationId="{AA5CF486-D9E5-4A66-898A-F3D62B81B15E}"/>
          </ac:spMkLst>
        </pc:spChg>
        <pc:spChg chg="add del">
          <ac:chgData name="Ožbot, Miha" userId="5fdfeab2-e3ac-40dc-9f9d-ac602c9b72a8" providerId="ADAL" clId="{B69DA118-5076-4EF4-B604-E3375EDC9439}" dt="2022-04-12T15:36:32.071" v="1017" actId="26606"/>
          <ac:spMkLst>
            <pc:docMk/>
            <pc:sldMk cId="2374509314" sldId="269"/>
            <ac:spMk id="23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6:32.071" v="1017" actId="26606"/>
          <ac:spMkLst>
            <pc:docMk/>
            <pc:sldMk cId="2374509314" sldId="269"/>
            <ac:spMk id="235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0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2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4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49" creationId="{777A147A-9ED8-46B4-8660-1B3C2AA880B5}"/>
          </ac:spMkLst>
        </pc:spChg>
        <pc:spChg chg="add">
          <ac:chgData name="Ožbot, Miha" userId="5fdfeab2-e3ac-40dc-9f9d-ac602c9b72a8" providerId="ADAL" clId="{B69DA118-5076-4EF4-B604-E3375EDC9439}" dt="2022-04-12T15:38:10.920" v="1059" actId="26606"/>
          <ac:spMkLst>
            <pc:docMk/>
            <pc:sldMk cId="2374509314" sldId="269"/>
            <ac:spMk id="251" creationId="{5D6C15A0-C087-4593-8414-2B4EC1CDC3DE}"/>
          </ac:spMkLst>
        </pc:spChg>
        <pc:grpChg chg="add del">
          <ac:chgData name="Ožbot, Miha" userId="5fdfeab2-e3ac-40dc-9f9d-ac602c9b72a8" providerId="ADAL" clId="{B69DA118-5076-4EF4-B604-E3375EDC9439}" dt="2022-04-12T15:33:45.128" v="933" actId="26606"/>
          <ac:grpSpMkLst>
            <pc:docMk/>
            <pc:sldMk cId="2374509314" sldId="269"/>
            <ac:grpSpMk id="85" creationId="{35EE815E-1BD3-4777-B652-6D98825BF66B}"/>
          </ac:grpSpMkLst>
        </pc:grpChg>
        <pc:grpChg chg="add del">
          <ac:chgData name="Ožbot, Miha" userId="5fdfeab2-e3ac-40dc-9f9d-ac602c9b72a8" providerId="ADAL" clId="{B69DA118-5076-4EF4-B604-E3375EDC9439}" dt="2022-04-12T15:33:51.222" v="941" actId="26606"/>
          <ac:grpSpMkLst>
            <pc:docMk/>
            <pc:sldMk cId="2374509314" sldId="269"/>
            <ac:grpSpMk id="102" creationId="{2E751C04-BEA6-446B-A678-9C74819EBD4C}"/>
          </ac:grpSpMkLst>
        </pc:grpChg>
        <pc:grpChg chg="add del">
          <ac:chgData name="Ožbot, Miha" userId="5fdfeab2-e3ac-40dc-9f9d-ac602c9b72a8" providerId="ADAL" clId="{B69DA118-5076-4EF4-B604-E3375EDC9439}" dt="2022-04-12T15:33:51.222" v="941" actId="26606"/>
          <ac:grpSpMkLst>
            <pc:docMk/>
            <pc:sldMk cId="2374509314" sldId="269"/>
            <ac:grpSpMk id="107" creationId="{B63ACBA3-DEFD-4C6D-BBA0-64468FA99C2D}"/>
          </ac:grpSpMkLst>
        </pc:grpChg>
        <pc:grpChg chg="add del">
          <ac:chgData name="Ožbot, Miha" userId="5fdfeab2-e3ac-40dc-9f9d-ac602c9b72a8" providerId="ADAL" clId="{B69DA118-5076-4EF4-B604-E3375EDC9439}" dt="2022-04-12T15:33:51.708" v="943" actId="26606"/>
          <ac:grpSpMkLst>
            <pc:docMk/>
            <pc:sldMk cId="2374509314" sldId="269"/>
            <ac:grpSpMk id="114" creationId="{DAA26DFA-AAB2-4973-9C17-16D587C7B198}"/>
          </ac:grpSpMkLst>
        </pc:grpChg>
        <pc:grpChg chg="add del">
          <ac:chgData name="Ožbot, Miha" userId="5fdfeab2-e3ac-40dc-9f9d-ac602c9b72a8" providerId="ADAL" clId="{B69DA118-5076-4EF4-B604-E3375EDC9439}" dt="2022-04-12T15:33:59.324" v="947" actId="26606"/>
          <ac:grpSpMkLst>
            <pc:docMk/>
            <pc:sldMk cId="2374509314" sldId="269"/>
            <ac:grpSpMk id="127" creationId="{DAA26DFA-AAB2-4973-9C17-16D587C7B198}"/>
          </ac:grpSpMkLst>
        </pc:grpChg>
        <pc:grpChg chg="add del">
          <ac:chgData name="Ožbot, Miha" userId="5fdfeab2-e3ac-40dc-9f9d-ac602c9b72a8" providerId="ADAL" clId="{B69DA118-5076-4EF4-B604-E3375EDC9439}" dt="2022-04-12T15:34:01.012" v="951" actId="26606"/>
          <ac:grpSpMkLst>
            <pc:docMk/>
            <pc:sldMk cId="2374509314" sldId="269"/>
            <ac:grpSpMk id="138" creationId="{AE1C45F0-260A-458C-96ED-C1F6D2151219}"/>
          </ac:grpSpMkLst>
        </pc:grpChg>
        <pc:grpChg chg="add del">
          <ac:chgData name="Ožbot, Miha" userId="5fdfeab2-e3ac-40dc-9f9d-ac602c9b72a8" providerId="ADAL" clId="{B69DA118-5076-4EF4-B604-E3375EDC9439}" dt="2022-04-12T15:34:02.297" v="953" actId="26606"/>
          <ac:grpSpMkLst>
            <pc:docMk/>
            <pc:sldMk cId="2374509314" sldId="269"/>
            <ac:grpSpMk id="145" creationId="{AA39BAE7-7EB8-4E22-BCBB-F00F514DB7EA}"/>
          </ac:grpSpMkLst>
        </pc:grpChg>
        <pc:grpChg chg="add del">
          <ac:chgData name="Ožbot, Miha" userId="5fdfeab2-e3ac-40dc-9f9d-ac602c9b72a8" providerId="ADAL" clId="{B69DA118-5076-4EF4-B604-E3375EDC9439}" dt="2022-04-12T15:34:37.879" v="964" actId="26606"/>
          <ac:grpSpMkLst>
            <pc:docMk/>
            <pc:sldMk cId="2374509314" sldId="269"/>
            <ac:grpSpMk id="172" creationId="{B0CED441-B73B-4907-9AF2-614CEAC6A182}"/>
          </ac:grpSpMkLst>
        </pc:grpChg>
        <pc:grpChg chg="add del">
          <ac:chgData name="Ožbot, Miha" userId="5fdfeab2-e3ac-40dc-9f9d-ac602c9b72a8" providerId="ADAL" clId="{B69DA118-5076-4EF4-B604-E3375EDC9439}" dt="2022-04-12T15:34:42.398" v="966" actId="26606"/>
          <ac:grpSpMkLst>
            <pc:docMk/>
            <pc:sldMk cId="2374509314" sldId="269"/>
            <ac:grpSpMk id="184" creationId="{33D939F1-7ABE-4D0E-946A-43F37F556AFD}"/>
          </ac:grpSpMkLst>
        </pc:grpChg>
        <pc:grpChg chg="add del">
          <ac:chgData name="Ožbot, Miha" userId="5fdfeab2-e3ac-40dc-9f9d-ac602c9b72a8" providerId="ADAL" clId="{B69DA118-5076-4EF4-B604-E3375EDC9439}" dt="2022-04-12T15:34:42.398" v="966" actId="26606"/>
          <ac:grpSpMkLst>
            <pc:docMk/>
            <pc:sldMk cId="2374509314" sldId="269"/>
            <ac:grpSpMk id="189" creationId="{9DB3963A-4187-4A72-9DA4-CA6BADE22931}"/>
          </ac:grpSpMkLst>
        </pc:grpChg>
        <pc:grpChg chg="add del">
          <ac:chgData name="Ožbot, Miha" userId="5fdfeab2-e3ac-40dc-9f9d-ac602c9b72a8" providerId="ADAL" clId="{B69DA118-5076-4EF4-B604-E3375EDC9439}" dt="2022-04-12T15:34:45.341" v="970" actId="26606"/>
          <ac:grpSpMkLst>
            <pc:docMk/>
            <pc:sldMk cId="2374509314" sldId="269"/>
            <ac:grpSpMk id="201" creationId="{65167ED7-6315-43AB-B1B6-C326D5FD8F84}"/>
          </ac:grpSpMkLst>
        </pc:grpChg>
        <pc:grpChg chg="add del">
          <ac:chgData name="Ožbot, Miha" userId="5fdfeab2-e3ac-40dc-9f9d-ac602c9b72a8" providerId="ADAL" clId="{B69DA118-5076-4EF4-B604-E3375EDC9439}" dt="2022-04-12T15:34:47.414" v="974" actId="26606"/>
          <ac:grpSpMkLst>
            <pc:docMk/>
            <pc:sldMk cId="2374509314" sldId="269"/>
            <ac:grpSpMk id="209" creationId="{65167ED7-6315-43AB-B1B6-C326D5FD8F84}"/>
          </ac:grpSpMkLst>
        </pc:grpChg>
        <pc:grpChg chg="add del">
          <ac:chgData name="Ožbot, Miha" userId="5fdfeab2-e3ac-40dc-9f9d-ac602c9b72a8" providerId="ADAL" clId="{B69DA118-5076-4EF4-B604-E3375EDC9439}" dt="2022-04-12T15:34:49.070" v="976" actId="26606"/>
          <ac:grpSpMkLst>
            <pc:docMk/>
            <pc:sldMk cId="2374509314" sldId="269"/>
            <ac:grpSpMk id="215" creationId="{4728F330-19FB-4D39-BD0F-53032ABFEB7F}"/>
          </ac:grpSpMkLst>
        </pc:grpChg>
        <pc:grpChg chg="add del">
          <ac:chgData name="Ožbot, Miha" userId="5fdfeab2-e3ac-40dc-9f9d-ac602c9b72a8" providerId="ADAL" clId="{B69DA118-5076-4EF4-B604-E3375EDC9439}" dt="2022-04-12T15:34:50.354" v="978" actId="26606"/>
          <ac:grpSpMkLst>
            <pc:docMk/>
            <pc:sldMk cId="2374509314" sldId="269"/>
            <ac:grpSpMk id="220" creationId="{AE1C45F0-260A-458C-96ED-C1F6D2151219}"/>
          </ac:grpSpMkLst>
        </pc:grpChg>
        <pc:graphicFrameChg chg="add del">
          <ac:chgData name="Ožbot, Miha" userId="5fdfeab2-e3ac-40dc-9f9d-ac602c9b72a8" providerId="ADAL" clId="{B69DA118-5076-4EF4-B604-E3375EDC9439}" dt="2022-04-12T15:33:48.897" v="935" actId="26606"/>
          <ac:graphicFrameMkLst>
            <pc:docMk/>
            <pc:sldMk cId="2374509314" sldId="269"/>
            <ac:graphicFrameMk id="7" creationId="{035C8E9D-90CC-D7BC-724E-8B34ACA157F7}"/>
          </ac:graphicFrameMkLst>
        </pc:graphicFrameChg>
        <pc:picChg chg="add del">
          <ac:chgData name="Ožbot, Miha" userId="5fdfeab2-e3ac-40dc-9f9d-ac602c9b72a8" providerId="ADAL" clId="{B69DA118-5076-4EF4-B604-E3375EDC9439}" dt="2022-04-12T15:33:48.897" v="935" actId="26606"/>
          <ac:picMkLst>
            <pc:docMk/>
            <pc:sldMk cId="2374509314" sldId="269"/>
            <ac:picMk id="8" creationId="{7E036DC4-528A-4F15-9740-084982C24661}"/>
          </ac:picMkLst>
        </pc:picChg>
        <pc:cxnChg chg="add del">
          <ac:chgData name="Ožbot, Miha" userId="5fdfeab2-e3ac-40dc-9f9d-ac602c9b72a8" providerId="ADAL" clId="{B69DA118-5076-4EF4-B604-E3375EDC9439}" dt="2022-04-12T15:34:01.012" v="951" actId="26606"/>
          <ac:cxnSpMkLst>
            <pc:docMk/>
            <pc:sldMk cId="2374509314" sldId="269"/>
            <ac:cxnSpMk id="142" creationId="{6CF1BAF6-AD41-4082-B212-8A1F9A2E8779}"/>
          </ac:cxnSpMkLst>
        </pc:cxnChg>
        <pc:cxnChg chg="add del">
          <ac:chgData name="Ožbot, Miha" userId="5fdfeab2-e3ac-40dc-9f9d-ac602c9b72a8" providerId="ADAL" clId="{B69DA118-5076-4EF4-B604-E3375EDC9439}" dt="2022-04-12T15:34:44.191" v="968" actId="26606"/>
          <ac:cxnSpMkLst>
            <pc:docMk/>
            <pc:sldMk cId="2374509314" sldId="269"/>
            <ac:cxnSpMk id="198" creationId="{23AAC9B5-8015-485C-ACF9-A750390E9A56}"/>
          </ac:cxnSpMkLst>
        </pc:cxnChg>
        <pc:cxnChg chg="add del">
          <ac:chgData name="Ožbot, Miha" userId="5fdfeab2-e3ac-40dc-9f9d-ac602c9b72a8" providerId="ADAL" clId="{B69DA118-5076-4EF4-B604-E3375EDC9439}" dt="2022-04-12T15:34:50.354" v="978" actId="26606"/>
          <ac:cxnSpMkLst>
            <pc:docMk/>
            <pc:sldMk cId="2374509314" sldId="269"/>
            <ac:cxnSpMk id="225" creationId="{6CF1BAF6-AD41-4082-B212-8A1F9A2E8779}"/>
          </ac:cxnSpMkLst>
        </pc:cxnChg>
      </pc:sldChg>
      <pc:sldChg chg="addSp delSp modSp mod setBg setClrOvrMap">
        <pc:chgData name="Ožbot, Miha" userId="5fdfeab2-e3ac-40dc-9f9d-ac602c9b72a8" providerId="ADAL" clId="{B69DA118-5076-4EF4-B604-E3375EDC9439}" dt="2022-04-12T15:39:22.686" v="1067" actId="1076"/>
        <pc:sldMkLst>
          <pc:docMk/>
          <pc:sldMk cId="4184736895" sldId="271"/>
        </pc:sldMkLst>
        <pc:spChg chg="mo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2" creationId="{1A949B5B-13E9-4F18-A7CD-424C992242B3}"/>
          </ac:spMkLst>
        </pc:spChg>
        <pc:spChg chg="mo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3" creationId="{5C52BD9D-B5F3-48BF-8D2A-ED3911753E0F}"/>
          </ac:spMkLst>
        </pc:spChg>
        <pc:spChg chg="add del">
          <ac:chgData name="Ožbot, Miha" userId="5fdfeab2-e3ac-40dc-9f9d-ac602c9b72a8" providerId="ADAL" clId="{B69DA118-5076-4EF4-B604-E3375EDC9439}" dt="2022-04-12T15:30:52.670" v="741" actId="26606"/>
          <ac:spMkLst>
            <pc:docMk/>
            <pc:sldMk cId="4184736895" sldId="271"/>
            <ac:spMk id="19" creationId="{23A58148-D452-4F6F-A2FE-EED968DE1970}"/>
          </ac:spMkLst>
        </pc:spChg>
        <pc:spChg chg="add del">
          <ac:chgData name="Ožbot, Miha" userId="5fdfeab2-e3ac-40dc-9f9d-ac602c9b72a8" providerId="ADAL" clId="{B69DA118-5076-4EF4-B604-E3375EDC9439}" dt="2022-04-12T15:30:54.045" v="743" actId="26606"/>
          <ac:spMkLst>
            <pc:docMk/>
            <pc:sldMk cId="4184736895" sldId="271"/>
            <ac:spMk id="21" creationId="{B335AE8D-B60B-4BC5-98A0-ADB3712C8D8D}"/>
          </ac:spMkLst>
        </pc:spChg>
        <pc:spChg chg="add del">
          <ac:chgData name="Ožbot, Miha" userId="5fdfeab2-e3ac-40dc-9f9d-ac602c9b72a8" providerId="ADAL" clId="{B69DA118-5076-4EF4-B604-E3375EDC9439}" dt="2022-04-12T15:30:54.045" v="743" actId="26606"/>
          <ac:spMkLst>
            <pc:docMk/>
            <pc:sldMk cId="4184736895" sldId="271"/>
            <ac:spMk id="22" creationId="{F51B89E8-F88B-40A4-A39E-3946440B168F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3" creationId="{5F218A6E-A365-45D3-80AE-344CE856136E}"/>
          </ac:spMkLst>
        </pc:spChg>
        <pc:spChg chg="add del">
          <ac:chgData name="Ožbot, Miha" userId="5fdfeab2-e3ac-40dc-9f9d-ac602c9b72a8" providerId="ADAL" clId="{B69DA118-5076-4EF4-B604-E3375EDC9439}" dt="2022-04-12T15:30:55.198" v="745" actId="26606"/>
          <ac:spMkLst>
            <pc:docMk/>
            <pc:sldMk cId="4184736895" sldId="271"/>
            <ac:spMk id="24" creationId="{B0C60769-5425-4CDA-B979-1B360DB8F3A8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5" creationId="{B775CD93-9DF2-48CB-9F57-1BCA9A46C7FA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6" creationId="{6166C6D1-23AC-49C4-BA07-238E4E9F8CEB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7" creationId="{1C091803-41C2-48E0-9228-5148460C7479}"/>
          </ac:spMkLst>
        </pc:spChg>
        <pc:spChg chg="add del">
          <ac:chgData name="Ožbot, Miha" userId="5fdfeab2-e3ac-40dc-9f9d-ac602c9b72a8" providerId="ADAL" clId="{B69DA118-5076-4EF4-B604-E3375EDC9439}" dt="2022-04-12T15:30:56.775" v="747" actId="26606"/>
          <ac:spMkLst>
            <pc:docMk/>
            <pc:sldMk cId="4184736895" sldId="271"/>
            <ac:spMk id="28" creationId="{E186B68C-84BC-4A6E-99D1-EE87483C1349}"/>
          </ac:spMkLst>
        </pc:spChg>
        <pc:spChg chg="add del">
          <ac:chgData name="Ožbot, Miha" userId="5fdfeab2-e3ac-40dc-9f9d-ac602c9b72a8" providerId="ADAL" clId="{B69DA118-5076-4EF4-B604-E3375EDC9439}" dt="2022-04-12T15:30:58.398" v="749" actId="26606"/>
          <ac:spMkLst>
            <pc:docMk/>
            <pc:sldMk cId="4184736895" sldId="271"/>
            <ac:spMk id="30" creationId="{5DD103AA-7536-490B-973F-73CA63A7ED09}"/>
          </ac:spMkLst>
        </pc:spChg>
        <pc:spChg chg="add del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32" creationId="{E02239D2-A05D-4A1C-9F06-FBA7FC730E1B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37" creationId="{1BB867FF-FC45-48F7-8104-F89BE54909F1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39" creationId="{8BB56887-D0D5-4F0C-9E19-7247EB83C8B7}"/>
          </ac:spMkLst>
        </pc:spChg>
        <pc:spChg chg="add del">
          <ac:chgData name="Ožbot, Miha" userId="5fdfeab2-e3ac-40dc-9f9d-ac602c9b72a8" providerId="ADAL" clId="{B69DA118-5076-4EF4-B604-E3375EDC9439}" dt="2022-04-12T15:35:46.964" v="988" actId="26606"/>
          <ac:spMkLst>
            <pc:docMk/>
            <pc:sldMk cId="4184736895" sldId="271"/>
            <ac:spMk id="41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5:49.934" v="990" actId="26606"/>
          <ac:spMkLst>
            <pc:docMk/>
            <pc:sldMk cId="4184736895" sldId="271"/>
            <ac:spMk id="43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5:49.934" v="990" actId="26606"/>
          <ac:spMkLst>
            <pc:docMk/>
            <pc:sldMk cId="4184736895" sldId="271"/>
            <ac:spMk id="44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5" creationId="{1E547BA6-BAE0-43BB-A7CA-60F69CE252F0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6" creationId="{2B566528-1B12-4246-9431-5C2D7D081168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7" creationId="{2E80C965-DB6D-4F81-9E9E-B027384D0BD6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8" creationId="{A580F890-B085-4E95-96AA-55AEBEC5CE6E}"/>
          </ac:spMkLst>
        </pc:spChg>
        <pc:spChg chg="add del">
          <ac:chgData name="Ožbot, Miha" userId="5fdfeab2-e3ac-40dc-9f9d-ac602c9b72a8" providerId="ADAL" clId="{B69DA118-5076-4EF4-B604-E3375EDC9439}" dt="2022-04-12T15:35:53.327" v="992" actId="26606"/>
          <ac:spMkLst>
            <pc:docMk/>
            <pc:sldMk cId="4184736895" sldId="271"/>
            <ac:spMk id="49" creationId="{D3F51FEB-38FB-4F6C-9F7B-2F2AFAB65463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1" creationId="{7264F718-7FAC-4056-9FA9-A603EC682FE7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2" creationId="{F74639F7-E3C7-4165-A83E-6386A86BA1DA}"/>
          </ac:spMkLst>
        </pc:spChg>
        <pc:spChg chg="add del">
          <ac:chgData name="Ožbot, Miha" userId="5fdfeab2-e3ac-40dc-9f9d-ac602c9b72a8" providerId="ADAL" clId="{B69DA118-5076-4EF4-B604-E3375EDC9439}" dt="2022-04-12T15:35:54.309" v="994" actId="26606"/>
          <ac:spMkLst>
            <pc:docMk/>
            <pc:sldMk cId="4184736895" sldId="271"/>
            <ac:spMk id="53" creationId="{8B3AF0F1-707A-463E-B5EE-33C63A40CFC9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5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6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5:55.695" v="996" actId="26606"/>
          <ac:spMkLst>
            <pc:docMk/>
            <pc:sldMk cId="4184736895" sldId="271"/>
            <ac:spMk id="57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59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0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1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2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3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4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5:56.734" v="998" actId="26606"/>
          <ac:spMkLst>
            <pc:docMk/>
            <pc:sldMk cId="4184736895" sldId="271"/>
            <ac:spMk id="65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5:57.877" v="1000" actId="26606"/>
          <ac:spMkLst>
            <pc:docMk/>
            <pc:sldMk cId="4184736895" sldId="271"/>
            <ac:spMk id="67" creationId="{4BC99CB9-DDAD-44A2-8A1C-E3AF4E72DF5C}"/>
          </ac:spMkLst>
        </pc:spChg>
        <pc:spChg chg="add del">
          <ac:chgData name="Ožbot, Miha" userId="5fdfeab2-e3ac-40dc-9f9d-ac602c9b72a8" providerId="ADAL" clId="{B69DA118-5076-4EF4-B604-E3375EDC9439}" dt="2022-04-12T15:35:57.877" v="1000" actId="26606"/>
          <ac:spMkLst>
            <pc:docMk/>
            <pc:sldMk cId="4184736895" sldId="271"/>
            <ac:spMk id="68" creationId="{64053CBF-3932-45FF-8285-EE5146085F3A}"/>
          </ac:spMkLst>
        </pc:spChg>
        <pc:spChg chg="add del">
          <ac:chgData name="Ožbot, Miha" userId="5fdfeab2-e3ac-40dc-9f9d-ac602c9b72a8" providerId="ADAL" clId="{B69DA118-5076-4EF4-B604-E3375EDC9439}" dt="2022-04-12T15:36:03.637" v="1002" actId="26606"/>
          <ac:spMkLst>
            <pc:docMk/>
            <pc:sldMk cId="4184736895" sldId="271"/>
            <ac:spMk id="78" creationId="{6A1473A6-3F22-483E-8A30-80B9D2B14592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3" creationId="{CB299CAB-C506-454B-90FC-4065728297D3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4" creationId="{C8D99311-F254-40F1-8AB5-EE3E7B9B6872}"/>
          </ac:spMkLst>
        </pc:spChg>
        <pc:spChg chg="add del">
          <ac:chgData name="Ožbot, Miha" userId="5fdfeab2-e3ac-40dc-9f9d-ac602c9b72a8" providerId="ADAL" clId="{B69DA118-5076-4EF4-B604-E3375EDC9439}" dt="2022-04-12T15:36:04.493" v="1004" actId="26606"/>
          <ac:spMkLst>
            <pc:docMk/>
            <pc:sldMk cId="4184736895" sldId="271"/>
            <ac:spMk id="85" creationId="{7D89E3CB-00ED-4691-9F0F-F23EA3564705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7" creationId="{1BB867FF-FC45-48F7-8104-F89BE54909F1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8" creationId="{8BB56887-D0D5-4F0C-9E19-7247EB83C8B7}"/>
          </ac:spMkLst>
        </pc:spChg>
        <pc:spChg chg="add del">
          <ac:chgData name="Ožbot, Miha" userId="5fdfeab2-e3ac-40dc-9f9d-ac602c9b72a8" providerId="ADAL" clId="{B69DA118-5076-4EF4-B604-E3375EDC9439}" dt="2022-04-12T15:36:05.533" v="1006" actId="26606"/>
          <ac:spMkLst>
            <pc:docMk/>
            <pc:sldMk cId="4184736895" sldId="271"/>
            <ac:spMk id="89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6:07.023" v="1008" actId="26606"/>
          <ac:spMkLst>
            <pc:docMk/>
            <pc:sldMk cId="4184736895" sldId="271"/>
            <ac:spMk id="9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6:07.023" v="1008" actId="26606"/>
          <ac:spMkLst>
            <pc:docMk/>
            <pc:sldMk cId="4184736895" sldId="271"/>
            <ac:spMk id="9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4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5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6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7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8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99" creationId="{38FAA1A1-D861-433F-88FA-1E9D6FD31D11}"/>
          </ac:spMkLst>
        </pc:spChg>
        <pc:spChg chg="add del">
          <ac:chgData name="Ožbot, Miha" userId="5fdfeab2-e3ac-40dc-9f9d-ac602c9b72a8" providerId="ADAL" clId="{B69DA118-5076-4EF4-B604-E3375EDC9439}" dt="2022-04-12T15:36:08.134" v="1010" actId="26606"/>
          <ac:spMkLst>
            <pc:docMk/>
            <pc:sldMk cId="4184736895" sldId="271"/>
            <ac:spMk id="100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2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3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6:09.127" v="1012" actId="26606"/>
          <ac:spMkLst>
            <pc:docMk/>
            <pc:sldMk cId="4184736895" sldId="271"/>
            <ac:spMk id="104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6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7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6:11.862" v="1014" actId="26606"/>
          <ac:spMkLst>
            <pc:docMk/>
            <pc:sldMk cId="4184736895" sldId="271"/>
            <ac:spMk id="108" creationId="{142DCE2C-2863-46FA-9BE7-24365A24D9BA}"/>
          </ac:spMkLst>
        </pc:spChg>
        <pc:spChg chg="ad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110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5:36:11.872" v="1015" actId="26606"/>
          <ac:spMkLst>
            <pc:docMk/>
            <pc:sldMk cId="4184736895" sldId="271"/>
            <ac:spMk id="111" creationId="{DB17E863-922E-4C26-BD64-E8FD41D28661}"/>
          </ac:spMkLst>
        </pc:spChg>
        <pc:grpChg chg="add del">
          <ac:chgData name="Ožbot, Miha" userId="5fdfeab2-e3ac-40dc-9f9d-ac602c9b72a8" providerId="ADAL" clId="{B69DA118-5076-4EF4-B604-E3375EDC9439}" dt="2022-04-12T15:35:57.877" v="1000" actId="26606"/>
          <ac:grpSpMkLst>
            <pc:docMk/>
            <pc:sldMk cId="4184736895" sldId="271"/>
            <ac:grpSpMk id="69" creationId="{2E751C04-BEA6-446B-A678-9C74819EBD4C}"/>
          </ac:grpSpMkLst>
        </pc:grpChg>
        <pc:grpChg chg="add del">
          <ac:chgData name="Ožbot, Miha" userId="5fdfeab2-e3ac-40dc-9f9d-ac602c9b72a8" providerId="ADAL" clId="{B69DA118-5076-4EF4-B604-E3375EDC9439}" dt="2022-04-12T15:35:57.877" v="1000" actId="26606"/>
          <ac:grpSpMkLst>
            <pc:docMk/>
            <pc:sldMk cId="4184736895" sldId="271"/>
            <ac:grpSpMk id="73" creationId="{B63ACBA3-DEFD-4C6D-BBA0-64468FA99C2D}"/>
          </ac:grpSpMkLst>
        </pc:grpChg>
        <pc:grpChg chg="add del">
          <ac:chgData name="Ožbot, Miha" userId="5fdfeab2-e3ac-40dc-9f9d-ac602c9b72a8" providerId="ADAL" clId="{B69DA118-5076-4EF4-B604-E3375EDC9439}" dt="2022-04-12T15:36:03.637" v="1002" actId="26606"/>
          <ac:grpSpMkLst>
            <pc:docMk/>
            <pc:sldMk cId="4184736895" sldId="271"/>
            <ac:grpSpMk id="79" creationId="{AA1375E3-3E53-4D75-BAB7-E5929BFCB25F}"/>
          </ac:grpSpMkLst>
        </pc:grpChg>
        <pc:picChg chg="add mod ord">
          <ac:chgData name="Ožbot, Miha" userId="5fdfeab2-e3ac-40dc-9f9d-ac602c9b72a8" providerId="ADAL" clId="{B69DA118-5076-4EF4-B604-E3375EDC9439}" dt="2022-04-12T15:39:22.686" v="1067" actId="1076"/>
          <ac:picMkLst>
            <pc:docMk/>
            <pc:sldMk cId="4184736895" sldId="271"/>
            <ac:picMk id="5" creationId="{FD157AA9-FEBF-4B62-A48E-F757866162F8}"/>
          </ac:picMkLst>
        </pc:picChg>
        <pc:picChg chg="ord">
          <ac:chgData name="Ožbot, Miha" userId="5fdfeab2-e3ac-40dc-9f9d-ac602c9b72a8" providerId="ADAL" clId="{B69DA118-5076-4EF4-B604-E3375EDC9439}" dt="2022-04-12T15:30:54.045" v="743" actId="26606"/>
          <ac:picMkLst>
            <pc:docMk/>
            <pc:sldMk cId="4184736895" sldId="271"/>
            <ac:picMk id="14" creationId="{3758C98A-4AE5-4C63-A403-C11C9C8A56CB}"/>
          </ac:picMkLst>
        </pc:picChg>
      </pc:sldChg>
      <pc:sldChg chg="addSp delSp modSp mod setBg addCm">
        <pc:chgData name="Ožbot, Miha" userId="5fdfeab2-e3ac-40dc-9f9d-ac602c9b72a8" providerId="ADAL" clId="{B69DA118-5076-4EF4-B604-E3375EDC9439}" dt="2022-04-12T17:30:50.142" v="2008" actId="26606"/>
        <pc:sldMkLst>
          <pc:docMk/>
          <pc:sldMk cId="4208559629" sldId="272"/>
        </pc:sldMkLst>
        <pc:spChg chg="mo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2" creationId="{765925DB-5F5D-4769-B365-53CAD80D0FDB}"/>
          </ac:spMkLst>
        </pc:spChg>
        <pc:spChg chg="mod or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3" creationId="{1531599C-9051-4E2D-A5D8-F217221C0753}"/>
          </ac:spMkLst>
        </pc:spChg>
        <pc:spChg chg="ad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16" creationId="{53B475F8-50AE-46A0-9943-B2B63183D50C}"/>
          </ac:spMkLst>
        </pc:spChg>
        <pc:spChg chg="add">
          <ac:chgData name="Ožbot, Miha" userId="5fdfeab2-e3ac-40dc-9f9d-ac602c9b72a8" providerId="ADAL" clId="{B69DA118-5076-4EF4-B604-E3375EDC9439}" dt="2022-04-12T17:30:50.142" v="2008" actId="26606"/>
          <ac:spMkLst>
            <pc:docMk/>
            <pc:sldMk cId="4208559629" sldId="272"/>
            <ac:spMk id="18" creationId="{75F6FDB4-2351-48C2-A863-2364A02343C0}"/>
          </ac:spMkLst>
        </pc:spChg>
        <pc:graphicFrameChg chg="add del mod">
          <ac:chgData name="Ožbot, Miha" userId="5fdfeab2-e3ac-40dc-9f9d-ac602c9b72a8" providerId="ADAL" clId="{B69DA118-5076-4EF4-B604-E3375EDC9439}" dt="2022-04-12T15:06:24.886" v="618" actId="21"/>
          <ac:graphicFrameMkLst>
            <pc:docMk/>
            <pc:sldMk cId="4208559629" sldId="272"/>
            <ac:graphicFrameMk id="5" creationId="{1A4AB52F-CD84-45B1-8C59-720230FF2475}"/>
          </ac:graphicFrameMkLst>
        </pc:graphicFrameChg>
        <pc:picChg chg="or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6" creationId="{3DED62EC-E77A-468D-B37A-2F368BA5C786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7" creationId="{B716A637-5B18-4C90-97D1-63B8180BAB81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9" creationId="{57EAB7B9-C178-4EC6-9A26-2FCA9232B392}"/>
          </ac:picMkLst>
        </pc:picChg>
        <pc:picChg chg="add mod">
          <ac:chgData name="Ožbot, Miha" userId="5fdfeab2-e3ac-40dc-9f9d-ac602c9b72a8" providerId="ADAL" clId="{B69DA118-5076-4EF4-B604-E3375EDC9439}" dt="2022-04-12T17:30:50.142" v="2008" actId="26606"/>
          <ac:picMkLst>
            <pc:docMk/>
            <pc:sldMk cId="4208559629" sldId="272"/>
            <ac:picMk id="11" creationId="{908DF426-1E34-4908-A0BC-B039426CE6CD}"/>
          </ac:picMkLst>
        </pc:picChg>
      </pc:sldChg>
      <pc:sldChg chg="addSp modSp mod addCm">
        <pc:chgData name="Ožbot, Miha" userId="5fdfeab2-e3ac-40dc-9f9d-ac602c9b72a8" providerId="ADAL" clId="{B69DA118-5076-4EF4-B604-E3375EDC9439}" dt="2022-04-12T16:22:51.922" v="1816" actId="1076"/>
        <pc:sldMkLst>
          <pc:docMk/>
          <pc:sldMk cId="3240517478" sldId="273"/>
        </pc:sldMkLst>
        <pc:spChg chg="mod">
          <ac:chgData name="Ožbot, Miha" userId="5fdfeab2-e3ac-40dc-9f9d-ac602c9b72a8" providerId="ADAL" clId="{B69DA118-5076-4EF4-B604-E3375EDC9439}" dt="2022-04-12T16:21:19.036" v="1809" actId="20577"/>
          <ac:spMkLst>
            <pc:docMk/>
            <pc:sldMk cId="3240517478" sldId="273"/>
            <ac:spMk id="3" creationId="{0C8395A6-C043-47BC-A1BA-EF142E98D3BB}"/>
          </ac:spMkLst>
        </pc:spChg>
        <pc:picChg chg="mod">
          <ac:chgData name="Ožbot, Miha" userId="5fdfeab2-e3ac-40dc-9f9d-ac602c9b72a8" providerId="ADAL" clId="{B69DA118-5076-4EF4-B604-E3375EDC9439}" dt="2022-04-12T16:22:44.819" v="1812" actId="1076"/>
          <ac:picMkLst>
            <pc:docMk/>
            <pc:sldMk cId="3240517478" sldId="273"/>
            <ac:picMk id="4" creationId="{3F3AFED0-7D85-4DB1-B837-435F27380387}"/>
          </ac:picMkLst>
        </pc:picChg>
        <pc:picChg chg="mod">
          <ac:chgData name="Ožbot, Miha" userId="5fdfeab2-e3ac-40dc-9f9d-ac602c9b72a8" providerId="ADAL" clId="{B69DA118-5076-4EF4-B604-E3375EDC9439}" dt="2022-04-12T14:57:08.929" v="435" actId="1076"/>
          <ac:picMkLst>
            <pc:docMk/>
            <pc:sldMk cId="3240517478" sldId="273"/>
            <ac:picMk id="5" creationId="{1D4D3090-ED42-4EC5-AC6F-CCF606B54EEB}"/>
          </ac:picMkLst>
        </pc:picChg>
        <pc:picChg chg="mod">
          <ac:chgData name="Ožbot, Miha" userId="5fdfeab2-e3ac-40dc-9f9d-ac602c9b72a8" providerId="ADAL" clId="{B69DA118-5076-4EF4-B604-E3375EDC9439}" dt="2022-04-12T14:57:06.441" v="434" actId="1076"/>
          <ac:picMkLst>
            <pc:docMk/>
            <pc:sldMk cId="3240517478" sldId="273"/>
            <ac:picMk id="6" creationId="{4F997FC4-9C57-4852-A953-44E701F3313F}"/>
          </ac:picMkLst>
        </pc:picChg>
        <pc:picChg chg="add mod ord">
          <ac:chgData name="Ožbot, Miha" userId="5fdfeab2-e3ac-40dc-9f9d-ac602c9b72a8" providerId="ADAL" clId="{B69DA118-5076-4EF4-B604-E3375EDC9439}" dt="2022-04-12T16:22:51.922" v="1816" actId="1076"/>
          <ac:picMkLst>
            <pc:docMk/>
            <pc:sldMk cId="3240517478" sldId="273"/>
            <ac:picMk id="8" creationId="{F057BFDF-3E42-4BB8-8623-4B77CC94745D}"/>
          </ac:picMkLst>
        </pc:picChg>
        <pc:picChg chg="add mod">
          <ac:chgData name="Ožbot, Miha" userId="5fdfeab2-e3ac-40dc-9f9d-ac602c9b72a8" providerId="ADAL" clId="{B69DA118-5076-4EF4-B604-E3375EDC9439}" dt="2022-04-12T16:21:21.427" v="1810" actId="571"/>
          <ac:picMkLst>
            <pc:docMk/>
            <pc:sldMk cId="3240517478" sldId="273"/>
            <ac:picMk id="9" creationId="{B66760BB-7A19-4077-996F-4C4F177D106F}"/>
          </ac:picMkLst>
        </pc:picChg>
        <pc:picChg chg="add mod">
          <ac:chgData name="Ožbot, Miha" userId="5fdfeab2-e3ac-40dc-9f9d-ac602c9b72a8" providerId="ADAL" clId="{B69DA118-5076-4EF4-B604-E3375EDC9439}" dt="2022-04-12T16:21:21.427" v="1810" actId="571"/>
          <ac:picMkLst>
            <pc:docMk/>
            <pc:sldMk cId="3240517478" sldId="273"/>
            <ac:picMk id="10" creationId="{BF923FA1-C63D-4DCE-AC80-BFEF56607D14}"/>
          </ac:picMkLst>
        </pc:picChg>
        <pc:picChg chg="add mod">
          <ac:chgData name="Ožbot, Miha" userId="5fdfeab2-e3ac-40dc-9f9d-ac602c9b72a8" providerId="ADAL" clId="{B69DA118-5076-4EF4-B604-E3375EDC9439}" dt="2022-04-12T16:22:48.978" v="1815" actId="1076"/>
          <ac:picMkLst>
            <pc:docMk/>
            <pc:sldMk cId="3240517478" sldId="273"/>
            <ac:picMk id="12" creationId="{343D4B0F-C721-4B90-90A4-B4AE13244FC7}"/>
          </ac:picMkLst>
        </pc:picChg>
      </pc:sldChg>
      <pc:sldChg chg="addSp modSp mod setBg">
        <pc:chgData name="Ožbot, Miha" userId="5fdfeab2-e3ac-40dc-9f9d-ac602c9b72a8" providerId="ADAL" clId="{B69DA118-5076-4EF4-B604-E3375EDC9439}" dt="2022-04-12T17:31:38.349" v="2010" actId="26606"/>
        <pc:sldMkLst>
          <pc:docMk/>
          <pc:sldMk cId="888014937" sldId="274"/>
        </pc:sldMkLst>
        <pc:spChg chg="mo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3" creationId="{FDC65FC8-07E2-4ADE-BD82-136E54F8BF01}"/>
          </ac:spMkLst>
        </pc:spChg>
        <pc:spChg chg="ad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10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31:38.349" v="2010" actId="26606"/>
          <ac:spMkLst>
            <pc:docMk/>
            <pc:sldMk cId="888014937" sldId="274"/>
            <ac:spMk id="12" creationId="{DB17E863-922E-4C26-BD64-E8FD41D28661}"/>
          </ac:spMkLst>
        </pc:spChg>
      </pc:sldChg>
      <pc:sldChg chg="addSp modSp mod setBg">
        <pc:chgData name="Ožbot, Miha" userId="5fdfeab2-e3ac-40dc-9f9d-ac602c9b72a8" providerId="ADAL" clId="{B69DA118-5076-4EF4-B604-E3375EDC9439}" dt="2022-04-12T17:42:07.966" v="2350" actId="26606"/>
        <pc:sldMkLst>
          <pc:docMk/>
          <pc:sldMk cId="605482339" sldId="275"/>
        </pc:sldMkLst>
        <pc:spChg chg="mo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3" creationId="{2EBF0C0C-9362-444A-A2F4-408EE67818B7}"/>
          </ac:spMkLst>
        </pc:spChg>
        <pc:spChg chg="ad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9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42:07.966" v="2350" actId="26606"/>
          <ac:spMkLst>
            <pc:docMk/>
            <pc:sldMk cId="605482339" sldId="275"/>
            <ac:spMk id="11" creationId="{DB17E863-922E-4C26-BD64-E8FD41D28661}"/>
          </ac:spMkLst>
        </pc:spChg>
      </pc:sldChg>
      <pc:sldChg chg="addSp delSp modSp mod setBg">
        <pc:chgData name="Ožbot, Miha" userId="5fdfeab2-e3ac-40dc-9f9d-ac602c9b72a8" providerId="ADAL" clId="{B69DA118-5076-4EF4-B604-E3375EDC9439}" dt="2022-04-12T17:30:33.432" v="2007" actId="26606"/>
        <pc:sldMkLst>
          <pc:docMk/>
          <pc:sldMk cId="1974032223" sldId="276"/>
        </pc:sldMkLst>
        <pc:spChg chg="mo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2" creationId="{DDEFDC10-7C15-4C14-A50B-D3AC13E6CE14}"/>
          </ac:spMkLst>
        </pc:spChg>
        <pc:spChg chg="mo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3" creationId="{03DBCEB0-1B80-4DF7-B8D5-E463545749EC}"/>
          </ac:spMkLst>
        </pc:spChg>
        <pc:spChg chg="add del">
          <ac:chgData name="Ožbot, Miha" userId="5fdfeab2-e3ac-40dc-9f9d-ac602c9b72a8" providerId="ADAL" clId="{B69DA118-5076-4EF4-B604-E3375EDC9439}" dt="2022-04-12T17:30:33.427" v="2006" actId="26606"/>
          <ac:spMkLst>
            <pc:docMk/>
            <pc:sldMk cId="1974032223" sldId="276"/>
            <ac:spMk id="13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7:30:33.427" v="2006" actId="26606"/>
          <ac:spMkLst>
            <pc:docMk/>
            <pc:sldMk cId="1974032223" sldId="276"/>
            <ac:spMk id="15" creationId="{5D6C15A0-C087-4593-8414-2B4EC1CDC3DE}"/>
          </ac:spMkLst>
        </pc:spChg>
        <pc:spChg chg="ad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17" creationId="{100EDD19-6802-4EC3-95CE-CFFAB042CFD6}"/>
          </ac:spMkLst>
        </pc:spChg>
        <pc:spChg chg="add">
          <ac:chgData name="Ožbot, Miha" userId="5fdfeab2-e3ac-40dc-9f9d-ac602c9b72a8" providerId="ADAL" clId="{B69DA118-5076-4EF4-B604-E3375EDC9439}" dt="2022-04-12T17:30:33.432" v="2007" actId="26606"/>
          <ac:spMkLst>
            <pc:docMk/>
            <pc:sldMk cId="1974032223" sldId="276"/>
            <ac:spMk id="18" creationId="{DB17E863-922E-4C26-BD64-E8FD41D28661}"/>
          </ac:spMkLst>
        </pc:spChg>
      </pc:sldChg>
      <pc:sldChg chg="addSp delSp modSp mod addCm">
        <pc:chgData name="Ožbot, Miha" userId="5fdfeab2-e3ac-40dc-9f9d-ac602c9b72a8" providerId="ADAL" clId="{B69DA118-5076-4EF4-B604-E3375EDC9439}" dt="2022-04-12T16:33:34.746" v="1845"/>
        <pc:sldMkLst>
          <pc:docMk/>
          <pc:sldMk cId="1777168465" sldId="277"/>
        </pc:sldMkLst>
        <pc:spChg chg="mod">
          <ac:chgData name="Ožbot, Miha" userId="5fdfeab2-e3ac-40dc-9f9d-ac602c9b72a8" providerId="ADAL" clId="{B69DA118-5076-4EF4-B604-E3375EDC9439}" dt="2022-04-12T16:26:21.003" v="1840" actId="20577"/>
          <ac:spMkLst>
            <pc:docMk/>
            <pc:sldMk cId="1777168465" sldId="277"/>
            <ac:spMk id="3" creationId="{354E9BDB-FFAF-4691-A07B-B175C22DE297}"/>
          </ac:spMkLst>
        </pc:spChg>
        <pc:picChg chg="add mod">
          <ac:chgData name="Ožbot, Miha" userId="5fdfeab2-e3ac-40dc-9f9d-ac602c9b72a8" providerId="ADAL" clId="{B69DA118-5076-4EF4-B604-E3375EDC9439}" dt="2022-04-12T16:24:22.283" v="1829" actId="1076"/>
          <ac:picMkLst>
            <pc:docMk/>
            <pc:sldMk cId="1777168465" sldId="277"/>
            <ac:picMk id="5" creationId="{9285C982-D10D-4F3A-8964-EB41CAA88E0D}"/>
          </ac:picMkLst>
        </pc:picChg>
        <pc:picChg chg="mod">
          <ac:chgData name="Ožbot, Miha" userId="5fdfeab2-e3ac-40dc-9f9d-ac602c9b72a8" providerId="ADAL" clId="{B69DA118-5076-4EF4-B604-E3375EDC9439}" dt="2022-04-12T16:24:18.226" v="1825" actId="1076"/>
          <ac:picMkLst>
            <pc:docMk/>
            <pc:sldMk cId="1777168465" sldId="277"/>
            <ac:picMk id="8" creationId="{A291E1AF-4115-4282-B2FE-8F606C019ADE}"/>
          </ac:picMkLst>
        </pc:picChg>
        <pc:picChg chg="mod">
          <ac:chgData name="Ožbot, Miha" userId="5fdfeab2-e3ac-40dc-9f9d-ac602c9b72a8" providerId="ADAL" clId="{B69DA118-5076-4EF4-B604-E3375EDC9439}" dt="2022-04-12T16:24:19.035" v="1826" actId="1076"/>
          <ac:picMkLst>
            <pc:docMk/>
            <pc:sldMk cId="1777168465" sldId="277"/>
            <ac:picMk id="9" creationId="{08397847-3EC8-41A8-845B-2FBD81FACC24}"/>
          </ac:picMkLst>
        </pc:picChg>
        <pc:picChg chg="mod">
          <ac:chgData name="Ožbot, Miha" userId="5fdfeab2-e3ac-40dc-9f9d-ac602c9b72a8" providerId="ADAL" clId="{B69DA118-5076-4EF4-B604-E3375EDC9439}" dt="2022-04-12T16:24:20.643" v="1827" actId="1076"/>
          <ac:picMkLst>
            <pc:docMk/>
            <pc:sldMk cId="1777168465" sldId="277"/>
            <ac:picMk id="11" creationId="{034D35BE-C44A-447B-BBD7-5C6D40613EAE}"/>
          </ac:picMkLst>
        </pc:picChg>
        <pc:picChg chg="add mod">
          <ac:chgData name="Ožbot, Miha" userId="5fdfeab2-e3ac-40dc-9f9d-ac602c9b72a8" providerId="ADAL" clId="{B69DA118-5076-4EF4-B604-E3375EDC9439}" dt="2022-04-12T16:26:11.738" v="1837" actId="1076"/>
          <ac:picMkLst>
            <pc:docMk/>
            <pc:sldMk cId="1777168465" sldId="277"/>
            <ac:picMk id="15" creationId="{A72A30FA-8B45-42DA-8F3F-0D95941C3C0D}"/>
          </ac:picMkLst>
        </pc:picChg>
        <pc:picChg chg="del">
          <ac:chgData name="Ožbot, Miha" userId="5fdfeab2-e3ac-40dc-9f9d-ac602c9b72a8" providerId="ADAL" clId="{B69DA118-5076-4EF4-B604-E3375EDC9439}" dt="2022-04-12T16:26:06.475" v="1833" actId="478"/>
          <ac:picMkLst>
            <pc:docMk/>
            <pc:sldMk cId="1777168465" sldId="277"/>
            <ac:picMk id="18" creationId="{9DFB01B6-DD71-4F77-AD95-DD3784B05FF2}"/>
          </ac:picMkLst>
        </pc:picChg>
      </pc:sldChg>
      <pc:sldChg chg="addSp modSp mod addCm">
        <pc:chgData name="Ožbot, Miha" userId="5fdfeab2-e3ac-40dc-9f9d-ac602c9b72a8" providerId="ADAL" clId="{B69DA118-5076-4EF4-B604-E3375EDC9439}" dt="2022-04-12T17:47:15.682" v="2361"/>
        <pc:sldMkLst>
          <pc:docMk/>
          <pc:sldMk cId="2849575153" sldId="279"/>
        </pc:sldMkLst>
        <pc:spChg chg="mod">
          <ac:chgData name="Ožbot, Miha" userId="5fdfeab2-e3ac-40dc-9f9d-ac602c9b72a8" providerId="ADAL" clId="{B69DA118-5076-4EF4-B604-E3375EDC9439}" dt="2022-04-12T17:46:51.286" v="2352" actId="1076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B69DA118-5076-4EF4-B604-E3375EDC9439}" dt="2022-04-12T17:46:56.902" v="2355" actId="1076"/>
          <ac:spMkLst>
            <pc:docMk/>
            <pc:sldMk cId="2849575153" sldId="279"/>
            <ac:spMk id="3" creationId="{9B7BDED3-60BE-4F4C-8872-B171FE820D8D}"/>
          </ac:spMkLst>
        </pc:sp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4" creationId="{05AE727E-5F2F-448B-B67B-8E426C9AD95E}"/>
          </ac:picMkLst>
        </pc:pic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5" creationId="{4C194844-4B49-488E-95FC-55F500B7250E}"/>
          </ac:picMkLst>
        </pc:picChg>
        <pc:picChg chg="mod">
          <ac:chgData name="Ožbot, Miha" userId="5fdfeab2-e3ac-40dc-9f9d-ac602c9b72a8" providerId="ADAL" clId="{B69DA118-5076-4EF4-B604-E3375EDC9439}" dt="2022-04-12T17:46:54.645" v="2353" actId="1076"/>
          <ac:picMkLst>
            <pc:docMk/>
            <pc:sldMk cId="2849575153" sldId="279"/>
            <ac:picMk id="6" creationId="{D299FABD-8B15-4E2C-B0B2-06D58E33344B}"/>
          </ac:picMkLst>
        </pc:picChg>
        <pc:picChg chg="mod">
          <ac:chgData name="Ožbot, Miha" userId="5fdfeab2-e3ac-40dc-9f9d-ac602c9b72a8" providerId="ADAL" clId="{B69DA118-5076-4EF4-B604-E3375EDC9439}" dt="2022-04-12T17:46:59.436" v="2356" actId="1076"/>
          <ac:picMkLst>
            <pc:docMk/>
            <pc:sldMk cId="2849575153" sldId="279"/>
            <ac:picMk id="7" creationId="{B8D96EC5-A7EA-4DD7-9156-AA907DF54DEE}"/>
          </ac:picMkLst>
        </pc:picChg>
        <pc:picChg chg="add mod">
          <ac:chgData name="Ožbot, Miha" userId="5fdfeab2-e3ac-40dc-9f9d-ac602c9b72a8" providerId="ADAL" clId="{B69DA118-5076-4EF4-B604-E3375EDC9439}" dt="2022-04-12T15:51:53.733" v="1311" actId="1076"/>
          <ac:picMkLst>
            <pc:docMk/>
            <pc:sldMk cId="2849575153" sldId="279"/>
            <ac:picMk id="10" creationId="{78C6B1A8-541D-468B-A2E2-1A29D3A6CE43}"/>
          </ac:picMkLst>
        </pc:picChg>
        <pc:picChg chg="add mod">
          <ac:chgData name="Ožbot, Miha" userId="5fdfeab2-e3ac-40dc-9f9d-ac602c9b72a8" providerId="ADAL" clId="{B69DA118-5076-4EF4-B604-E3375EDC9439}" dt="2022-04-12T15:52:04.453" v="1313" actId="1076"/>
          <ac:picMkLst>
            <pc:docMk/>
            <pc:sldMk cId="2849575153" sldId="279"/>
            <ac:picMk id="12" creationId="{8E30AE7B-FC11-425D-8493-C870E16D44C0}"/>
          </ac:picMkLst>
        </pc:picChg>
        <pc:picChg chg="add mod">
          <ac:chgData name="Ožbot, Miha" userId="5fdfeab2-e3ac-40dc-9f9d-ac602c9b72a8" providerId="ADAL" clId="{B69DA118-5076-4EF4-B604-E3375EDC9439}" dt="2022-04-12T17:47:04.165" v="2360" actId="1076"/>
          <ac:picMkLst>
            <pc:docMk/>
            <pc:sldMk cId="2849575153" sldId="279"/>
            <ac:picMk id="14" creationId="{5CCB4BE9-CBDD-45AF-AA81-7DCEE4C1DEE0}"/>
          </ac:picMkLst>
        </pc:picChg>
      </pc:sldChg>
      <pc:sldChg chg="modSp mod">
        <pc:chgData name="Ožbot, Miha" userId="5fdfeab2-e3ac-40dc-9f9d-ac602c9b72a8" providerId="ADAL" clId="{B69DA118-5076-4EF4-B604-E3375EDC9439}" dt="2022-04-12T15:55:33.294" v="1428" actId="20577"/>
        <pc:sldMkLst>
          <pc:docMk/>
          <pc:sldMk cId="2584916931" sldId="280"/>
        </pc:sldMkLst>
        <pc:spChg chg="mod">
          <ac:chgData name="Ožbot, Miha" userId="5fdfeab2-e3ac-40dc-9f9d-ac602c9b72a8" providerId="ADAL" clId="{B69DA118-5076-4EF4-B604-E3375EDC9439}" dt="2022-04-12T15:55:33.294" v="1428" actId="20577"/>
          <ac:spMkLst>
            <pc:docMk/>
            <pc:sldMk cId="2584916931" sldId="280"/>
            <ac:spMk id="3" creationId="{12886D7A-D4E7-495E-908F-E15497B16D57}"/>
          </ac:spMkLst>
        </pc:spChg>
      </pc:sldChg>
      <pc:sldChg chg="addSp modSp mod setBg">
        <pc:chgData name="Ožbot, Miha" userId="5fdfeab2-e3ac-40dc-9f9d-ac602c9b72a8" providerId="ADAL" clId="{B69DA118-5076-4EF4-B604-E3375EDC9439}" dt="2022-04-12T16:36:36.227" v="1991" actId="113"/>
        <pc:sldMkLst>
          <pc:docMk/>
          <pc:sldMk cId="3904152926" sldId="281"/>
        </pc:sldMkLst>
        <pc:spChg chg="mod">
          <ac:chgData name="Ožbot, Miha" userId="5fdfeab2-e3ac-40dc-9f9d-ac602c9b72a8" providerId="ADAL" clId="{B69DA118-5076-4EF4-B604-E3375EDC9439}" dt="2022-04-12T16:35:20.042" v="1915" actId="20577"/>
          <ac:spMkLst>
            <pc:docMk/>
            <pc:sldMk cId="3904152926" sldId="281"/>
            <ac:spMk id="2" creationId="{EBCEABC0-1914-41D7-80CD-2099FA5A140A}"/>
          </ac:spMkLst>
        </pc:spChg>
        <pc:spChg chg="mod">
          <ac:chgData name="Ožbot, Miha" userId="5fdfeab2-e3ac-40dc-9f9d-ac602c9b72a8" providerId="ADAL" clId="{B69DA118-5076-4EF4-B604-E3375EDC9439}" dt="2022-04-12T16:36:36.227" v="1991" actId="113"/>
          <ac:spMkLst>
            <pc:docMk/>
            <pc:sldMk cId="3904152926" sldId="281"/>
            <ac:spMk id="3" creationId="{FF9CEB20-11ED-49A7-A1FC-827249F25E3F}"/>
          </ac:spMkLst>
        </pc:spChg>
        <pc:spChg chg="add">
          <ac:chgData name="Ožbot, Miha" userId="5fdfeab2-e3ac-40dc-9f9d-ac602c9b72a8" providerId="ADAL" clId="{B69DA118-5076-4EF4-B604-E3375EDC9439}" dt="2022-04-12T16:34:25.250" v="1848" actId="26606"/>
          <ac:spMkLst>
            <pc:docMk/>
            <pc:sldMk cId="3904152926" sldId="281"/>
            <ac:spMk id="15" creationId="{32AEEBC8-9D30-42EF-95F2-386C2653FBF0}"/>
          </ac:spMkLst>
        </pc:spChg>
        <pc:spChg chg="add">
          <ac:chgData name="Ožbot, Miha" userId="5fdfeab2-e3ac-40dc-9f9d-ac602c9b72a8" providerId="ADAL" clId="{B69DA118-5076-4EF4-B604-E3375EDC9439}" dt="2022-04-12T16:34:25.250" v="1848" actId="26606"/>
          <ac:spMkLst>
            <pc:docMk/>
            <pc:sldMk cId="3904152926" sldId="281"/>
            <ac:spMk id="17" creationId="{2E92FA66-67D7-4CB4-94D3-E643A9AD4757}"/>
          </ac:spMkLst>
        </pc:spChg>
        <pc:picChg chg="mod">
          <ac:chgData name="Ožbot, Miha" userId="5fdfeab2-e3ac-40dc-9f9d-ac602c9b72a8" providerId="ADAL" clId="{B69DA118-5076-4EF4-B604-E3375EDC9439}" dt="2022-04-12T16:35:10.682" v="1891" actId="1076"/>
          <ac:picMkLst>
            <pc:docMk/>
            <pc:sldMk cId="3904152926" sldId="281"/>
            <ac:picMk id="5" creationId="{85FA5BB3-5F27-498A-A5B1-638AB5C57B3F}"/>
          </ac:picMkLst>
        </pc:picChg>
      </pc:sldChg>
      <pc:sldChg chg="addSp delSp modSp mod setBg modNotesTx">
        <pc:chgData name="Ožbot, Miha" userId="5fdfeab2-e3ac-40dc-9f9d-ac602c9b72a8" providerId="ADAL" clId="{B69DA118-5076-4EF4-B604-E3375EDC9439}" dt="2022-04-12T16:05:49.703" v="1757" actId="113"/>
        <pc:sldMkLst>
          <pc:docMk/>
          <pc:sldMk cId="877783051" sldId="282"/>
        </pc:sldMkLst>
        <pc:spChg chg="mo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2" creationId="{08293A48-0358-45D5-99AB-1890A56BBB06}"/>
          </ac:spMkLst>
        </pc:spChg>
        <pc:spChg chg="mod">
          <ac:chgData name="Ožbot, Miha" userId="5fdfeab2-e3ac-40dc-9f9d-ac602c9b72a8" providerId="ADAL" clId="{B69DA118-5076-4EF4-B604-E3375EDC9439}" dt="2022-04-12T16:05:49.703" v="1757" actId="113"/>
          <ac:spMkLst>
            <pc:docMk/>
            <pc:sldMk cId="877783051" sldId="282"/>
            <ac:spMk id="3" creationId="{09770A0F-0E9E-4F08-871D-40BE89BE243D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12" creationId="{6ECA6DCB-B7E1-40A9-9524-540C6DA40B1B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16" creationId="{D2542E1A-076E-4A34-BB67-2BF961754E0C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18" creationId="{3873B707-463F-40B0-8227-E8CC6C67EB25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19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0" creationId="{C13237C8-E62C-4F0D-A318-BD6FB6C2D138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21" creationId="{395ECC94-3D5E-46A7-A7A1-DE807E1563B4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2" creationId="{19C9EAEA-39D0-4B0E-A0EB-51E7B26740B1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23" creationId="{7E549738-9961-462D-81B7-4A7A44691102}"/>
          </ac:spMkLst>
        </pc:spChg>
        <pc:spChg chg="add del">
          <ac:chgData name="Ožbot, Miha" userId="5fdfeab2-e3ac-40dc-9f9d-ac602c9b72a8" providerId="ADAL" clId="{B69DA118-5076-4EF4-B604-E3375EDC9439}" dt="2022-04-12T16:02:39.724" v="1659" actId="26606"/>
          <ac:spMkLst>
            <pc:docMk/>
            <pc:sldMk cId="877783051" sldId="282"/>
            <ac:spMk id="24" creationId="{8CB5D2D7-DF65-4E86-BFBA-FFB9B5ACEB64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26" creationId="{AAAE94E3-A7DB-4868-B1E3-E49703488BBC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0" creationId="{3873B707-463F-40B0-8227-E8CC6C67EB25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1" creationId="{C13237C8-E62C-4F0D-A318-BD6FB6C2D138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2" creationId="{19C9EAEA-39D0-4B0E-A0EB-51E7B26740B1}"/>
          </ac:spMkLst>
        </pc:spChg>
        <pc:spChg chg="add del">
          <ac:chgData name="Ožbot, Miha" userId="5fdfeab2-e3ac-40dc-9f9d-ac602c9b72a8" providerId="ADAL" clId="{B69DA118-5076-4EF4-B604-E3375EDC9439}" dt="2022-04-12T16:02:42.260" v="1661" actId="26606"/>
          <ac:spMkLst>
            <pc:docMk/>
            <pc:sldMk cId="877783051" sldId="282"/>
            <ac:spMk id="33" creationId="{8CB5D2D7-DF65-4E86-BFBA-FFB9B5ACEB64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5" creationId="{8F7AFB9A-7364-478C-B48B-8523CDD9AE8D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6" creationId="{36678033-86B6-40E6-BE90-78D8ED4E3A31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7" creationId="{75C56826-D4E5-42ED-8529-079651CB3005}"/>
          </ac:spMkLst>
        </pc:spChg>
        <pc:spChg chg="add del">
          <ac:chgData name="Ožbot, Miha" userId="5fdfeab2-e3ac-40dc-9f9d-ac602c9b72a8" providerId="ADAL" clId="{B69DA118-5076-4EF4-B604-E3375EDC9439}" dt="2022-04-12T16:02:45.075" v="1663" actId="26606"/>
          <ac:spMkLst>
            <pc:docMk/>
            <pc:sldMk cId="877783051" sldId="282"/>
            <ac:spMk id="38" creationId="{82095FCE-EF05-4443-B97A-85DEE3A5CA17}"/>
          </ac:spMkLst>
        </pc:spChg>
        <pc:spChg chg="add del">
          <ac:chgData name="Ožbot, Miha" userId="5fdfeab2-e3ac-40dc-9f9d-ac602c9b72a8" providerId="ADAL" clId="{B69DA118-5076-4EF4-B604-E3375EDC9439}" dt="2022-04-12T16:02:45.700" v="1665" actId="26606"/>
          <ac:spMkLst>
            <pc:docMk/>
            <pc:sldMk cId="877783051" sldId="282"/>
            <ac:spMk id="40" creationId="{922F19F4-FE70-43DC-856F-2CE5F521DC48}"/>
          </ac:spMkLst>
        </pc:spChg>
        <pc:spChg chg="add del">
          <ac:chgData name="Ožbot, Miha" userId="5fdfeab2-e3ac-40dc-9f9d-ac602c9b72a8" providerId="ADAL" clId="{B69DA118-5076-4EF4-B604-E3375EDC9439}" dt="2022-04-12T16:02:46.866" v="1667" actId="26606"/>
          <ac:spMkLst>
            <pc:docMk/>
            <pc:sldMk cId="877783051" sldId="282"/>
            <ac:spMk id="44" creationId="{2B566528-1B12-4246-9431-5C2D7D081168}"/>
          </ac:spMkLst>
        </pc:spChg>
        <pc:spChg chg="ad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52" creationId="{352BEC0E-22F8-46D0-9632-375DB541B06C}"/>
          </ac:spMkLst>
        </pc:spChg>
        <pc:spChg chg="add">
          <ac:chgData name="Ožbot, Miha" userId="5fdfeab2-e3ac-40dc-9f9d-ac602c9b72a8" providerId="ADAL" clId="{B69DA118-5076-4EF4-B604-E3375EDC9439}" dt="2022-04-12T16:02:46.871" v="1668" actId="26606"/>
          <ac:spMkLst>
            <pc:docMk/>
            <pc:sldMk cId="877783051" sldId="282"/>
            <ac:spMk id="53" creationId="{3FCFB1DE-0B7E-48CC-BA90-B2AB0889F9D6}"/>
          </ac:spMkLst>
        </pc:spChg>
        <pc:grpChg chg="add del">
          <ac:chgData name="Ožbot, Miha" userId="5fdfeab2-e3ac-40dc-9f9d-ac602c9b72a8" providerId="ADAL" clId="{B69DA118-5076-4EF4-B604-E3375EDC9439}" dt="2022-04-12T16:02:39.724" v="1659" actId="26606"/>
          <ac:grpSpMkLst>
            <pc:docMk/>
            <pc:sldMk cId="877783051" sldId="282"/>
            <ac:grpSpMk id="14" creationId="{1DE889C7-FAD6-4397-98E2-05D503484459}"/>
          </ac:grpSpMkLst>
        </pc:grpChg>
        <pc:grpChg chg="add del">
          <ac:chgData name="Ožbot, Miha" userId="5fdfeab2-e3ac-40dc-9f9d-ac602c9b72a8" providerId="ADAL" clId="{B69DA118-5076-4EF4-B604-E3375EDC9439}" dt="2022-04-12T16:02:42.260" v="1661" actId="26606"/>
          <ac:grpSpMkLst>
            <pc:docMk/>
            <pc:sldMk cId="877783051" sldId="282"/>
            <ac:grpSpMk id="27" creationId="{1DE889C7-FAD6-4397-98E2-05D503484459}"/>
          </ac:grpSpMkLst>
        </pc:grpChg>
        <pc:grpChg chg="add del">
          <ac:chgData name="Ožbot, Miha" userId="5fdfeab2-e3ac-40dc-9f9d-ac602c9b72a8" providerId="ADAL" clId="{B69DA118-5076-4EF4-B604-E3375EDC9439}" dt="2022-04-12T16:02:45.700" v="1665" actId="26606"/>
          <ac:grpSpMkLst>
            <pc:docMk/>
            <pc:sldMk cId="877783051" sldId="282"/>
            <ac:grpSpMk id="41" creationId="{AE1C45F0-260A-458C-96ED-C1F6D2151219}"/>
          </ac:grpSpMkLst>
        </pc:grpChg>
        <pc:grpChg chg="add del">
          <ac:chgData name="Ožbot, Miha" userId="5fdfeab2-e3ac-40dc-9f9d-ac602c9b72a8" providerId="ADAL" clId="{B69DA118-5076-4EF4-B604-E3375EDC9439}" dt="2022-04-12T16:02:46.866" v="1667" actId="26606"/>
          <ac:grpSpMkLst>
            <pc:docMk/>
            <pc:sldMk cId="877783051" sldId="282"/>
            <ac:grpSpMk id="45" creationId="{5995D10D-E9C9-47DB-AE7E-801FEF38F5C9}"/>
          </ac:grpSpMkLst>
        </pc:grpChg>
        <pc:grpChg chg="add del">
          <ac:chgData name="Ožbot, Miha" userId="5fdfeab2-e3ac-40dc-9f9d-ac602c9b72a8" providerId="ADAL" clId="{B69DA118-5076-4EF4-B604-E3375EDC9439}" dt="2022-04-12T16:02:46.866" v="1667" actId="26606"/>
          <ac:grpSpMkLst>
            <pc:docMk/>
            <pc:sldMk cId="877783051" sldId="282"/>
            <ac:grpSpMk id="48" creationId="{828A5161-06F1-46CF-8AD7-844680A59E13}"/>
          </ac:grpSpMkLst>
        </pc:grpChg>
        <pc:picChg chg="or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5" creationId="{F6BFB80F-971E-4EED-AC4F-C5779921748D}"/>
          </ac:picMkLst>
        </pc:picChg>
        <pc:picChg chg="mod or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6" creationId="{22993324-5225-4517-8700-DCDAE7E8F727}"/>
          </ac:picMkLst>
        </pc:picChg>
        <pc:picChg chg="add mod">
          <ac:chgData name="Ožbot, Miha" userId="5fdfeab2-e3ac-40dc-9f9d-ac602c9b72a8" providerId="ADAL" clId="{B69DA118-5076-4EF4-B604-E3375EDC9439}" dt="2022-04-12T16:02:46.871" v="1668" actId="26606"/>
          <ac:picMkLst>
            <pc:docMk/>
            <pc:sldMk cId="877783051" sldId="282"/>
            <ac:picMk id="7" creationId="{3AEBCE64-73E8-4850-89A4-FE6B5C372512}"/>
          </ac:picMkLst>
        </pc:picChg>
        <pc:cxnChg chg="add del">
          <ac:chgData name="Ožbot, Miha" userId="5fdfeab2-e3ac-40dc-9f9d-ac602c9b72a8" providerId="ADAL" clId="{B69DA118-5076-4EF4-B604-E3375EDC9439}" dt="2022-04-12T16:02:45.700" v="1665" actId="26606"/>
          <ac:cxnSpMkLst>
            <pc:docMk/>
            <pc:sldMk cId="877783051" sldId="282"/>
            <ac:cxnSpMk id="25" creationId="{6CF1BAF6-AD41-4082-B212-8A1F9A2E8779}"/>
          </ac:cxnSpMkLst>
        </pc:cxnChg>
      </pc:sldChg>
      <pc:sldChg chg="addSp modSp mod setBg">
        <pc:chgData name="Ožbot, Miha" userId="5fdfeab2-e3ac-40dc-9f9d-ac602c9b72a8" providerId="ADAL" clId="{B69DA118-5076-4EF4-B604-E3375EDC9439}" dt="2022-04-12T16:34:00.882" v="1847" actId="26606"/>
        <pc:sldMkLst>
          <pc:docMk/>
          <pc:sldMk cId="996068835" sldId="283"/>
        </pc:sldMkLst>
        <pc:spChg chg="mo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2" creationId="{48A86C58-8A74-461B-B93C-6CB631DC2D59}"/>
          </ac:spMkLst>
        </pc:spChg>
        <pc:spChg chg="mo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3" creationId="{937870A5-48CA-42D8-91E1-59D70059D2FD}"/>
          </ac:spMkLst>
        </pc:spChg>
        <pc:spChg chg="ad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8" creationId="{777A147A-9ED8-46B4-8660-1B3C2AA880B5}"/>
          </ac:spMkLst>
        </pc:spChg>
        <pc:spChg chg="add">
          <ac:chgData name="Ožbot, Miha" userId="5fdfeab2-e3ac-40dc-9f9d-ac602c9b72a8" providerId="ADAL" clId="{B69DA118-5076-4EF4-B604-E3375EDC9439}" dt="2022-04-12T16:34:00.882" v="1847" actId="26606"/>
          <ac:spMkLst>
            <pc:docMk/>
            <pc:sldMk cId="996068835" sldId="283"/>
            <ac:spMk id="10" creationId="{5D6C15A0-C087-4593-8414-2B4EC1CDC3DE}"/>
          </ac:spMkLst>
        </pc:spChg>
      </pc:sldChg>
      <pc:sldChg chg="addSp delSp modSp mod">
        <pc:chgData name="Ožbot, Miha" userId="5fdfeab2-e3ac-40dc-9f9d-ac602c9b72a8" providerId="ADAL" clId="{B69DA118-5076-4EF4-B604-E3375EDC9439}" dt="2022-04-12T15:05:24.198" v="615" actId="21"/>
        <pc:sldMkLst>
          <pc:docMk/>
          <pc:sldMk cId="862989043" sldId="284"/>
        </pc:sldMkLst>
        <pc:graphicFrameChg chg="add del mod">
          <ac:chgData name="Ožbot, Miha" userId="5fdfeab2-e3ac-40dc-9f9d-ac602c9b72a8" providerId="ADAL" clId="{B69DA118-5076-4EF4-B604-E3375EDC9439}" dt="2022-04-12T15:05:24.198" v="615" actId="21"/>
          <ac:graphicFrameMkLst>
            <pc:docMk/>
            <pc:sldMk cId="862989043" sldId="284"/>
            <ac:graphicFrameMk id="5" creationId="{4C1ACA49-D70E-4A5C-BB89-17B29A88B3F6}"/>
          </ac:graphicFrameMkLst>
        </pc:graphicFrameChg>
      </pc:sldChg>
      <pc:sldChg chg="addSp delSp modSp new mod setBg setClrOvrMap">
        <pc:chgData name="Ožbot, Miha" userId="5fdfeab2-e3ac-40dc-9f9d-ac602c9b72a8" providerId="ADAL" clId="{B69DA118-5076-4EF4-B604-E3375EDC9439}" dt="2022-04-12T15:38:01.717" v="1058" actId="26606"/>
        <pc:sldMkLst>
          <pc:docMk/>
          <pc:sldMk cId="1239167803" sldId="285"/>
        </pc:sldMkLst>
        <pc:spChg chg="mo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2" creationId="{8028B34C-71DF-4C39-AB40-22F05570FEFC}"/>
          </ac:spMkLst>
        </pc:spChg>
        <pc:spChg chg="add del mod">
          <ac:chgData name="Ožbot, Miha" userId="5fdfeab2-e3ac-40dc-9f9d-ac602c9b72a8" providerId="ADAL" clId="{B69DA118-5076-4EF4-B604-E3375EDC9439}" dt="2022-04-12T15:33:13.941" v="905" actId="26606"/>
          <ac:spMkLst>
            <pc:docMk/>
            <pc:sldMk cId="1239167803" sldId="285"/>
            <ac:spMk id="3" creationId="{B8D13A2C-0815-46E8-A56B-7231923908FB}"/>
          </ac:spMkLst>
        </pc:spChg>
        <pc:spChg chg="add del mod">
          <ac:chgData name="Ožbot, Miha" userId="5fdfeab2-e3ac-40dc-9f9d-ac602c9b72a8" providerId="ADAL" clId="{B69DA118-5076-4EF4-B604-E3375EDC9439}" dt="2022-04-12T14:51:58.852" v="302"/>
          <ac:spMkLst>
            <pc:docMk/>
            <pc:sldMk cId="1239167803" sldId="285"/>
            <ac:spMk id="5" creationId="{402A41AE-B35C-43E7-B64E-C9ACC36EBE6B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8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9" creationId="{46D6306C-ED4F-4AAE-B4A5-EEA6AFAD726E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0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1" creationId="{0EC5361D-F897-4856-B945-0455A365EB24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2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3" creationId="{4508C0C5-2268-42B5-B3C8-4D0899E05F8C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4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5" creationId="{141ACBDB-38F8-4B34-8183-BD95B4E55A62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6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7" creationId="{DE00DB52-3455-4E2F-867B-A6D0516E175B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18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19" creationId="{9E914C83-E0D8-4953-92D5-169D28CB43AE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20" creationId="{8D71EDA1-87BF-4D5D-AB79-F346FD19278A}"/>
          </ac:spMkLst>
        </pc:spChg>
        <pc:spChg chg="add del">
          <ac:chgData name="Ožbot, Miha" userId="5fdfeab2-e3ac-40dc-9f9d-ac602c9b72a8" providerId="ADAL" clId="{B69DA118-5076-4EF4-B604-E3375EDC9439}" dt="2022-04-12T15:32:57.892" v="884" actId="26606"/>
          <ac:spMkLst>
            <pc:docMk/>
            <pc:sldMk cId="1239167803" sldId="285"/>
            <ac:spMk id="21" creationId="{3512E083-F550-46AF-8490-767ECFD00CB7}"/>
          </ac:spMkLst>
        </pc:spChg>
        <pc:spChg chg="add del">
          <ac:chgData name="Ožbot, Miha" userId="5fdfeab2-e3ac-40dc-9f9d-ac602c9b72a8" providerId="ADAL" clId="{B69DA118-5076-4EF4-B604-E3375EDC9439}" dt="2022-04-12T15:33:00.099" v="886" actId="26606"/>
          <ac:spMkLst>
            <pc:docMk/>
            <pc:sldMk cId="1239167803" sldId="285"/>
            <ac:spMk id="23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5" creationId="{907EF6B7-1338-4443-8C46-6A318D952DFD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6" creationId="{DAAE4CDD-124C-4DCF-9584-B6033B545DD5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7" creationId="{081E4A58-353D-44AE-B2FC-2A74E2E400F7}"/>
          </ac:spMkLst>
        </pc:spChg>
        <pc:spChg chg="add del">
          <ac:chgData name="Ožbot, Miha" userId="5fdfeab2-e3ac-40dc-9f9d-ac602c9b72a8" providerId="ADAL" clId="{B69DA118-5076-4EF4-B604-E3375EDC9439}" dt="2022-04-12T15:33:01.644" v="888" actId="26606"/>
          <ac:spMkLst>
            <pc:docMk/>
            <pc:sldMk cId="1239167803" sldId="285"/>
            <ac:spMk id="28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2.653" v="890" actId="26606"/>
          <ac:spMkLst>
            <pc:docMk/>
            <pc:sldMk cId="1239167803" sldId="285"/>
            <ac:spMk id="30" creationId="{9228552E-C8B1-4A80-8448-0787CE0FC704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4" creationId="{20DF329D-CBE0-415E-A38F-7D44AF613845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5" creationId="{1466BE98-0341-4CFA-8601-3E68FB730704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6" creationId="{663E89A1-984A-4500-9453-4203AD1B83BE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7" creationId="{B3FD642B-C569-4ABB-AE20-EFA6BC995903}"/>
          </ac:spMkLst>
        </pc:spChg>
        <pc:spChg chg="add del">
          <ac:chgData name="Ožbot, Miha" userId="5fdfeab2-e3ac-40dc-9f9d-ac602c9b72a8" providerId="ADAL" clId="{B69DA118-5076-4EF4-B604-E3375EDC9439}" dt="2022-04-12T15:33:03.563" v="892" actId="26606"/>
          <ac:spMkLst>
            <pc:docMk/>
            <pc:sldMk cId="1239167803" sldId="285"/>
            <ac:spMk id="38" creationId="{AA92FED3-1F18-4138-B4E4-627D78B00203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1" creationId="{C7FA33FF-088D-4F16-95A2-2C64D353DEA8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2" creationId="{A376EFB1-01CF-419F-ABF1-2AF02BBFCBD1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3" creationId="{FF9DEA15-78BD-4750-AA18-B9F28A6D5AB8}"/>
          </ac:spMkLst>
        </pc:spChg>
        <pc:spChg chg="add del">
          <ac:chgData name="Ožbot, Miha" userId="5fdfeab2-e3ac-40dc-9f9d-ac602c9b72a8" providerId="ADAL" clId="{B69DA118-5076-4EF4-B604-E3375EDC9439}" dt="2022-04-12T15:33:04.556" v="894" actId="26606"/>
          <ac:spMkLst>
            <pc:docMk/>
            <pc:sldMk cId="1239167803" sldId="285"/>
            <ac:spMk id="44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6" creationId="{1E234CF4-802C-4AA1-B540-36C3B838C462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7" creationId="{A5271697-90F1-4A23-8EF2-0179F2EAFACB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8" creationId="{D9F5512A-48E1-4C07-B75E-3CCC517B6804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49" creationId="{9D800584-727A-48CF-8223-244AD9717CAA}"/>
          </ac:spMkLst>
        </pc:spChg>
        <pc:spChg chg="add del">
          <ac:chgData name="Ožbot, Miha" userId="5fdfeab2-e3ac-40dc-9f9d-ac602c9b72a8" providerId="ADAL" clId="{B69DA118-5076-4EF4-B604-E3375EDC9439}" dt="2022-04-12T15:33:06" v="896" actId="26606"/>
          <ac:spMkLst>
            <pc:docMk/>
            <pc:sldMk cId="1239167803" sldId="285"/>
            <ac:spMk id="66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6" creationId="{09588DA8-065E-4F6F-8EFD-43104AB2E0CF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7" creationId="{C4285719-470E-454C-AF62-8323075F1F5B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8" creationId="{CD9FE4EF-C4D8-49A0-B2FF-81D8DB7D8A24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79" creationId="{4300840D-0A0B-4512-BACA-B439D5B9C57C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80" creationId="{D2B78728-A580-49A7-84F9-6EF6F583ADE0}"/>
          </ac:spMkLst>
        </pc:spChg>
        <pc:spChg chg="add del">
          <ac:chgData name="Ožbot, Miha" userId="5fdfeab2-e3ac-40dc-9f9d-ac602c9b72a8" providerId="ADAL" clId="{B69DA118-5076-4EF4-B604-E3375EDC9439}" dt="2022-04-12T15:34:06.566" v="955" actId="26606"/>
          <ac:spMkLst>
            <pc:docMk/>
            <pc:sldMk cId="1239167803" sldId="285"/>
            <ac:spMk id="81" creationId="{38FAA1A1-D861-433F-88FA-1E9D6FD31D11}"/>
          </ac:spMkLst>
        </pc:spChg>
        <pc:spChg chg="add del mod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82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87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89" creationId="{DC5FB7E8-B636-40FA-BE8D-48145C0F5C57}"/>
          </ac:spMkLst>
        </pc:spChg>
        <pc:spChg chg="add del">
          <ac:chgData name="Ožbot, Miha" userId="5fdfeab2-e3ac-40dc-9f9d-ac602c9b72a8" providerId="ADAL" clId="{B69DA118-5076-4EF4-B604-E3375EDC9439}" dt="2022-04-12T15:35:21.658" v="986" actId="26606"/>
          <ac:spMkLst>
            <pc:docMk/>
            <pc:sldMk cId="1239167803" sldId="285"/>
            <ac:spMk id="91" creationId="{142DCE2C-2863-46FA-9BE7-24365A24D9BA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96" creationId="{DAF1966E-FD40-4A4A-B61B-C4DF7FA05F06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98" creationId="{047BFA19-D45E-416B-A404-7AF2F3F27017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100" creationId="{8E0105E7-23DB-4CF2-8258-FF47C7620F6E}"/>
          </ac:spMkLst>
        </pc:spChg>
        <pc:spChg chg="add del">
          <ac:chgData name="Ožbot, Miha" userId="5fdfeab2-e3ac-40dc-9f9d-ac602c9b72a8" providerId="ADAL" clId="{B69DA118-5076-4EF4-B604-E3375EDC9439}" dt="2022-04-12T15:35:13.302" v="981" actId="26606"/>
          <ac:spMkLst>
            <pc:docMk/>
            <pc:sldMk cId="1239167803" sldId="285"/>
            <ac:spMk id="102" creationId="{074B4F7D-14B2-478B-8BF5-01E4E0C5D263}"/>
          </ac:spMkLst>
        </pc:spChg>
        <pc:spChg chg="add del">
          <ac:chgData name="Ožbot, Miha" userId="5fdfeab2-e3ac-40dc-9f9d-ac602c9b72a8" providerId="ADAL" clId="{B69DA118-5076-4EF4-B604-E3375EDC9439}" dt="2022-04-12T15:35:21.611" v="985" actId="26606"/>
          <ac:spMkLst>
            <pc:docMk/>
            <pc:sldMk cId="1239167803" sldId="285"/>
            <ac:spMk id="103" creationId="{D5B0017B-2ECA-49AF-B397-DC140825DF8D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4" creationId="{979E27D9-03C7-44E2-9FF8-15D0C8506AF7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5" creationId="{EEBF1590-3B36-48EE-A89D-3B6F3CB256AB}"/>
          </ac:spMkLst>
        </pc:spChg>
        <pc:spChg chg="add del">
          <ac:chgData name="Ožbot, Miha" userId="5fdfeab2-e3ac-40dc-9f9d-ac602c9b72a8" providerId="ADAL" clId="{B69DA118-5076-4EF4-B604-E3375EDC9439}" dt="2022-04-12T15:35:14.574" v="983" actId="26606"/>
          <ac:spMkLst>
            <pc:docMk/>
            <pc:sldMk cId="1239167803" sldId="285"/>
            <ac:spMk id="106" creationId="{AC8F6C8C-AB5A-4548-942D-E3FD40ACBC49}"/>
          </ac:spMkLst>
        </pc:spChg>
        <pc:spChg chg="ad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07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5:21.611" v="985" actId="26606"/>
          <ac:spMkLst>
            <pc:docMk/>
            <pc:sldMk cId="1239167803" sldId="285"/>
            <ac:spMk id="108" creationId="{B6CDA21F-E7AF-4C75-8395-33F58D5B0E45}"/>
          </ac:spMkLst>
        </pc:spChg>
        <pc:spChg chg="add del">
          <ac:chgData name="Ožbot, Miha" userId="5fdfeab2-e3ac-40dc-9f9d-ac602c9b72a8" providerId="ADAL" clId="{B69DA118-5076-4EF4-B604-E3375EDC9439}" dt="2022-04-12T15:37:16.880" v="1039" actId="26606"/>
          <ac:spMkLst>
            <pc:docMk/>
            <pc:sldMk cId="1239167803" sldId="285"/>
            <ac:spMk id="113" creationId="{C9A36457-A5F4-4103-A443-02581C09185B}"/>
          </ac:spMkLst>
        </pc:spChg>
        <pc:spChg chg="add del">
          <ac:chgData name="Ožbot, Miha" userId="5fdfeab2-e3ac-40dc-9f9d-ac602c9b72a8" providerId="ADAL" clId="{B69DA118-5076-4EF4-B604-E3375EDC9439}" dt="2022-04-12T15:37:16.880" v="1039" actId="26606"/>
          <ac:spMkLst>
            <pc:docMk/>
            <pc:sldMk cId="1239167803" sldId="285"/>
            <ac:spMk id="114" creationId="{AA5CF486-D9E5-4A66-898A-F3D62B81B15E}"/>
          </ac:spMkLst>
        </pc:spChg>
        <pc:spChg chg="add del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119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8.929" v="1056" actId="26606"/>
          <ac:spMkLst>
            <pc:docMk/>
            <pc:sldMk cId="1239167803" sldId="285"/>
            <ac:spMk id="121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28.585" v="1041" actId="26606"/>
          <ac:spMkLst>
            <pc:docMk/>
            <pc:sldMk cId="1239167803" sldId="285"/>
            <ac:spMk id="126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28.585" v="1041" actId="26606"/>
          <ac:spMkLst>
            <pc:docMk/>
            <pc:sldMk cId="1239167803" sldId="285"/>
            <ac:spMk id="128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7:29.333" v="1043" actId="26606"/>
          <ac:spMkLst>
            <pc:docMk/>
            <pc:sldMk cId="1239167803" sldId="285"/>
            <ac:spMk id="130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29.333" v="1043" actId="26606"/>
          <ac:spMkLst>
            <pc:docMk/>
            <pc:sldMk cId="1239167803" sldId="285"/>
            <ac:spMk id="131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32" creationId="{472E3A19-F5D5-48FC-BB9C-48C2F68F598B}"/>
          </ac:spMkLst>
        </pc:spChg>
        <pc:spChg chg="add del">
          <ac:chgData name="Ožbot, Miha" userId="5fdfeab2-e3ac-40dc-9f9d-ac602c9b72a8" providerId="ADAL" clId="{B69DA118-5076-4EF4-B604-E3375EDC9439}" dt="2022-04-12T15:37:30.805" v="1045" actId="26606"/>
          <ac:spMkLst>
            <pc:docMk/>
            <pc:sldMk cId="1239167803" sldId="285"/>
            <ac:spMk id="133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0.805" v="1045" actId="26606"/>
          <ac:spMkLst>
            <pc:docMk/>
            <pc:sldMk cId="1239167803" sldId="285"/>
            <ac:spMk id="134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36" creationId="{14E91B64-9FCC-451E-AFB4-A827D6329367}"/>
          </ac:spMkLst>
        </pc:spChg>
        <pc:spChg chg="add del">
          <ac:chgData name="Ožbot, Miha" userId="5fdfeab2-e3ac-40dc-9f9d-ac602c9b72a8" providerId="ADAL" clId="{B69DA118-5076-4EF4-B604-E3375EDC9439}" dt="2022-04-12T15:37:31.763" v="1047" actId="26606"/>
          <ac:spMkLst>
            <pc:docMk/>
            <pc:sldMk cId="1239167803" sldId="285"/>
            <ac:spMk id="137" creationId="{100EDD19-6802-4EC3-95CE-CFFAB042CFD6}"/>
          </ac:spMkLst>
        </pc:spChg>
        <pc:spChg chg="add del">
          <ac:chgData name="Ožbot, Miha" userId="5fdfeab2-e3ac-40dc-9f9d-ac602c9b72a8" providerId="ADAL" clId="{B69DA118-5076-4EF4-B604-E3375EDC9439}" dt="2022-04-12T15:37:31.763" v="1047" actId="26606"/>
          <ac:spMkLst>
            <pc:docMk/>
            <pc:sldMk cId="1239167803" sldId="285"/>
            <ac:spMk id="138" creationId="{DB17E863-922E-4C26-BD64-E8FD41D28661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1" creationId="{777A147A-9ED8-46B4-8660-1B3C2AA880B5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2" creationId="{5D6C15A0-C087-4593-8414-2B4EC1CDC3DE}"/>
          </ac:spMkLst>
        </pc:spChg>
        <pc:spChg chg="add del">
          <ac:chgData name="Ožbot, Miha" userId="5fdfeab2-e3ac-40dc-9f9d-ac602c9b72a8" providerId="ADAL" clId="{B69DA118-5076-4EF4-B604-E3375EDC9439}" dt="2022-04-12T15:37:36.220" v="1049" actId="26606"/>
          <ac:spMkLst>
            <pc:docMk/>
            <pc:sldMk cId="1239167803" sldId="285"/>
            <ac:spMk id="143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5" creationId="{827B839B-9ADE-406B-8590-F1CAEDED45A1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6" creationId="{CFE45BF0-46DB-408C-B5F7-7B11716805D4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7" creationId="{2AEBC8F2-97B1-41B4-93F1-2D289E197FBA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8" creationId="{7A62E32F-BB65-43A8-8EB5-92346890E549}"/>
          </ac:spMkLst>
        </pc:spChg>
        <pc:spChg chg="add del">
          <ac:chgData name="Ožbot, Miha" userId="5fdfeab2-e3ac-40dc-9f9d-ac602c9b72a8" providerId="ADAL" clId="{B69DA118-5076-4EF4-B604-E3375EDC9439}" dt="2022-04-12T15:37:36.747" v="1051" actId="26606"/>
          <ac:spMkLst>
            <pc:docMk/>
            <pc:sldMk cId="1239167803" sldId="285"/>
            <ac:spMk id="149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1" creationId="{7CB4857B-ED7C-444D-9F04-2F885114A1C2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2" creationId="{D18046FB-44EA-4FD8-A585-EA09A319B2D0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3" creationId="{479F5F2B-8B58-4140-AE6A-51F6C67B18D9}"/>
          </ac:spMkLst>
        </pc:spChg>
        <pc:spChg chg="add del">
          <ac:chgData name="Ožbot, Miha" userId="5fdfeab2-e3ac-40dc-9f9d-ac602c9b72a8" providerId="ADAL" clId="{B69DA118-5076-4EF4-B604-E3375EDC9439}" dt="2022-04-12T15:37:37.803" v="1053" actId="26606"/>
          <ac:spMkLst>
            <pc:docMk/>
            <pc:sldMk cId="1239167803" sldId="285"/>
            <ac:spMk id="154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6" creationId="{DEE2AD96-B495-4E06-9291-B71706F728CB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7" creationId="{53CF6D67-C5A8-4ADD-9E8E-1E38CA1D3166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8" creationId="{86909FA0-B515-4681-B7A8-FA281D133B94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59" creationId="{21C9FE86-FCC3-4A31-AA1C-C882262B7FE7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0" creationId="{7D96243B-ECED-4B71-8E06-AE9A285EAD20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1" creationId="{A09989E4-EFDC-4A90-A633-E0525FB4139E}"/>
          </ac:spMkLst>
        </pc:spChg>
        <pc:spChg chg="add del">
          <ac:chgData name="Ožbot, Miha" userId="5fdfeab2-e3ac-40dc-9f9d-ac602c9b72a8" providerId="ADAL" clId="{B69DA118-5076-4EF4-B604-E3375EDC9439}" dt="2022-04-12T15:37:38.923" v="1055" actId="26606"/>
          <ac:spMkLst>
            <pc:docMk/>
            <pc:sldMk cId="1239167803" sldId="285"/>
            <ac:spMk id="162" creationId="{B8D13A2C-0815-46E8-A56B-7231923908FB}"/>
          </ac:spMkLst>
        </pc:spChg>
        <pc:spChg chg="add del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4" creationId="{AC17DE74-01C9-4859-B65A-85CF999E8580}"/>
          </ac:spMkLst>
        </pc:spChg>
        <pc:spChg chg="add del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5" creationId="{068C0432-0E90-4CC1-8CD3-D44A90DF07EF}"/>
          </ac:spMkLst>
        </pc:spChg>
        <pc:spChg chg="add mo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6" creationId="{B8D13A2C-0815-46E8-A56B-7231923908FB}"/>
          </ac:spMkLst>
        </pc:spChg>
        <pc:spChg chg="add">
          <ac:chgData name="Ožbot, Miha" userId="5fdfeab2-e3ac-40dc-9f9d-ac602c9b72a8" providerId="ADAL" clId="{B69DA118-5076-4EF4-B604-E3375EDC9439}" dt="2022-04-12T15:38:01.717" v="1058" actId="26606"/>
          <ac:spMkLst>
            <pc:docMk/>
            <pc:sldMk cId="1239167803" sldId="285"/>
            <ac:spMk id="168" creationId="{DB17E863-922E-4C26-BD64-E8FD41D28661}"/>
          </ac:spMkLst>
        </pc:spChg>
        <pc:grpChg chg="add del">
          <ac:chgData name="Ožbot, Miha" userId="5fdfeab2-e3ac-40dc-9f9d-ac602c9b72a8" providerId="ADAL" clId="{B69DA118-5076-4EF4-B604-E3375EDC9439}" dt="2022-04-12T15:33:06" v="896" actId="26606"/>
          <ac:grpSpMkLst>
            <pc:docMk/>
            <pc:sldMk cId="1239167803" sldId="285"/>
            <ac:grpSpMk id="50" creationId="{B0CED441-B73B-4907-9AF2-614CEAC6A182}"/>
          </ac:grpSpMkLst>
        </pc:grpChg>
        <pc:grpChg chg="add del">
          <ac:chgData name="Ožbot, Miha" userId="5fdfeab2-e3ac-40dc-9f9d-ac602c9b72a8" providerId="ADAL" clId="{B69DA118-5076-4EF4-B604-E3375EDC9439}" dt="2022-04-12T15:35:21.611" v="985" actId="26606"/>
          <ac:grpSpMkLst>
            <pc:docMk/>
            <pc:sldMk cId="1239167803" sldId="285"/>
            <ac:grpSpMk id="109" creationId="{AE1C45F0-260A-458C-96ED-C1F6D2151219}"/>
          </ac:grpSpMkLst>
        </pc:grpChg>
        <pc:graphicFrameChg chg="add del">
          <ac:chgData name="Ožbot, Miha" userId="5fdfeab2-e3ac-40dc-9f9d-ac602c9b72a8" providerId="ADAL" clId="{B69DA118-5076-4EF4-B604-E3375EDC9439}" dt="2022-04-12T15:32:57.892" v="884" actId="26606"/>
          <ac:graphicFrameMkLst>
            <pc:docMk/>
            <pc:sldMk cId="1239167803" sldId="285"/>
            <ac:graphicFrameMk id="6" creationId="{45CF5E35-337C-9E51-730A-B7E0021A0B9F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2.653" v="890" actId="26606"/>
          <ac:graphicFrameMkLst>
            <pc:docMk/>
            <pc:sldMk cId="1239167803" sldId="285"/>
            <ac:graphicFrameMk id="32" creationId="{5B41570E-52BE-99F4-8AA0-966316519D48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3.563" v="892" actId="26606"/>
          <ac:graphicFrameMkLst>
            <pc:docMk/>
            <pc:sldMk cId="1239167803" sldId="285"/>
            <ac:graphicFrameMk id="39" creationId="{A6EC4469-A9AC-4F9A-0899-B910D7EC8CC6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7.495" v="898" actId="26606"/>
          <ac:graphicFrameMkLst>
            <pc:docMk/>
            <pc:sldMk cId="1239167803" sldId="285"/>
            <ac:graphicFrameMk id="68" creationId="{80181B2D-8722-172A-A658-6C88DD5ECC29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09.613" v="900" actId="26606"/>
          <ac:graphicFrameMkLst>
            <pc:docMk/>
            <pc:sldMk cId="1239167803" sldId="285"/>
            <ac:graphicFrameMk id="70" creationId="{EF5A104E-3464-426C-2B5B-25F18A8812E7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10.291" v="902" actId="26606"/>
          <ac:graphicFrameMkLst>
            <pc:docMk/>
            <pc:sldMk cId="1239167803" sldId="285"/>
            <ac:graphicFrameMk id="72" creationId="{68AF36F5-1FFA-98AA-43E6-0870478F19AA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3:13.932" v="904" actId="26606"/>
          <ac:graphicFrameMkLst>
            <pc:docMk/>
            <pc:sldMk cId="1239167803" sldId="285"/>
            <ac:graphicFrameMk id="74" creationId="{8222BD64-133D-2680-0EFF-D353E8EA845B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29.333" v="1043" actId="26606"/>
          <ac:graphicFrameMkLst>
            <pc:docMk/>
            <pc:sldMk cId="1239167803" sldId="285"/>
            <ac:graphicFrameMk id="123" creationId="{D6F497AB-F6BC-6868-A1E7-6A9AB1F8C0B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30.805" v="1045" actId="26606"/>
          <ac:graphicFrameMkLst>
            <pc:docMk/>
            <pc:sldMk cId="1239167803" sldId="285"/>
            <ac:graphicFrameMk id="135" creationId="{4335ED69-46B9-99C4-D971-AC679A84432D}"/>
          </ac:graphicFrameMkLst>
        </pc:graphicFrameChg>
        <pc:graphicFrameChg chg="add del">
          <ac:chgData name="Ožbot, Miha" userId="5fdfeab2-e3ac-40dc-9f9d-ac602c9b72a8" providerId="ADAL" clId="{B69DA118-5076-4EF4-B604-E3375EDC9439}" dt="2022-04-12T15:37:31.763" v="1047" actId="26606"/>
          <ac:graphicFrameMkLst>
            <pc:docMk/>
            <pc:sldMk cId="1239167803" sldId="285"/>
            <ac:graphicFrameMk id="139" creationId="{3F135CDC-2B55-6199-B14D-3C61A460CA93}"/>
          </ac:graphicFrameMkLst>
        </pc:graphicFrameChg>
        <pc:picChg chg="add del">
          <ac:chgData name="Ožbot, Miha" userId="5fdfeab2-e3ac-40dc-9f9d-ac602c9b72a8" providerId="ADAL" clId="{B69DA118-5076-4EF4-B604-E3375EDC9439}" dt="2022-04-12T15:33:02.653" v="890" actId="26606"/>
          <ac:picMkLst>
            <pc:docMk/>
            <pc:sldMk cId="1239167803" sldId="285"/>
            <ac:picMk id="31" creationId="{C0EA592B-8370-10F3-8D71-8B35B7F221C9}"/>
          </ac:picMkLst>
        </pc:picChg>
        <pc:cxnChg chg="add del">
          <ac:chgData name="Ožbot, Miha" userId="5fdfeab2-e3ac-40dc-9f9d-ac602c9b72a8" providerId="ADAL" clId="{B69DA118-5076-4EF4-B604-E3375EDC9439}" dt="2022-04-12T15:35:21.611" v="985" actId="26606"/>
          <ac:cxnSpMkLst>
            <pc:docMk/>
            <pc:sldMk cId="1239167803" sldId="285"/>
            <ac:cxnSpMk id="111" creationId="{6CF1BAF6-AD41-4082-B212-8A1F9A2E8779}"/>
          </ac:cxnSpMkLst>
        </pc:cxnChg>
      </pc:sldChg>
      <pc:sldChg chg="addSp delSp modSp new mod setBg addCm">
        <pc:chgData name="Ožbot, Miha" userId="5fdfeab2-e3ac-40dc-9f9d-ac602c9b72a8" providerId="ADAL" clId="{B69DA118-5076-4EF4-B604-E3375EDC9439}" dt="2022-04-12T17:30:55.919" v="2009" actId="26606"/>
        <pc:sldMkLst>
          <pc:docMk/>
          <pc:sldMk cId="3372332676" sldId="286"/>
        </pc:sldMkLst>
        <pc:spChg chg="mo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2" creationId="{9047507C-C1F5-4A31-8837-38927F9C775B}"/>
          </ac:spMkLst>
        </pc:spChg>
        <pc:spChg chg="mod or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3" creationId="{8B963D87-ED67-48B8-B813-8E848277554D}"/>
          </ac:spMkLst>
        </pc:spChg>
        <pc:spChg chg="ad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17" creationId="{5AC1364A-3E3D-4F0D-8776-78AF3A270DD6}"/>
          </ac:spMkLst>
        </pc:spChg>
        <pc:spChg chg="add">
          <ac:chgData name="Ožbot, Miha" userId="5fdfeab2-e3ac-40dc-9f9d-ac602c9b72a8" providerId="ADAL" clId="{B69DA118-5076-4EF4-B604-E3375EDC9439}" dt="2022-04-12T17:30:55.919" v="2009" actId="26606"/>
          <ac:spMkLst>
            <pc:docMk/>
            <pc:sldMk cId="3372332676" sldId="286"/>
            <ac:spMk id="19" creationId="{3FCFB1DE-0B7E-48CC-BA90-B2AB0889F9D6}"/>
          </ac:spMkLst>
        </pc:spChg>
        <pc:graphicFrameChg chg="add del mod">
          <ac:chgData name="Ožbot, Miha" userId="5fdfeab2-e3ac-40dc-9f9d-ac602c9b72a8" providerId="ADAL" clId="{B69DA118-5076-4EF4-B604-E3375EDC9439}" dt="2022-04-12T15:06:39.265" v="622" actId="478"/>
          <ac:graphicFrameMkLst>
            <pc:docMk/>
            <pc:sldMk cId="3372332676" sldId="286"/>
            <ac:graphicFrameMk id="4" creationId="{EAC01CC0-AF86-4B25-BB20-9DA915DF52CC}"/>
          </ac:graphicFrameMkLst>
        </pc:graphicFrameChg>
        <pc:graphicFrameChg chg="add del mod">
          <ac:chgData name="Ožbot, Miha" userId="5fdfeab2-e3ac-40dc-9f9d-ac602c9b72a8" providerId="ADAL" clId="{B69DA118-5076-4EF4-B604-E3375EDC9439}" dt="2022-04-12T15:07:55.168" v="626" actId="478"/>
          <ac:graphicFrameMkLst>
            <pc:docMk/>
            <pc:sldMk cId="3372332676" sldId="286"/>
            <ac:graphicFrameMk id="5" creationId="{4EB68358-9019-4CEB-99FA-5A11ACD2978F}"/>
          </ac:graphicFrameMkLst>
        </pc:graphicFrameChg>
        <pc:picChg chg="add mod ord">
          <ac:chgData name="Ožbot, Miha" userId="5fdfeab2-e3ac-40dc-9f9d-ac602c9b72a8" providerId="ADAL" clId="{B69DA118-5076-4EF4-B604-E3375EDC9439}" dt="2022-04-12T17:30:55.919" v="2009" actId="26606"/>
          <ac:picMkLst>
            <pc:docMk/>
            <pc:sldMk cId="3372332676" sldId="286"/>
            <ac:picMk id="10" creationId="{2EE79E24-625E-4E2A-8A73-BDF3D154713C}"/>
          </ac:picMkLst>
        </pc:picChg>
        <pc:picChg chg="add mod">
          <ac:chgData name="Ožbot, Miha" userId="5fdfeab2-e3ac-40dc-9f9d-ac602c9b72a8" providerId="ADAL" clId="{B69DA118-5076-4EF4-B604-E3375EDC9439}" dt="2022-04-12T17:30:55.919" v="2009" actId="26606"/>
          <ac:picMkLst>
            <pc:docMk/>
            <pc:sldMk cId="3372332676" sldId="286"/>
            <ac:picMk id="12" creationId="{0659CA1E-78AE-4B20-B988-09B42C7E702A}"/>
          </ac:picMkLst>
        </pc:picChg>
      </pc:sldChg>
      <pc:sldChg chg="addSp delSp modSp new del mod">
        <pc:chgData name="Ožbot, Miha" userId="5fdfeab2-e3ac-40dc-9f9d-ac602c9b72a8" providerId="ADAL" clId="{B69DA118-5076-4EF4-B604-E3375EDC9439}" dt="2022-04-12T16:59:55.284" v="2000" actId="47"/>
        <pc:sldMkLst>
          <pc:docMk/>
          <pc:sldMk cId="2101805588" sldId="287"/>
        </pc:sldMkLst>
        <pc:spChg chg="del">
          <ac:chgData name="Ožbot, Miha" userId="5fdfeab2-e3ac-40dc-9f9d-ac602c9b72a8" providerId="ADAL" clId="{B69DA118-5076-4EF4-B604-E3375EDC9439}" dt="2022-04-12T15:09:38.567" v="640"/>
          <ac:spMkLst>
            <pc:docMk/>
            <pc:sldMk cId="2101805588" sldId="287"/>
            <ac:spMk id="3" creationId="{2362F61F-2F9C-4FC2-8B28-0DFA5862533F}"/>
          </ac:spMkLst>
        </pc:spChg>
        <pc:spChg chg="add mod">
          <ac:chgData name="Ožbot, Miha" userId="5fdfeab2-e3ac-40dc-9f9d-ac602c9b72a8" providerId="ADAL" clId="{B69DA118-5076-4EF4-B604-E3375EDC9439}" dt="2022-04-12T16:59:51.806" v="1999" actId="21"/>
          <ac:spMkLst>
            <pc:docMk/>
            <pc:sldMk cId="2101805588" sldId="287"/>
            <ac:spMk id="6" creationId="{AE86D832-3641-406E-B0E1-DCFEDD5C7A83}"/>
          </ac:spMkLst>
        </pc:spChg>
        <pc:picChg chg="add del mod">
          <ac:chgData name="Ožbot, Miha" userId="5fdfeab2-e3ac-40dc-9f9d-ac602c9b72a8" providerId="ADAL" clId="{B69DA118-5076-4EF4-B604-E3375EDC9439}" dt="2022-04-12T16:59:51.806" v="1999" actId="21"/>
          <ac:picMkLst>
            <pc:docMk/>
            <pc:sldMk cId="2101805588" sldId="287"/>
            <ac:picMk id="4" creationId="{29155C17-F409-4DCF-A663-979D24DDCB95}"/>
          </ac:picMkLst>
        </pc:picChg>
      </pc:sldChg>
      <pc:sldChg chg="addSp delSp modSp new del mod">
        <pc:chgData name="Ožbot, Miha" userId="5fdfeab2-e3ac-40dc-9f9d-ac602c9b72a8" providerId="ADAL" clId="{B69DA118-5076-4EF4-B604-E3375EDC9439}" dt="2022-04-12T15:09:26.813" v="636" actId="47"/>
        <pc:sldMkLst>
          <pc:docMk/>
          <pc:sldMk cId="3155948732" sldId="287"/>
        </pc:sldMkLst>
        <pc:graphicFrameChg chg="add del mod">
          <ac:chgData name="Ožbot, Miha" userId="5fdfeab2-e3ac-40dc-9f9d-ac602c9b72a8" providerId="ADAL" clId="{B69DA118-5076-4EF4-B604-E3375EDC9439}" dt="2022-04-12T15:09:10.417" v="630" actId="478"/>
          <ac:graphicFrameMkLst>
            <pc:docMk/>
            <pc:sldMk cId="3155948732" sldId="287"/>
            <ac:graphicFrameMk id="5" creationId="{16C1AA27-DEAC-4555-B9AE-9F27A02C7DE5}"/>
          </ac:graphicFrameMkLst>
        </pc:graphicFrameChg>
        <pc:picChg chg="add del mod">
          <ac:chgData name="Ožbot, Miha" userId="5fdfeab2-e3ac-40dc-9f9d-ac602c9b72a8" providerId="ADAL" clId="{B69DA118-5076-4EF4-B604-E3375EDC9439}" dt="2022-04-12T15:09:25.398" v="635" actId="21"/>
          <ac:picMkLst>
            <pc:docMk/>
            <pc:sldMk cId="3155948732" sldId="287"/>
            <ac:picMk id="7" creationId="{6AFBD17B-E5F2-4918-B14C-197EF2CA8A49}"/>
          </ac:picMkLst>
        </pc:picChg>
      </pc:sldChg>
    </pc:docChg>
  </pc:docChgLst>
</pc:chgInfo>
</file>

<file path=ppt/comments/modernComment_10F_F96E04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6A4929-662E-4DD8-8BBB-04696FF07452}" authorId="{C6F2067D-C351-4052-C3C5-B9A94ED1B56D}" created="2022-04-13T11:28:44.7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84736895" sldId="271"/>
      <ac:picMk id="11" creationId="{54E9ED50-A3E4-4040-8F2C-1F9E782B0BAF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A_3451E8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A2C448-95AA-44C4-8FB0-B099A032415D}" authorId="{C6F2067D-C351-4052-C3C5-B9A94ED1B56D}" created="2022-04-13T07:28:24.7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6" creationId="{22993324-5225-4517-8700-DCDAE7E8F727}"/>
    </ac:deMkLst>
    <p188:txBody>
      <a:bodyPr/>
      <a:lstStyle/>
      <a:p>
        <a:r>
          <a:rPr lang="sl-SI"/>
          <a:t>44</a:t>
        </a:r>
      </a:p>
    </p188:txBody>
  </p188:cm>
  <p188:cm id="{750A5338-5CF7-48D9-B3B8-D8BB2F13F66F}" authorId="{C6F2067D-C351-4052-C3C5-B9A94ED1B56D}" created="2022-04-13T07:29:13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77783051" sldId="282"/>
      <ac:picMk id="7" creationId="{3AEBCE64-73E8-4850-89A4-FE6B5C372512}"/>
    </ac:deMkLst>
    <p188:txBody>
      <a:bodyPr/>
      <a:lstStyle/>
      <a:p>
        <a:r>
          <a:rPr lang="sl-SI"/>
          <a:t>48</a:t>
        </a:r>
      </a:p>
    </p188:txBody>
  </p188:cm>
</p188:cmLst>
</file>

<file path=ppt/comments/modernComment_11E_C901B6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9C7F-8E82-4164-9AE7-7A097CECB875}" authorId="{C6F2067D-C351-4052-C3C5-B9A94ED1B56D}" created="2022-04-12T16:13: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72332676" sldId="286"/>
      <ac:picMk id="12" creationId="{0659CA1E-78AE-4B20-B988-09B42C7E702A}"/>
    </ac:deMkLst>
    <p188:txBody>
      <a:bodyPr/>
      <a:lstStyle/>
      <a:p>
        <a:r>
          <a:rPr lang="sl-SI"/>
          <a:t>Denfis [4]</a:t>
        </a:r>
      </a:p>
    </p188:txBody>
  </p188:cm>
</p188:cmLst>
</file>

<file path=ppt/comments/modernComment_110_FAD98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44E817-808F-4523-B883-0874CBD4704C}" authorId="{C6F2067D-C351-4052-C3C5-B9A94ED1B56D}" created="2022-04-12T16:11:00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7" creationId="{B716A637-5B18-4C90-97D1-63B8180BAB81}"/>
    </ac:deMkLst>
    <p188:txBody>
      <a:bodyPr/>
      <a:lstStyle/>
      <a:p>
        <a:r>
          <a:rPr lang="sl-SI"/>
          <a:t>46
</a:t>
        </a:r>
      </a:p>
    </p188:txBody>
  </p188:cm>
  <p188:cm id="{06E3FE7A-ABE1-4FF3-A33E-FAEC788A9C11}" authorId="{C6F2067D-C351-4052-C3C5-B9A94ED1B56D}" created="2022-04-12T16:18:09.5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9" creationId="{57EAB7B9-C178-4EC6-9A26-2FCA9232B392}"/>
    </ac:deMkLst>
    <p188:txBody>
      <a:bodyPr/>
      <a:lstStyle/>
      <a:p>
        <a:r>
          <a:rPr lang="sl-SI"/>
          <a:t>[41]</a:t>
        </a:r>
      </a:p>
    </p188:txBody>
  </p188:cm>
  <p188:cm id="{B794C31B-EBBA-4FCA-A5B0-4CB0F73937F1}" authorId="{C6F2067D-C351-4052-C3C5-B9A94ED1B56D}" created="2022-04-12T16:33:41.9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1" creationId="{908DF426-1E34-4908-A0BC-B039426CE6CD}"/>
    </ac:deMkLst>
    <p188:txBody>
      <a:bodyPr/>
      <a:lstStyle/>
      <a:p>
        <a:r>
          <a:rPr lang="sl-SI"/>
          <a:t>11</a:t>
        </a:r>
      </a:p>
    </p188:txBody>
  </p188:cm>
  <p188:cm id="{682C442A-2366-4B8F-A658-05FBF0DD22AE}" authorId="{C6F2067D-C351-4052-C3C5-B9A94ED1B56D}" created="2022-04-13T11:08:31.8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8" creationId="{4A8E360B-A1E2-4AED-9D54-4F79BE2BA04D}"/>
    </ac:deMkLst>
    <p188:txBody>
      <a:bodyPr/>
      <a:lstStyle/>
      <a:p>
        <a:r>
          <a:rPr lang="sl-SI"/>
          <a:t>53</a:t>
        </a:r>
      </a:p>
    </p188:txBody>
  </p188:cm>
  <p188:cm id="{C2D3AD57-1566-4C02-8C67-24890BB3E15A}" authorId="{C6F2067D-C351-4052-C3C5-B9A94ED1B56D}" created="2022-04-13T13:58:45.6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8559629" sldId="272"/>
      <ac:picMk id="12" creationId="{35BE1C1F-18FF-41CA-8072-6B4D8C91FD66}"/>
    </ac:deMkLst>
    <p188:txBody>
      <a:bodyPr/>
      <a:lstStyle/>
      <a:p>
        <a:r>
          <a:rPr lang="sl-SI"/>
          <a:t>43</a:t>
        </a:r>
      </a:p>
    </p188:txBody>
  </p188:cm>
</p188:cmLst>
</file>

<file path=ppt/comments/modernComment_111_C1265F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3C6D95-56EE-451E-A879-8E0F9F496636}" authorId="{C6F2067D-C351-4052-C3C5-B9A94ED1B56D}" created="2022-04-12T16:20:58.9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4" creationId="{3F3AFED0-7D85-4DB1-B837-435F27380387}"/>
    </ac:deMkLst>
    <p188:txBody>
      <a:bodyPr/>
      <a:lstStyle/>
      <a:p>
        <a:r>
          <a:rPr lang="sl-SI"/>
          <a:t>39</a:t>
        </a:r>
      </a:p>
    </p188:txBody>
  </p188:cm>
  <p188:cm id="{65752A01-A1D0-461E-9A7E-19C2166987E8}" authorId="{C6F2067D-C351-4052-C3C5-B9A94ED1B56D}" created="2022-04-12T16:21:17.0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8" creationId="{F057BFDF-3E42-4BB8-8623-4B77CC94745D}"/>
    </ac:deMkLst>
    <p188:txBody>
      <a:bodyPr/>
      <a:lstStyle/>
      <a:p>
        <a:r>
          <a:rPr lang="sl-SI"/>
          <a:t>43</a:t>
        </a:r>
      </a:p>
    </p188:txBody>
  </p188:cm>
  <p188:cm id="{67BAB4CA-5082-4971-A6E0-DBAAACD38A52}" authorId="{C6F2067D-C351-4052-C3C5-B9A94ED1B56D}" created="2022-04-12T16:21:32.2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0517478" sldId="273"/>
      <ac:picMk id="10" creationId="{BF923FA1-C63D-4DCE-AC80-BFEF56607D14}"/>
    </ac:deMkLst>
    <p188:txBody>
      <a:bodyPr/>
      <a:lstStyle/>
      <a:p>
        <a:r>
          <a:rPr lang="sl-SI"/>
          <a:t>49</a:t>
        </a:r>
      </a:p>
    </p188:txBody>
  </p188:cm>
</p188:cmLst>
</file>

<file path=ppt/comments/modernComment_115_69ED70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C2E6-4913-41E6-854C-6CAC8D2131D8}" authorId="{C6F2067D-C351-4052-C3C5-B9A94ED1B56D}" created="2022-04-12T16:24:39.43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5" creationId="{9285C982-D10D-4F3A-8964-EB41CAA88E0D}"/>
    </ac:deMkLst>
    <p188:txBody>
      <a:bodyPr/>
      <a:lstStyle/>
      <a:p>
        <a:r>
          <a:rPr lang="sl-SI"/>
          <a:t>14
</a:t>
        </a:r>
      </a:p>
    </p188:txBody>
  </p188:cm>
  <p188:cm id="{3FBC24A3-B015-45B9-9D3D-F5849B005377}" authorId="{C6F2067D-C351-4052-C3C5-B9A94ED1B56D}" created="2022-04-12T16:25:01.09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8" creationId="{A291E1AF-4115-4282-B2FE-8F606C019ADE}"/>
    </ac:deMkLst>
    <p188:txBody>
      <a:bodyPr/>
      <a:lstStyle/>
      <a:p>
        <a:r>
          <a:rPr lang="sl-SI"/>
          <a:t>17
</a:t>
        </a:r>
      </a:p>
    </p188:txBody>
  </p188:cm>
  <p188:cm id="{593CAC7E-0FFC-4E94-BC8D-66433D54D19E}" authorId="{C6F2067D-C351-4052-C3C5-B9A94ED1B56D}" created="2022-04-12T16:25:30.7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6" creationId="{C0305A5C-8631-4428-868E-2FC70A2C8434}"/>
    </ac:deMkLst>
    <p188:txBody>
      <a:bodyPr/>
      <a:lstStyle/>
      <a:p>
        <a:r>
          <a:rPr lang="sl-SI"/>
          <a:t>6</a:t>
        </a:r>
      </a:p>
    </p188:txBody>
  </p188:cm>
  <p188:cm id="{1A1CB9AD-C111-470A-A8E6-EBC28EF31568}" authorId="{C6F2067D-C351-4052-C3C5-B9A94ED1B56D}" created="2022-04-12T16:33:34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9" creationId="{08397847-3EC8-41A8-845B-2FBD81FACC24}"/>
    </ac:deMkLst>
    <p188:txBody>
      <a:bodyPr/>
      <a:lstStyle/>
      <a:p>
        <a:r>
          <a:rPr lang="sl-SI"/>
          <a:t>20
</a:t>
        </a:r>
      </a:p>
    </p188:txBody>
  </p188:cm>
  <p188:cm id="{4748F57B-0D8B-4B67-A957-4D71D3588FDD}" authorId="{C6F2067D-C351-4052-C3C5-B9A94ED1B56D}" created="2022-04-13T11:03:57.7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77168465" sldId="277"/>
      <ac:picMk id="10" creationId="{B04AA810-EACD-4DFC-9DCC-E0C693123864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16_CE50F5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D1DCBD-7F80-4BE8-8E0C-307B18F55DC9}" authorId="{C6F2067D-C351-4052-C3C5-B9A94ED1B56D}" created="2022-04-13T08:09:41.8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9" creationId="{4CE520FE-C4F6-43B8-B031-17947DA23B4B}"/>
    </ac:deMkLst>
    <p188:txBody>
      <a:bodyPr/>
      <a:lstStyle/>
      <a:p>
        <a:r>
          <a:rPr lang="sl-SI"/>
          <a:t>51</a:t>
        </a:r>
      </a:p>
    </p188:txBody>
  </p188:cm>
  <p188:cm id="{C1995BBA-5F22-4E54-A50D-3DBB42C45C7D}" authorId="{C6F2067D-C351-4052-C3C5-B9A94ED1B56D}" created="2022-04-13T08:12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5" creationId="{D2C874A5-9A3A-423F-80E9-B6066E1F20A5}"/>
    </ac:deMkLst>
    <p188:txBody>
      <a:bodyPr/>
      <a:lstStyle/>
      <a:p>
        <a:r>
          <a:rPr lang="sl-SI"/>
          <a:t>6</a:t>
        </a:r>
      </a:p>
    </p188:txBody>
  </p188:cm>
  <p188:cm id="{1B91BB14-4C02-4575-9D70-DEECE526D0A9}" authorId="{C6F2067D-C351-4052-C3C5-B9A94ED1B56D}" created="2022-04-13T08:12:16.1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61412227" sldId="278"/>
      <ac:picMk id="4" creationId="{36793C1F-057D-4B6B-9D4A-9F59918B829B}"/>
    </ac:deMkLst>
    <p188:txBody>
      <a:bodyPr/>
      <a:lstStyle/>
      <a:p>
        <a:r>
          <a:rPr lang="sl-SI"/>
          <a:t>5</a:t>
        </a:r>
      </a:p>
    </p188:txBody>
  </p188:cm>
</p188:cmLst>
</file>

<file path=ppt/comments/modernComment_117_A9D91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29065-FE77-4949-A180-D8BB560F99C7}" authorId="{C6F2067D-C351-4052-C3C5-B9A94ED1B56D}" created="2022-04-12T17:47:15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4" creationId="{5CCB4BE9-CBDD-45AF-AA81-7DCEE4C1DEE0}"/>
    </ac:deMkLst>
    <p188:txBody>
      <a:bodyPr/>
      <a:lstStyle/>
      <a:p>
        <a:r>
          <a:rPr lang="sl-SI"/>
          <a:t>[50]</a:t>
        </a:r>
      </a:p>
    </p188:txBody>
  </p188:cm>
  <p188:cm id="{503E769A-46A0-4F31-9107-4C486FFB04C4}" authorId="{C6F2067D-C351-4052-C3C5-B9A94ED1B56D}" created="2022-04-13T07:28:12.906">
    <pc:sldMkLst xmlns:pc="http://schemas.microsoft.com/office/powerpoint/2013/main/command">
      <pc:docMk/>
      <pc:sldMk cId="2849575153" sldId="279"/>
    </pc:sldMkLst>
    <p188:txBody>
      <a:bodyPr/>
      <a:lstStyle/>
      <a:p>
        <a:r>
          <a:rPr lang="sl-SI"/>
          <a:t>51</a:t>
        </a:r>
      </a:p>
    </p188:txBody>
  </p188:cm>
  <p188:cm id="{1D89904C-A593-429D-BDC5-8CF3F3D75546}" authorId="{C6F2067D-C351-4052-C3C5-B9A94ED1B56D}" created="2022-04-13T10:48:01.3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7" creationId="{B8D96EC5-A7EA-4DD7-9156-AA907DF54DEE}"/>
    </ac:deMkLst>
    <p188:txBody>
      <a:bodyPr/>
      <a:lstStyle/>
      <a:p>
        <a:r>
          <a:rPr lang="sl-SI"/>
          <a:t>5</a:t>
        </a:r>
      </a:p>
    </p188:txBody>
  </p188:cm>
  <p188:cm id="{EF79BCEA-040D-45B1-9119-1B5707125466}" authorId="{C6F2067D-C351-4052-C3C5-B9A94ED1B56D}" created="2022-04-13T11:07:22.4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49575153" sldId="279"/>
      <ac:picMk id="18" creationId="{D8221DEE-20B2-42A7-95A7-353C353DA5D7}"/>
    </ac:deMkLst>
    <p188:txBody>
      <a:bodyPr/>
      <a:lstStyle/>
      <a:p>
        <a:r>
          <a:rPr lang="sl-SI"/>
          <a:t>54</a:t>
        </a:r>
      </a:p>
    </p188:txBody>
  </p188:cm>
</p188:cmLst>
</file>

<file path=ppt/comments/modernComment_121_E1405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48302D-850B-4F1B-B608-B7FB52290592}" authorId="{C6F2067D-C351-4052-C3C5-B9A94ED1B56D}" created="2022-04-13T10:45:03.1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6" creationId="{CA1D2712-165F-47E1-B96B-7C27BD1694DA}"/>
    </ac:deMkLst>
    <p188:txBody>
      <a:bodyPr/>
      <a:lstStyle/>
      <a:p>
        <a:r>
          <a:rPr lang="sl-SI"/>
          <a:t>53
</a:t>
        </a:r>
      </a:p>
    </p188:txBody>
  </p188:cm>
  <p188:cm id="{05EB6093-CAAE-49E0-B066-75100DA353EE}" authorId="{C6F2067D-C351-4052-C3C5-B9A94ED1B56D}" created="2022-04-13T14:53:26.9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6193050" sldId="289"/>
      <ac:picMk id="19" creationId="{42663209-40E7-4D5F-8D68-EB48F75F7800}"/>
    </ac:deMkLst>
    <p188:txBody>
      <a:bodyPr/>
      <a:lstStyle/>
      <a:p>
        <a:r>
          <a:rPr lang="sl-SI"/>
          <a:t>5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13. 04. 2022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2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200" b="1" dirty="0"/>
              <a:t>inteligentni</a:t>
            </a:r>
            <a:r>
              <a:rPr lang="sl-SI" sz="12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200" dirty="0">
                <a:effectLst/>
                <a:ea typeface="Calibri" panose="020F0502020204030204" pitchFamily="34" charset="0"/>
              </a:rPr>
              <a:t>(</a:t>
            </a:r>
            <a:r>
              <a:rPr lang="en-U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200" i="1" dirty="0"/>
              <a:t>inteligent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2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2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[43].</a:t>
            </a:r>
            <a:r>
              <a:rPr lang="sl-SI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2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2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katerem gradimo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je </a:t>
            </a:r>
            <a:r>
              <a:rPr lang="sl-SI" sz="12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</a:t>
            </a:r>
            <a:r>
              <a:rPr lang="sl-SI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apriori</a:t>
            </a:r>
            <a:r>
              <a:rPr lang="sl-SI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informacij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(položaja rojev, števila pravil itd.).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(2011)</a:t>
            </a:r>
            <a:endParaRPr lang="sl-SI" dirty="0"/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Množični podatki Velike baze podatkov 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 Data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potrebujemo metode učenja z enkratnim upoštevanjem podatkov (</a:t>
            </a:r>
            <a:r>
              <a:rPr lang="sl-SI" sz="12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315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/>
              <a:t>Bic je </a:t>
            </a:r>
            <a:r>
              <a:rPr lang="sl-SI" dirty="0" err="1"/>
              <a:t>axis</a:t>
            </a:r>
            <a:r>
              <a:rPr lang="sl-SI" dirty="0"/>
              <a:t> </a:t>
            </a:r>
            <a:r>
              <a:rPr lang="sl-SI" dirty="0" err="1"/>
              <a:t>parallel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5018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the adding mechanism should not add clusters based on outlier data, this can still happen. 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Ansambel/skupina (</a:t>
            </a:r>
            <a:r>
              <a:rPr lang="sl-SI" sz="1200" dirty="0" err="1"/>
              <a:t>Ensamble</a:t>
            </a:r>
            <a:r>
              <a:rPr lang="sl-SI" sz="1200" dirty="0"/>
              <a:t> </a:t>
            </a:r>
            <a:r>
              <a:rPr lang="sl-SI" sz="1200" dirty="0" err="1"/>
              <a:t>learning</a:t>
            </a:r>
            <a:r>
              <a:rPr lang="sl-SI" sz="1200" dirty="0"/>
              <a:t>) modelov je sestavljena iz več različnih </a:t>
            </a:r>
            <a:r>
              <a:rPr lang="sl-SI" sz="1200" dirty="0" err="1"/>
              <a:t>samorazvijajočih</a:t>
            </a:r>
            <a:r>
              <a:rPr lang="sl-SI" sz="1200" dirty="0"/>
              <a:t> se modelov, ki jih paralelno učimo na istem problemu z različnimi parametri </a:t>
            </a:r>
            <a:r>
              <a:rPr lang="en-US" sz="1200" dirty="0"/>
              <a:t>[10, 48]</a:t>
            </a:r>
            <a:r>
              <a:rPr lang="sl-SI" sz="1200" dirty="0"/>
              <a:t>. Posamezni </a:t>
            </a:r>
            <a:r>
              <a:rPr lang="sl-SI" sz="1200" dirty="0" err="1"/>
              <a:t>samorazvijajoči</a:t>
            </a:r>
            <a:r>
              <a:rPr lang="sl-SI" sz="1200" dirty="0"/>
              <a:t> se modeli v ansamblu se lahko razlikujejo po strukturi, številu parametrov, različnih omejitvah, </a:t>
            </a:r>
            <a:r>
              <a:rPr lang="sl-SI" sz="1200" dirty="0" err="1"/>
              <a:t>kriterijski</a:t>
            </a:r>
            <a:r>
              <a:rPr lang="sl-SI" sz="1200" dirty="0"/>
              <a:t> funkciji ali celo tipu modela. 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200" dirty="0"/>
              <a:t>Ansambli </a:t>
            </a:r>
            <a:r>
              <a:rPr lang="sl-SI" sz="1200" dirty="0" err="1"/>
              <a:t>samorazvijajočih</a:t>
            </a:r>
            <a:r>
              <a:rPr lang="sl-SI" sz="1200" dirty="0"/>
              <a:t> se modelov v obliki omrežja [44]. </a:t>
            </a: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CEB-6994-4547-95E9-063D0DFE2005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5674E-E745-4B5A-B361-1FBB3F2C0E25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BA14-1BEC-4C69-8669-987D3BB86C80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0069-D9D2-4691-9326-92279138C27E}" type="datetime1">
              <a:rPr lang="sl-SI" smtClean="0"/>
              <a:t>13. 04. 2022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7B458-7746-4E38-93C9-2364CA79D665}" type="datetime1">
              <a:rPr lang="sl-SI" smtClean="0"/>
              <a:t>13. 04. 2022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D3AD-843C-4BBB-AEB5-3F8774D112B4}" type="datetime1">
              <a:rPr lang="sl-SI" smtClean="0"/>
              <a:t>13. 04. 2022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EC7B-5D5C-4311-93D6-61421A96773A}" type="datetime1">
              <a:rPr lang="sl-SI" smtClean="0"/>
              <a:t>13. 04. 2022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4E2CC-5107-4577-BC25-41FA1918EE4A}" type="datetime1">
              <a:rPr lang="sl-SI" smtClean="0"/>
              <a:t>13. 04. 2022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27BA9-EF28-4817-A53F-50ECE5AC9F09}" type="datetime1">
              <a:rPr lang="sl-SI" smtClean="0"/>
              <a:t>13. 04. 2022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F640-D33E-4F67-9EAB-E94BCE00F3FC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167-1F5A-475D-9616-850BB40C41DC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62519-ECC3-4463-A116-565D4AEA2FEE}" type="datetime1">
              <a:rPr lang="sl-SI" smtClean="0"/>
              <a:t>13. 04. 2022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F_F96E047F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1E_C901B6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110_FAD9860D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18/10/relationships/comments" Target="../comments/modernComment_111_C1265F66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microsoft.com/office/2018/10/relationships/comments" Target="../comments/modernComment_115_69ED70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12" Type="http://schemas.openxmlformats.org/officeDocument/2006/relationships/image" Target="../media/image36.png"/><Relationship Id="rId2" Type="http://schemas.microsoft.com/office/2018/10/relationships/comments" Target="../comments/modernComment_117_A9D910F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microsoft.com/office/2018/10/relationships/comments" Target="../comments/modernComment_116_CE50F583.xm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microsoft.com/office/2018/10/relationships/comments" Target="../comments/modernComment_121_E14051A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3451E80B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" name="Rectangle 1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model, je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a priori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(središča rojev, števila pravil itd.).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lahko sestavljajo: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[3,5],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[16,7,11],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[10], </a:t>
            </a:r>
            <a:r>
              <a:rPr lang="sl-SI" sz="1800" b="1" dirty="0"/>
              <a:t>odločitvena</a:t>
            </a:r>
            <a:r>
              <a:rPr lang="sl-SI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drevesa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[16,42],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 strukture so uporabljene zaradi večje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drugih modelov črne škatle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[10]. 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C075-9F0E-4B74-A73C-6BBE2DF0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028B34C-71DF-4C39-AB40-22F05570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000">
                <a:effectLst/>
                <a:latin typeface="+mj-lt"/>
                <a:ea typeface="Calibri" panose="020F0502020204030204" pitchFamily="34" charset="0"/>
              </a:rPr>
              <a:t>Samorazvijajoči se (inteligentni) sistemi</a:t>
            </a:r>
            <a:endParaRPr lang="sl-SI" sz="5000"/>
          </a:p>
        </p:txBody>
      </p:sp>
      <p:sp>
        <p:nvSpPr>
          <p:cNvPr id="16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značba mesta vsebine 2">
            <a:extLst>
              <a:ext uri="{FF2B5EF4-FFF2-40B4-BE49-F238E27FC236}">
                <a16:creationId xmlns:a16="http://schemas.microsoft.com/office/drawing/2014/main" id="{B8D13A2C-0815-46E8-A56B-723192390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odeliranje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sklepanje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vodenje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napovedovanje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rojenje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odkrivanje napak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detekcija anomalij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razpoznavanje slik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[8],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podpora odločanju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programski senzor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[12],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samostojno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kalibriranje senzorjev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self-calibrating sensors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</a:t>
            </a:r>
            <a:r>
              <a:rPr lang="sl-SI" sz="1800" dirty="0"/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2011)</a:t>
            </a:r>
            <a:endParaRPr lang="sl-SI" sz="1800" dirty="0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E9DBEFD9-8734-45D4-BE7D-7FBA6CD50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A32EE-BDD3-4BFE-987F-7ECA329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916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9" name="Rectangle 24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 dirty="0">
                <a:ea typeface="Calibri" panose="020F0502020204030204" pitchFamily="34" charset="0"/>
              </a:rPr>
              <a:t>T</a:t>
            </a:r>
            <a:r>
              <a:rPr lang="sl-SI" sz="5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sz="5400" dirty="0"/>
          </a:p>
        </p:txBody>
      </p:sp>
      <p:sp>
        <p:nvSpPr>
          <p:cNvPr id="25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generirajo, dokler je proces aktiven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romanUcPeriod"/>
            </a:pP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visokofrekvenčno trgovanje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[45],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podatkovno rudarjenje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spletna varnost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[31],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medicinska prognoza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pametna proizvodnja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industrija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(smart </a:t>
            </a:r>
            <a:r>
              <a:rPr lang="sl-SI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[10]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logistika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socialna omrežja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internet stvari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[31] idr.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F287F-7DFF-49DA-A6B3-51B3C477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3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5400">
                <a:effectLst/>
                <a:latin typeface="+mj-lt"/>
                <a:ea typeface="Calibri" panose="020F0502020204030204" pitchFamily="34" charset="0"/>
              </a:rPr>
              <a:t>Samorazvijajoči se mehki sistemi</a:t>
            </a:r>
            <a:endParaRPr lang="sl-SI" sz="5400"/>
          </a:p>
        </p:txBody>
      </p:sp>
      <p:sp>
        <p:nvSpPr>
          <p:cNvPr id="1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 model: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mehke množice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premisi,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 linearni modeli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posledičnem delu.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Poglavitne naloge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mehkih sistemov so: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 z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Izhodno ostrenje je izvedeno z izračunom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 gravitacije pri lingvističnih modelih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uteženega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funkcijskih modelih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največjo aktivacijo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00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D157AA9-FEBF-4B62-A48E-F7578661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189" y="-658862"/>
            <a:ext cx="5970265" cy="614412"/>
          </a:xfrm>
          <a:prstGeom prst="rect">
            <a:avLst/>
          </a:prstGeom>
        </p:spPr>
      </p:pic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C2C50-D078-4A16-8314-836AB10B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5</a:t>
            </a:fld>
            <a:endParaRPr lang="sl-SI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2E0403B4-7E8A-4C65-8B7F-3EFA96F85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54" y="5617209"/>
            <a:ext cx="4854146" cy="346725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54E9ED50-A3E4-4040-8F2C-1F9E782B0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254" y="5963934"/>
            <a:ext cx="5595551" cy="71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047507C-C1F5-4A31-8837-38927F9C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sl-SI" sz="5400">
                <a:effectLst/>
                <a:latin typeface="+mj-lt"/>
                <a:ea typeface="Calibri" panose="020F0502020204030204" pitchFamily="34" charset="0"/>
              </a:rPr>
              <a:t>Samorazvijajoči se nevro-mehki sistemi</a:t>
            </a:r>
            <a:endParaRPr lang="sl-SI" sz="540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659CA1E-78AE-4B20-B988-09B42C7E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44486"/>
            <a:ext cx="4014216" cy="2418564"/>
          </a:xfrm>
          <a:prstGeom prst="rect">
            <a:avLst/>
          </a:pr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EE79E24-625E-4E2A-8A73-BDF3D1547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792" y="5306459"/>
            <a:ext cx="3995928" cy="1128849"/>
          </a:xfrm>
          <a:prstGeom prst="rect">
            <a:avLst/>
          </a:prstGeom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8B963D87-ED67-48B8-B813-8E8482775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modeli so sestavljeni iz mehkih pravil v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topologiji nevronskega omrežja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povezavami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[10]. Vedno jih lahko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pretvorimo v mehki mode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tako, da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roje preslikamo v mehke množice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 lahko sestavljajo več mehkih množic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)[41], ampak uporaba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enega pra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vila za vsak roj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sistemih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poenostavi adaptiranje strukture modela z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ločevanjem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splitting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odstranjevanjem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pravil. </a:t>
            </a:r>
          </a:p>
          <a:p>
            <a:pPr>
              <a:spcAft>
                <a:spcPts val="800"/>
              </a:spcAft>
            </a:pPr>
            <a:endParaRPr lang="sl-SI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sl-SI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sl-SI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200" dirty="0"/>
          </a:p>
        </p:txBody>
      </p:sp>
      <p:pic>
        <p:nvPicPr>
          <p:cNvPr id="8" name="Slika 4">
            <a:extLst>
              <a:ext uri="{FF2B5EF4-FFF2-40B4-BE49-F238E27FC236}">
                <a16:creationId xmlns:a16="http://schemas.microsoft.com/office/drawing/2014/main" id="{CF035824-EFDA-41FA-8349-C1DFF0B6E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7179-F583-40B4-856E-2BB57621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72332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 dirty="0"/>
              <a:t>Transparentnost in </a:t>
            </a:r>
            <a:r>
              <a:rPr lang="sl-SI" sz="3800" dirty="0" err="1"/>
              <a:t>interpretabilnost</a:t>
            </a:r>
            <a:endParaRPr lang="sl-SI" sz="38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Razločljivost</a:t>
            </a:r>
            <a:r>
              <a:rPr lang="sl-SI" sz="1800" dirty="0"/>
              <a:t> (d</a:t>
            </a:r>
            <a:r>
              <a:rPr lang="en-US" sz="1800" dirty="0" err="1"/>
              <a:t>istinguishability</a:t>
            </a:r>
            <a:r>
              <a:rPr lang="en-US" sz="1800" dirty="0"/>
              <a:t> </a:t>
            </a:r>
            <a:r>
              <a:rPr lang="sl-SI" sz="1800" dirty="0"/>
              <a:t>) – brez prekrivanja (</a:t>
            </a:r>
            <a:r>
              <a:rPr lang="sl-SI" sz="1800" dirty="0" err="1"/>
              <a:t>overlapping</a:t>
            </a:r>
            <a:r>
              <a:rPr lang="sl-SI" sz="1800" dirty="0"/>
              <a:t>), brez odvečnih struktur</a:t>
            </a:r>
            <a:r>
              <a:rPr lang="en-US" sz="1800" dirty="0"/>
              <a:t> [12]</a:t>
            </a:r>
            <a:r>
              <a:rPr lang="sl-SI" sz="1800" dirty="0"/>
              <a:t>,</a:t>
            </a:r>
          </a:p>
          <a:p>
            <a:r>
              <a:rPr lang="sl-SI" sz="1800" b="1" dirty="0"/>
              <a:t>Preprostost</a:t>
            </a:r>
            <a:r>
              <a:rPr lang="sl-SI" sz="1800" dirty="0"/>
              <a:t> (</a:t>
            </a:r>
            <a:r>
              <a:rPr lang="en-US" sz="1800" dirty="0"/>
              <a:t>simplicity </a:t>
            </a:r>
            <a:r>
              <a:rPr lang="sl-SI" sz="1800" dirty="0"/>
              <a:t>) – čim manj rojev, kompromis med natančnostjo in kompleksnostjo,</a:t>
            </a:r>
          </a:p>
          <a:p>
            <a:r>
              <a:rPr lang="sl-SI" sz="1800" b="1" dirty="0"/>
              <a:t>Konsistentnost</a:t>
            </a:r>
            <a:r>
              <a:rPr lang="sl-SI" sz="1800" dirty="0"/>
              <a:t> (</a:t>
            </a:r>
            <a:r>
              <a:rPr lang="en-US" sz="1800" dirty="0"/>
              <a:t>consistency</a:t>
            </a:r>
            <a:r>
              <a:rPr lang="sl-SI" sz="1800" dirty="0"/>
              <a:t>) – roji z različnimi posledičnimi deli morajo biti ločeni,</a:t>
            </a:r>
          </a:p>
          <a:p>
            <a:r>
              <a:rPr lang="sl-SI" sz="1800" b="1" dirty="0"/>
              <a:t>Pokritost</a:t>
            </a:r>
            <a:r>
              <a:rPr lang="sl-SI" sz="1800" dirty="0"/>
              <a:t> (c</a:t>
            </a:r>
            <a:r>
              <a:rPr lang="en-US" sz="1800" dirty="0"/>
              <a:t>overage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in </a:t>
            </a:r>
            <a:r>
              <a:rPr lang="sl-SI" sz="1800" b="1" dirty="0"/>
              <a:t>popolnost</a:t>
            </a:r>
            <a:r>
              <a:rPr lang="sl-SI" sz="1800" dirty="0"/>
              <a:t> modela (</a:t>
            </a:r>
            <a:r>
              <a:rPr lang="en-US" sz="1800" dirty="0"/>
              <a:t>completeness</a:t>
            </a:r>
            <a:r>
              <a:rPr lang="sl-SI" sz="1800" dirty="0"/>
              <a:t>) </a:t>
            </a:r>
            <a:r>
              <a:rPr kumimoji="0" lang="sl-SI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lang="sl-SI" sz="1800" dirty="0"/>
              <a:t> celoten prostor naj bi bil pokrit z roji,</a:t>
            </a:r>
          </a:p>
          <a:p>
            <a:r>
              <a:rPr lang="sl-SI" sz="1800" b="1" dirty="0" err="1"/>
              <a:t>Interpretabilnost</a:t>
            </a:r>
            <a:r>
              <a:rPr lang="sl-SI" sz="1800" b="1" dirty="0"/>
              <a:t> posledičnega dela,</a:t>
            </a:r>
          </a:p>
          <a:p>
            <a:r>
              <a:rPr lang="sl-SI" sz="1800" b="1" dirty="0"/>
              <a:t>Pomembnost </a:t>
            </a:r>
            <a:r>
              <a:rPr lang="sl-SI" sz="1800" b="1" dirty="0" err="1"/>
              <a:t>značilk</a:t>
            </a:r>
            <a:r>
              <a:rPr lang="sl-SI" sz="1800" b="1" dirty="0"/>
              <a:t>,</a:t>
            </a:r>
          </a:p>
          <a:p>
            <a:r>
              <a:rPr lang="sl-SI" sz="1800" b="1" dirty="0"/>
              <a:t>Pomembnost pravil.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77640-8D38-4CB3-89E5-FF21B193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7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sl-SI" sz="5400" dirty="0"/>
              <a:t>Rojenje in granulacija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B716A637-5B18-4C90-97D1-63B8180BA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29" y="216699"/>
            <a:ext cx="3245012" cy="1890220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Najbolj pogosto so uporabljene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Gaussove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trapezoidne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ali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trikote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[45].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1800" b="0" i="0" dirty="0">
                <a:effectLst/>
              </a:rPr>
              <a:t>Predhodna (</a:t>
            </a:r>
            <a:r>
              <a:rPr lang="sl-SI" sz="1800" b="0" i="0" dirty="0" err="1">
                <a:effectLst/>
              </a:rPr>
              <a:t>antecedent</a:t>
            </a:r>
            <a:r>
              <a:rPr lang="sl-SI" sz="1800" b="0" i="0" dirty="0">
                <a:effectLst/>
              </a:rPr>
              <a:t>) struktura </a:t>
            </a:r>
            <a:r>
              <a:rPr lang="sl-SI" sz="1800" b="0" i="0" dirty="0" err="1">
                <a:effectLst/>
              </a:rPr>
              <a:t>samorazvijajočih</a:t>
            </a:r>
            <a:r>
              <a:rPr lang="sl-SI" sz="1800" b="0" i="0" dirty="0">
                <a:effectLst/>
              </a:rPr>
              <a:t> se sistemov je lahko sestavljena iz </a:t>
            </a:r>
            <a:r>
              <a:rPr lang="sl-SI" sz="1800" b="1" i="0" dirty="0">
                <a:effectLst/>
              </a:rPr>
              <a:t>mehkih možic </a:t>
            </a:r>
            <a:r>
              <a:rPr lang="sl-SI" sz="1800" b="0" i="0" dirty="0">
                <a:effectLst/>
              </a:rPr>
              <a:t>[3], </a:t>
            </a:r>
            <a:r>
              <a:rPr lang="sl-SI" sz="1800" b="1" i="0" dirty="0">
                <a:effectLst/>
              </a:rPr>
              <a:t>informacijskih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[9,11],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nevronov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oblakov podatkov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[41,46],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[5, 9,43],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hiperravnin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teselacij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)[45] idr. </a:t>
            </a:r>
          </a:p>
          <a:p>
            <a:pPr marL="0" indent="0">
              <a:buNone/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skupine objektov ali elementov s podobnimi [41], [11]:</a:t>
            </a:r>
          </a:p>
          <a:p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lastnostmi, </a:t>
            </a:r>
          </a:p>
          <a:p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funkcionalnostjo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prostorsko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bližino.</a:t>
            </a:r>
          </a:p>
          <a:p>
            <a:pPr marL="0" indent="0"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Nekateri modeli predstavijo granule v obliki oblakov podatkov brez centrov ali definiranih mej [41]. </a:t>
            </a: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57EAB7B9-C178-4EC6-9A26-2FCA9232B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7477" y="2324835"/>
            <a:ext cx="1748453" cy="189022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08DF426-1E34-4908-A0BC-B039426C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6742" y="4600486"/>
            <a:ext cx="2303308" cy="1635349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26A-C1E4-441D-8168-8A41AC9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8</a:t>
            </a:fld>
            <a:endParaRPr lang="sl-SI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4A8E360B-A1E2-4AED-9D54-4F79BE2BA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8663" y="4579866"/>
            <a:ext cx="2245052" cy="1776484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35BE1C1F-18FF-41CA-8072-6B4D8C91FD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8754" y="2492350"/>
            <a:ext cx="2245053" cy="181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sl-SI" sz="5400" dirty="0"/>
              <a:t>Metode rojenja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fontScale="92500" lnSpcReduction="10000"/>
          </a:bodyPr>
          <a:lstStyle/>
          <a:p>
            <a:r>
              <a:rPr lang="sl-SI" sz="1400" b="1" dirty="0">
                <a:solidFill>
                  <a:srgbClr val="FF0000"/>
                </a:solidFill>
              </a:rPr>
              <a:t>Metoda rojenja z odštevanjem</a:t>
            </a:r>
            <a:r>
              <a:rPr lang="sl-SI" sz="1400" b="1" dirty="0"/>
              <a:t> </a:t>
            </a:r>
            <a:r>
              <a:rPr lang="sl-SI" sz="1400" dirty="0"/>
              <a:t>(</a:t>
            </a:r>
            <a:r>
              <a:rPr lang="sl-SI" sz="1400" i="1" dirty="0" err="1"/>
              <a:t>subtractive</a:t>
            </a:r>
            <a:r>
              <a:rPr lang="sl-SI" sz="1400" i="1" dirty="0"/>
              <a:t> </a:t>
            </a:r>
            <a:r>
              <a:rPr lang="sl-SI" sz="1400" i="1" dirty="0" err="1"/>
              <a:t>clustering</a:t>
            </a:r>
            <a:r>
              <a:rPr lang="sl-SI" sz="1400" dirty="0"/>
              <a:t>) [3, 46], </a:t>
            </a:r>
          </a:p>
          <a:p>
            <a:r>
              <a:rPr lang="sl-SI" sz="1400" b="1" dirty="0"/>
              <a:t>mehko rojenje s C-središči </a:t>
            </a:r>
            <a:r>
              <a:rPr lang="sl-SI" sz="1400" dirty="0"/>
              <a:t>(</a:t>
            </a:r>
            <a:r>
              <a:rPr lang="sl-SI" sz="1400" i="1" dirty="0" err="1"/>
              <a:t>Fuzzy</a:t>
            </a:r>
            <a:r>
              <a:rPr lang="sl-SI" sz="1400" i="1" dirty="0"/>
              <a:t> C-</a:t>
            </a:r>
            <a:r>
              <a:rPr lang="sl-SI" sz="1400" i="1" dirty="0" err="1"/>
              <a:t>means</a:t>
            </a:r>
            <a:r>
              <a:rPr lang="sl-SI" sz="1400" dirty="0"/>
              <a:t>), </a:t>
            </a:r>
          </a:p>
          <a:p>
            <a:r>
              <a:rPr lang="sl-SI" sz="1400" b="1" dirty="0"/>
              <a:t>rekurzivno rojenje po metodi </a:t>
            </a:r>
            <a:r>
              <a:rPr lang="sl-SI" sz="1400" b="1" dirty="0" err="1"/>
              <a:t>Gustafson-Kesse</a:t>
            </a:r>
            <a:r>
              <a:rPr lang="sl-SI" sz="1400" dirty="0" err="1"/>
              <a:t>l</a:t>
            </a:r>
            <a:r>
              <a:rPr lang="sl-SI" sz="1400" dirty="0"/>
              <a:t> [3,13],</a:t>
            </a:r>
          </a:p>
          <a:p>
            <a:r>
              <a:rPr lang="sl-SI" sz="1400" b="1" dirty="0"/>
              <a:t>rekurzivno rojenje po metodi </a:t>
            </a:r>
            <a:r>
              <a:rPr lang="sl-SI" sz="1400" b="1" dirty="0" err="1"/>
              <a:t>Gath-Geva</a:t>
            </a:r>
            <a:r>
              <a:rPr lang="sl-SI" sz="1400" b="1" dirty="0"/>
              <a:t> </a:t>
            </a:r>
            <a:r>
              <a:rPr lang="sl-SI" sz="1400" dirty="0"/>
              <a:t>[14],</a:t>
            </a:r>
          </a:p>
          <a:p>
            <a:r>
              <a:rPr lang="sl-SI" sz="1400" b="1" dirty="0" err="1"/>
              <a:t>samorazvijajoče</a:t>
            </a:r>
            <a:r>
              <a:rPr lang="sl-SI" sz="1400" b="1" dirty="0"/>
              <a:t> se rojenje </a:t>
            </a:r>
            <a:r>
              <a:rPr lang="sl-SI" sz="1400" dirty="0"/>
              <a:t>(</a:t>
            </a:r>
            <a:r>
              <a:rPr lang="sl-SI" sz="1400" dirty="0" err="1"/>
              <a:t>evolving</a:t>
            </a:r>
            <a:r>
              <a:rPr lang="sl-SI" sz="1400" dirty="0"/>
              <a:t> </a:t>
            </a:r>
            <a:r>
              <a:rPr lang="sl-SI" sz="1400" dirty="0" err="1"/>
              <a:t>clustering</a:t>
            </a:r>
            <a:r>
              <a:rPr lang="sl-SI" sz="1400" dirty="0"/>
              <a:t> </a:t>
            </a:r>
            <a:r>
              <a:rPr lang="sl-SI" sz="1400" dirty="0" err="1"/>
              <a:t>method</a:t>
            </a:r>
            <a:r>
              <a:rPr lang="sl-SI" sz="1400" dirty="0"/>
              <a:t>) [4], </a:t>
            </a:r>
          </a:p>
          <a:p>
            <a:pPr>
              <a:lnSpc>
                <a:spcPct val="120000"/>
              </a:lnSpc>
            </a:pPr>
            <a:r>
              <a:rPr lang="sl-SI" sz="1400" b="1" dirty="0" err="1"/>
              <a:t>inkrementalno</a:t>
            </a:r>
            <a:r>
              <a:rPr lang="sl-SI" sz="1400" b="1" dirty="0"/>
              <a:t> mehko rojenje s C-regresijo </a:t>
            </a:r>
            <a:r>
              <a:rPr lang="sl-SI" sz="1400" dirty="0"/>
              <a:t>(</a:t>
            </a:r>
            <a:r>
              <a:rPr lang="sl-SI" sz="1400" i="1" dirty="0" err="1"/>
              <a:t>incremental</a:t>
            </a:r>
            <a:r>
              <a:rPr lang="sl-SI" sz="1400" i="1" dirty="0"/>
              <a:t> </a:t>
            </a:r>
            <a:r>
              <a:rPr lang="sl-SI" sz="1400" i="1" dirty="0" err="1"/>
              <a:t>fuzzy</a:t>
            </a:r>
            <a:r>
              <a:rPr lang="sl-SI" sz="1400" i="1" dirty="0"/>
              <a:t> C-</a:t>
            </a:r>
            <a:r>
              <a:rPr lang="sl-SI" sz="1400" i="1" dirty="0" err="1"/>
              <a:t>regression</a:t>
            </a:r>
            <a:r>
              <a:rPr lang="sl-SI" sz="1400" i="1" dirty="0"/>
              <a:t> </a:t>
            </a:r>
            <a:r>
              <a:rPr lang="sl-SI" sz="1400" i="1" dirty="0" err="1"/>
              <a:t>clustering</a:t>
            </a:r>
            <a:r>
              <a:rPr lang="sl-SI" sz="1400" dirty="0"/>
              <a:t>) [31],  </a:t>
            </a:r>
          </a:p>
          <a:p>
            <a:r>
              <a:rPr lang="sl-SI" sz="1400" b="1" dirty="0"/>
              <a:t>rojenje s C-možnimi roji </a:t>
            </a:r>
            <a:r>
              <a:rPr lang="sl-SI" sz="1400" dirty="0"/>
              <a:t>(</a:t>
            </a:r>
            <a:r>
              <a:rPr lang="sl-SI" sz="1400" dirty="0" err="1"/>
              <a:t>possibilistic</a:t>
            </a:r>
            <a:r>
              <a:rPr lang="sl-SI" sz="1400" dirty="0"/>
              <a:t> C-</a:t>
            </a:r>
            <a:r>
              <a:rPr lang="sl-SI" sz="1400" dirty="0" err="1"/>
              <a:t>means</a:t>
            </a:r>
            <a:r>
              <a:rPr lang="sl-SI" sz="1400" dirty="0"/>
              <a:t>),</a:t>
            </a:r>
          </a:p>
          <a:p>
            <a:r>
              <a:rPr lang="sl-SI" sz="1400" dirty="0"/>
              <a:t>rojenje na osnovi </a:t>
            </a:r>
            <a:r>
              <a:rPr lang="sl-SI" sz="1400" b="1" dirty="0"/>
              <a:t>gostote </a:t>
            </a:r>
            <a:r>
              <a:rPr lang="sl-SI" sz="1400" dirty="0"/>
              <a:t>(</a:t>
            </a:r>
            <a:r>
              <a:rPr lang="sl-SI" sz="1400" dirty="0" err="1"/>
              <a:t>density-based</a:t>
            </a:r>
            <a:r>
              <a:rPr lang="sl-SI" sz="1400" dirty="0"/>
              <a:t>)[39, 41], </a:t>
            </a:r>
          </a:p>
          <a:p>
            <a:r>
              <a:rPr lang="sl-SI" sz="1400" dirty="0"/>
              <a:t>rojenje na osnovi </a:t>
            </a:r>
            <a:r>
              <a:rPr lang="sl-SI" sz="1400" b="1" dirty="0"/>
              <a:t>razpršenosti </a:t>
            </a:r>
            <a:r>
              <a:rPr lang="sl-SI" sz="1400" dirty="0"/>
              <a:t>(</a:t>
            </a:r>
            <a:r>
              <a:rPr lang="sl-SI" sz="1400" dirty="0" err="1"/>
              <a:t>scatter-based</a:t>
            </a:r>
            <a:r>
              <a:rPr lang="sl-SI" sz="1400" dirty="0"/>
              <a:t>) [8],</a:t>
            </a:r>
          </a:p>
          <a:p>
            <a:r>
              <a:rPr lang="sl-SI" sz="1400" dirty="0">
                <a:solidFill>
                  <a:srgbClr val="FF0000"/>
                </a:solidFill>
              </a:rPr>
              <a:t>rojenje s </a:t>
            </a:r>
            <a:r>
              <a:rPr lang="sl-SI" sz="1400" b="1" dirty="0">
                <a:solidFill>
                  <a:srgbClr val="FF0000"/>
                </a:solidFill>
              </a:rPr>
              <a:t>vektorsko kvantizacijo </a:t>
            </a:r>
            <a:r>
              <a:rPr lang="sl-SI" sz="1400" dirty="0"/>
              <a:t>(</a:t>
            </a:r>
            <a:r>
              <a:rPr lang="sl-SI" sz="1400" dirty="0" err="1"/>
              <a:t>vector</a:t>
            </a:r>
            <a:r>
              <a:rPr lang="sl-SI" sz="1400" dirty="0"/>
              <a:t> </a:t>
            </a:r>
            <a:r>
              <a:rPr lang="sl-SI" sz="1400" dirty="0" err="1"/>
              <a:t>quantization</a:t>
            </a:r>
            <a:r>
              <a:rPr lang="sl-SI" sz="1400" dirty="0"/>
              <a:t>) [49],  </a:t>
            </a:r>
          </a:p>
          <a:p>
            <a:r>
              <a:rPr lang="sl-SI" sz="1400" b="1" dirty="0" err="1"/>
              <a:t>eGauss</a:t>
            </a:r>
            <a:r>
              <a:rPr lang="sl-SI" sz="1400" b="1" dirty="0"/>
              <a:t>+</a:t>
            </a:r>
            <a:r>
              <a:rPr lang="en-US" sz="1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</a:t>
            </a:r>
            <a:r>
              <a:rPr lang="sl-SI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idr.</a:t>
            </a:r>
          </a:p>
        </p:txBody>
      </p:sp>
      <p:pic>
        <p:nvPicPr>
          <p:cNvPr id="8" name="Slika 7" descr="Slika, ki vsebuje besede besedilo&#10;&#10;Opis je samodejno ustvarjen">
            <a:extLst>
              <a:ext uri="{FF2B5EF4-FFF2-40B4-BE49-F238E27FC236}">
                <a16:creationId xmlns:a16="http://schemas.microsoft.com/office/drawing/2014/main" id="{F057BFDF-3E42-4BB8-8623-4B77CC947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950" y="4434840"/>
            <a:ext cx="5458968" cy="185604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54B71B-2949-4EE9-AA67-6232A6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9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4" name="Slika 1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55479145-6CF5-47A0-93D5-23934F8F8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330" y="2833687"/>
            <a:ext cx="3467100" cy="1190625"/>
          </a:xfrm>
          <a:prstGeom prst="rect">
            <a:avLst/>
          </a:prstGeom>
        </p:spPr>
      </p:pic>
      <p:pic>
        <p:nvPicPr>
          <p:cNvPr id="15" name="Slika 14">
            <a:extLst>
              <a:ext uri="{FF2B5EF4-FFF2-40B4-BE49-F238E27FC236}">
                <a16:creationId xmlns:a16="http://schemas.microsoft.com/office/drawing/2014/main" id="{9B312533-066A-49D1-9F28-DEFD44A7D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0068" y="2202681"/>
            <a:ext cx="4086225" cy="561975"/>
          </a:xfrm>
          <a:prstGeom prst="rect">
            <a:avLst/>
          </a:prstGeom>
        </p:spPr>
      </p:pic>
      <p:pic>
        <p:nvPicPr>
          <p:cNvPr id="17" name="Slika 4">
            <a:extLst>
              <a:ext uri="{FF2B5EF4-FFF2-40B4-BE49-F238E27FC236}">
                <a16:creationId xmlns:a16="http://schemas.microsoft.com/office/drawing/2014/main" id="{593A5D32-7A7C-4F7C-B891-CFFFAA1A15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8268" y="617856"/>
            <a:ext cx="3286125" cy="514350"/>
          </a:xfrm>
          <a:prstGeom prst="rect">
            <a:avLst/>
          </a:prstGeom>
        </p:spPr>
      </p:pic>
      <p:pic>
        <p:nvPicPr>
          <p:cNvPr id="19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D35C37BC-E55C-473D-B7A2-48AD29E8CD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7185" y="1111471"/>
            <a:ext cx="48482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5400"/>
              <a:t>Dodajanje rojev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3304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1800" b="1" dirty="0"/>
              <a:t>Razdalja</a:t>
            </a:r>
            <a:r>
              <a:rPr lang="sl-SI" sz="1800" dirty="0"/>
              <a:t> novega vzorca (Evklidova, </a:t>
            </a:r>
            <a:r>
              <a:rPr lang="sl-SI" sz="1800" dirty="0" err="1"/>
              <a:t>Mahalanobisova</a:t>
            </a:r>
            <a:r>
              <a:rPr lang="sl-SI" sz="1800" dirty="0"/>
              <a:t>) do obstoječih struktur [49,4,5],</a:t>
            </a:r>
          </a:p>
          <a:p>
            <a:r>
              <a:rPr lang="sl-SI" sz="1800" b="1" dirty="0"/>
              <a:t>Pripadnost</a:t>
            </a:r>
            <a:r>
              <a:rPr lang="sl-SI" sz="1800" dirty="0"/>
              <a:t> novega vzorca obstoječim strukturam (</a:t>
            </a:r>
            <a:r>
              <a:rPr lang="en-US" sz="1800" i="1" dirty="0">
                <a:effectLst/>
                <a:ea typeface="Calibri" panose="020F0502020204030204" pitchFamily="34" charset="0"/>
              </a:rPr>
              <a:t>є</a:t>
            </a:r>
            <a:r>
              <a:rPr lang="en-US" sz="1800" dirty="0">
                <a:effectLst/>
                <a:ea typeface="Calibri" panose="020F0502020204030204" pitchFamily="34" charset="0"/>
              </a:rPr>
              <a:t>-completeness</a:t>
            </a:r>
            <a:r>
              <a:rPr lang="sl-SI" sz="1800" dirty="0"/>
              <a:t>) [3],</a:t>
            </a:r>
          </a:p>
          <a:p>
            <a:r>
              <a:rPr lang="sl-SI" sz="1800" b="1" dirty="0"/>
              <a:t>Potencial</a:t>
            </a:r>
            <a:r>
              <a:rPr lang="sl-SI" sz="1800" dirty="0"/>
              <a:t> (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sl-SI" sz="1800" dirty="0"/>
              <a:t>) vzorca [3],</a:t>
            </a:r>
          </a:p>
          <a:p>
            <a:r>
              <a:rPr lang="sl-SI" sz="1800" b="1" dirty="0"/>
              <a:t>Gostota</a:t>
            </a:r>
            <a:r>
              <a:rPr lang="sl-SI" sz="1800" dirty="0"/>
              <a:t> (</a:t>
            </a:r>
            <a:r>
              <a:rPr lang="sl-SI" sz="1800" dirty="0" err="1"/>
              <a:t>density</a:t>
            </a:r>
            <a:r>
              <a:rPr lang="sl-SI" sz="1800" dirty="0"/>
              <a:t>) vzorca [39],</a:t>
            </a:r>
          </a:p>
          <a:p>
            <a:r>
              <a:rPr lang="sl-SI" sz="1800" dirty="0"/>
              <a:t>Največje </a:t>
            </a:r>
            <a:r>
              <a:rPr lang="sl-SI" sz="1800" b="1" dirty="0"/>
              <a:t>dovoljeno število rojev</a:t>
            </a:r>
            <a:r>
              <a:rPr lang="sl-SI" sz="1800" dirty="0"/>
              <a:t> [39],</a:t>
            </a:r>
          </a:p>
          <a:p>
            <a:r>
              <a:rPr lang="sl-SI" sz="1800" dirty="0"/>
              <a:t>Število vzorcev od zadnjega dodanega roja [39] idr. </a:t>
            </a:r>
          </a:p>
          <a:p>
            <a:pPr marL="0" indent="0">
              <a:buNone/>
            </a:pPr>
            <a:endParaRPr lang="sl-SI" sz="1800" dirty="0"/>
          </a:p>
          <a:p>
            <a:pPr marL="0" indent="0">
              <a:buNone/>
            </a:pPr>
            <a:r>
              <a:rPr lang="sl-SI" sz="1800" dirty="0"/>
              <a:t>Dodani roji so </a:t>
            </a:r>
            <a:r>
              <a:rPr lang="sl-SI" sz="1800" dirty="0" err="1"/>
              <a:t>inicializirani</a:t>
            </a:r>
            <a:r>
              <a:rPr lang="sl-SI" sz="1800" dirty="0"/>
              <a:t> z ničtimi vrednostmi ali na podlagi bližnjih rojev [45].</a:t>
            </a:r>
          </a:p>
          <a:p>
            <a:endParaRPr lang="sl-SI" sz="2200" dirty="0"/>
          </a:p>
          <a:p>
            <a:endParaRPr lang="sl-SI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2933B-F06D-4267-87AB-9A97A4C4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10</a:t>
            </a:fld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600"/>
              <a:t>Združevanje, razcep in odstranjevanje rojev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l-SI" sz="1800" dirty="0"/>
              <a:t>Naključni vzorci iz toka podatkov ustvarijo </a:t>
            </a:r>
            <a:r>
              <a:rPr lang="sl-SI" sz="1800" b="1" dirty="0"/>
              <a:t>prekomerno število rojev</a:t>
            </a:r>
            <a:r>
              <a:rPr lang="sl-SI" sz="1800" dirty="0"/>
              <a:t>. </a:t>
            </a:r>
          </a:p>
          <a:p>
            <a:pPr marL="0" indent="0">
              <a:buNone/>
            </a:pPr>
            <a:r>
              <a:rPr lang="sl-SI" sz="1800" dirty="0"/>
              <a:t>Z dodajanjem vzorcev ali zaradi lezenja sistema (</a:t>
            </a:r>
            <a:r>
              <a:rPr lang="sl-SI" sz="1800" dirty="0" err="1"/>
              <a:t>drift</a:t>
            </a:r>
            <a:r>
              <a:rPr lang="sl-SI" sz="1800" dirty="0"/>
              <a:t>) [6]:</a:t>
            </a:r>
          </a:p>
          <a:p>
            <a:pPr lvl="1"/>
            <a:r>
              <a:rPr lang="sl-SI" sz="1800" b="1" dirty="0"/>
              <a:t>približevanje </a:t>
            </a:r>
            <a:r>
              <a:rPr lang="sl-SI" sz="1800" dirty="0"/>
              <a:t>rojev</a:t>
            </a:r>
            <a:r>
              <a:rPr lang="sl-SI" sz="1800" b="1" dirty="0"/>
              <a:t> </a:t>
            </a:r>
            <a:r>
              <a:rPr lang="sl-SI" sz="1800" dirty="0"/>
              <a:t>(</a:t>
            </a:r>
            <a:r>
              <a:rPr lang="en-US" sz="1800" dirty="0"/>
              <a:t>coalescence</a:t>
            </a:r>
            <a:r>
              <a:rPr lang="sl-SI" sz="1800" dirty="0"/>
              <a:t>),</a:t>
            </a:r>
          </a:p>
          <a:p>
            <a:pPr lvl="1"/>
            <a:r>
              <a:rPr lang="sl-SI" sz="1800" b="1" dirty="0"/>
              <a:t>separacija </a:t>
            </a:r>
            <a:r>
              <a:rPr lang="sl-SI" sz="1800" dirty="0"/>
              <a:t>rojev</a:t>
            </a:r>
            <a:r>
              <a:rPr lang="sl-SI" sz="1800" b="1" dirty="0"/>
              <a:t> </a:t>
            </a:r>
            <a:r>
              <a:rPr lang="sl-SI" sz="1800" dirty="0"/>
              <a:t>(</a:t>
            </a:r>
            <a:r>
              <a:rPr lang="en-US" sz="1800" dirty="0"/>
              <a:t>delamination</a:t>
            </a:r>
            <a:r>
              <a:rPr lang="sl-SI" sz="1800" dirty="0"/>
              <a:t>).</a:t>
            </a:r>
          </a:p>
          <a:p>
            <a:pPr marL="0" indent="0">
              <a:buNone/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 in razcep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 lahko kompenzira za slabo izbiro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hiperparametrov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metode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[49]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sl-SI" sz="1800" dirty="0"/>
          </a:p>
          <a:p>
            <a:pPr marL="0" indent="0">
              <a:buNone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Kompromis med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dolgoročno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stabilnostjo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kratkoročno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plastičnostjo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plasticity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[12, 49].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l-SI" sz="1800" dirty="0"/>
              <a:t>Z </a:t>
            </a:r>
            <a:r>
              <a:rPr lang="sl-SI" sz="1800" b="1" dirty="0"/>
              <a:t>odstranjevanjem</a:t>
            </a:r>
            <a:r>
              <a:rPr lang="sl-SI" sz="1800" dirty="0"/>
              <a:t> rojev lahko povečamo </a:t>
            </a:r>
            <a:r>
              <a:rPr lang="sl-SI" sz="1800" b="1" dirty="0"/>
              <a:t>natančnost</a:t>
            </a:r>
            <a:r>
              <a:rPr lang="sl-SI" sz="1800" dirty="0"/>
              <a:t> ali </a:t>
            </a:r>
            <a:r>
              <a:rPr lang="sl-SI" sz="1800" b="1" dirty="0"/>
              <a:t>poenostavimo strukturo </a:t>
            </a:r>
            <a:r>
              <a:rPr lang="sl-SI" sz="1800" dirty="0"/>
              <a:t>modela. Obstoječi roji so lahko napačni zaradi osamelcev ali sprememb v lastnostih sistema. </a:t>
            </a:r>
          </a:p>
          <a:p>
            <a:endParaRPr lang="sl-SI" sz="2200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E962-2C8A-4C58-AF53-3B13DFF7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Pogoji za 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1800" b="1" dirty="0"/>
              <a:t>prekrivanje </a:t>
            </a:r>
            <a:r>
              <a:rPr lang="sl-SI" sz="1800" dirty="0"/>
              <a:t>in </a:t>
            </a:r>
            <a:r>
              <a:rPr lang="sl-SI" sz="1800" b="1" dirty="0"/>
              <a:t>mere verjetnostne različnosti </a:t>
            </a:r>
            <a:r>
              <a:rPr lang="sl-SI" sz="1800" dirty="0"/>
              <a:t>rojev [5] (relativna entropija, </a:t>
            </a:r>
            <a:r>
              <a:rPr lang="en-US" sz="1800" dirty="0" err="1"/>
              <a:t>Bhattacharyy</a:t>
            </a:r>
            <a:r>
              <a:rPr lang="sl-SI" sz="1800" dirty="0" err="1"/>
              <a:t>ajeva</a:t>
            </a:r>
            <a:r>
              <a:rPr lang="sl-SI" sz="1800" dirty="0"/>
              <a:t> razdalja [6]),</a:t>
            </a:r>
          </a:p>
          <a:p>
            <a:r>
              <a:rPr lang="sl-SI" sz="1800" dirty="0"/>
              <a:t>podobnosti med </a:t>
            </a:r>
            <a:r>
              <a:rPr lang="sl-SI" sz="1800" b="1" dirty="0"/>
              <a:t>aktivacijami pravil</a:t>
            </a:r>
            <a:r>
              <a:rPr lang="sl-SI" sz="1800" dirty="0"/>
              <a:t> [5],</a:t>
            </a:r>
          </a:p>
          <a:p>
            <a:r>
              <a:rPr lang="sl-SI" sz="1800" b="1" dirty="0"/>
              <a:t>razdalje</a:t>
            </a:r>
            <a:r>
              <a:rPr lang="sl-SI" sz="1800" dirty="0"/>
              <a:t> med roji (</a:t>
            </a:r>
            <a:r>
              <a:rPr lang="en-US" sz="1800" dirty="0"/>
              <a:t>Welch test</a:t>
            </a:r>
            <a:r>
              <a:rPr lang="sl-SI" sz="1800" dirty="0"/>
              <a:t>) </a:t>
            </a:r>
            <a:r>
              <a:rPr lang="en-US" sz="1800" dirty="0"/>
              <a:t>[</a:t>
            </a:r>
            <a:r>
              <a:rPr lang="sl-SI" sz="1800" dirty="0"/>
              <a:t>5,14,</a:t>
            </a:r>
            <a:r>
              <a:rPr lang="en-US" sz="1800" dirty="0"/>
              <a:t>17</a:t>
            </a:r>
            <a:r>
              <a:rPr lang="sl-SI" sz="1800" dirty="0"/>
              <a:t>,20</a:t>
            </a:r>
            <a:r>
              <a:rPr lang="en-US" sz="1800" dirty="0"/>
              <a:t>]</a:t>
            </a:r>
            <a:r>
              <a:rPr lang="sl-SI" sz="1800" dirty="0"/>
              <a:t> ali informacijskimi granuli [54],</a:t>
            </a:r>
          </a:p>
          <a:p>
            <a:r>
              <a:rPr lang="sl-SI" sz="1800" dirty="0"/>
              <a:t>primerjava </a:t>
            </a:r>
            <a:r>
              <a:rPr lang="sl-SI" sz="1800" b="1" dirty="0"/>
              <a:t>posledičnih parametrov </a:t>
            </a:r>
            <a:r>
              <a:rPr lang="sl-SI" sz="1800" dirty="0"/>
              <a:t>[5,19] idr.</a:t>
            </a:r>
          </a:p>
        </p:txBody>
      </p:sp>
      <p:pic>
        <p:nvPicPr>
          <p:cNvPr id="6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E9FA8733-898D-4316-BA85-8FDE057B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716" y="4243244"/>
            <a:ext cx="1931988" cy="73353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291E1AF-4115-4282-B2FE-8F606C019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815" y="4415850"/>
            <a:ext cx="2452370" cy="593725"/>
          </a:xfrm>
          <a:prstGeom prst="rect">
            <a:avLst/>
          </a:prstGeom>
        </p:spPr>
      </p:pic>
      <p:pic>
        <p:nvPicPr>
          <p:cNvPr id="9" name="Picture 38">
            <a:extLst>
              <a:ext uri="{FF2B5EF4-FFF2-40B4-BE49-F238E27FC236}">
                <a16:creationId xmlns:a16="http://schemas.microsoft.com/office/drawing/2014/main" id="{08397847-3EC8-41A8-845B-2FBD81FAC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570" y="5237599"/>
            <a:ext cx="3638550" cy="361950"/>
          </a:xfrm>
          <a:prstGeom prst="rect">
            <a:avLst/>
          </a:prstGeom>
        </p:spPr>
      </p:pic>
      <p:pic>
        <p:nvPicPr>
          <p:cNvPr id="11" name="Picture 30" descr="Text&#10;&#10;Description automatically generated">
            <a:extLst>
              <a:ext uri="{FF2B5EF4-FFF2-40B4-BE49-F238E27FC236}">
                <a16:creationId xmlns:a16="http://schemas.microsoft.com/office/drawing/2014/main" id="{034D35BE-C44A-447B-BBD7-5C6D40613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36" y="5883275"/>
            <a:ext cx="3343275" cy="609600"/>
          </a:xfrm>
          <a:prstGeom prst="rect">
            <a:avLst/>
          </a:prstGeom>
        </p:spPr>
      </p:pic>
      <p:pic>
        <p:nvPicPr>
          <p:cNvPr id="12" name="Picture 40">
            <a:extLst>
              <a:ext uri="{FF2B5EF4-FFF2-40B4-BE49-F238E27FC236}">
                <a16:creationId xmlns:a16="http://schemas.microsoft.com/office/drawing/2014/main" id="{9E3844B7-9FB4-4EC3-B021-7666C8705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95" y="4797273"/>
            <a:ext cx="3571875" cy="361950"/>
          </a:xfrm>
          <a:prstGeom prst="rect">
            <a:avLst/>
          </a:prstGeom>
        </p:spPr>
      </p:pic>
      <p:pic>
        <p:nvPicPr>
          <p:cNvPr id="13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7E163A39-C47C-4ABB-8365-825A3596D2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736" y="5364725"/>
            <a:ext cx="3743325" cy="600075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C0305A5C-8631-4428-868E-2FC70A2C84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9845" y="3386585"/>
            <a:ext cx="4867275" cy="647700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9285C982-D10D-4F3A-8964-EB41CAA88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2949" y="5342376"/>
            <a:ext cx="3389889" cy="648378"/>
          </a:xfrm>
          <a:prstGeom prst="rect">
            <a:avLst/>
          </a:prstGeom>
        </p:spPr>
      </p:pic>
      <p:pic>
        <p:nvPicPr>
          <p:cNvPr id="15" name="Slika 14" descr="Slika, ki vsebuje besede besedilo&#10;&#10;Opis je samodejno ustvarjen">
            <a:extLst>
              <a:ext uri="{FF2B5EF4-FFF2-40B4-BE49-F238E27FC236}">
                <a16:creationId xmlns:a16="http://schemas.microsoft.com/office/drawing/2014/main" id="{A72A30FA-8B45-42DA-8F3F-0D95941C3C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695" y="3606773"/>
            <a:ext cx="4514574" cy="9849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D8633-541B-420F-A173-E1948BC3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12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B04AA810-EACD-4DFC-9DCC-E0C6931238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7509" y="2219301"/>
            <a:ext cx="33147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ekurzivno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uteženo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povprečje središč in </a:t>
            </a:r>
            <a:r>
              <a:rPr lang="sl-SI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kovariančnih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matrik rojev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[19, 43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,51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konveksna ovojnica (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convex</a:t>
            </a:r>
            <a:r>
              <a:rPr lang="sl-SI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0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hull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granul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[48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,50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sl-SI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sl-SI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05AE727E-5F2F-448B-B67B-8E426C9AD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317" y="2211388"/>
            <a:ext cx="2400300" cy="1276350"/>
          </a:xfrm>
          <a:prstGeom prst="rect">
            <a:avLst/>
          </a:prstGeom>
        </p:spPr>
      </p:pic>
      <p:pic>
        <p:nvPicPr>
          <p:cNvPr id="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4C194844-4B49-488E-95FC-55F500B72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044" y="3429000"/>
            <a:ext cx="5229225" cy="60960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299FABD-8B15-4E2C-B0B2-06D58E333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943" y="4108658"/>
            <a:ext cx="3781425" cy="381000"/>
          </a:xfrm>
          <a:prstGeom prst="rect">
            <a:avLst/>
          </a:prstGeom>
        </p:spPr>
      </p:pic>
      <p:pic>
        <p:nvPicPr>
          <p:cNvPr id="7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8D96EC5-A7EA-4DD7-9156-AA907DF54D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33" y="346722"/>
            <a:ext cx="4991100" cy="1419225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78C6B1A8-541D-468B-A2E2-1A29D3A6CE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42" y="5028222"/>
            <a:ext cx="3181350" cy="723900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8E30AE7B-FC11-425D-8493-C870E16D44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942" y="5813132"/>
            <a:ext cx="2371725" cy="1028700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5CCB4BE9-CBDD-45AF-AA81-7DCEE4C1DE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1421" y="4761416"/>
            <a:ext cx="3781425" cy="19814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8E6C9B-9B91-4745-BD30-B8FE96C6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13</a:t>
            </a:fld>
            <a:endParaRPr lang="sl-SI"/>
          </a:p>
        </p:txBody>
      </p:sp>
      <p:pic>
        <p:nvPicPr>
          <p:cNvPr id="13" name="Slika 12">
            <a:extLst>
              <a:ext uri="{FF2B5EF4-FFF2-40B4-BE49-F238E27FC236}">
                <a16:creationId xmlns:a16="http://schemas.microsoft.com/office/drawing/2014/main" id="{1488F8C6-9C92-44CD-88DC-6435E4A17C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219" y="2840344"/>
            <a:ext cx="4868517" cy="1907442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D8221DEE-20B2-42A7-95A7-353C353DA5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6525" y="4968958"/>
            <a:ext cx="1726798" cy="135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Razcep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1800" b="1" dirty="0"/>
              <a:t>Neprimerni parametri združevanja,</a:t>
            </a:r>
          </a:p>
          <a:p>
            <a:r>
              <a:rPr lang="sl-SI" sz="1800" b="1" dirty="0"/>
              <a:t>Lezenje parametrov </a:t>
            </a:r>
            <a:r>
              <a:rPr lang="sl-SI" sz="1800" dirty="0"/>
              <a:t>in </a:t>
            </a:r>
            <a:r>
              <a:rPr lang="sl-SI" sz="1800" b="1" dirty="0"/>
              <a:t>konceptualni pomiki </a:t>
            </a:r>
            <a:r>
              <a:rPr lang="sl-SI" sz="1800" dirty="0"/>
              <a:t>v toku podatkov,</a:t>
            </a:r>
          </a:p>
          <a:p>
            <a:r>
              <a:rPr lang="sl-SI" sz="1800" dirty="0"/>
              <a:t>Potreba po </a:t>
            </a:r>
            <a:r>
              <a:rPr lang="sl-SI" sz="1800" b="1" dirty="0"/>
              <a:t>natančnejšem deljenju prostora </a:t>
            </a:r>
            <a:r>
              <a:rPr lang="sl-SI" sz="1800" dirty="0"/>
              <a:t>idr.</a:t>
            </a:r>
          </a:p>
          <a:p>
            <a:pPr marL="0" indent="0">
              <a:buNone/>
            </a:pPr>
            <a:r>
              <a:rPr lang="sl-SI" sz="1800" dirty="0"/>
              <a:t> </a:t>
            </a:r>
          </a:p>
          <a:p>
            <a:r>
              <a:rPr lang="sl-SI" sz="1800" b="1" dirty="0"/>
              <a:t>Akumulirana relativna napaka </a:t>
            </a:r>
            <a:r>
              <a:rPr lang="sl-SI" sz="1800" dirty="0"/>
              <a:t>[5],</a:t>
            </a:r>
          </a:p>
          <a:p>
            <a:r>
              <a:rPr lang="sl-SI" sz="1800" b="1" dirty="0" err="1"/>
              <a:t>Welch</a:t>
            </a:r>
            <a:r>
              <a:rPr lang="sl-SI" sz="1800" b="1" dirty="0"/>
              <a:t> test </a:t>
            </a:r>
            <a:r>
              <a:rPr lang="en-US" sz="1800" dirty="0"/>
              <a:t>[6]</a:t>
            </a:r>
            <a:r>
              <a:rPr lang="sl-SI" sz="1800" dirty="0"/>
              <a:t>,</a:t>
            </a:r>
          </a:p>
          <a:p>
            <a:r>
              <a:rPr lang="sl-SI" sz="1800" b="1" dirty="0" err="1"/>
              <a:t>Bayesov</a:t>
            </a:r>
            <a:r>
              <a:rPr lang="sl-SI" sz="1800" b="1" dirty="0"/>
              <a:t> informacijski kriterij </a:t>
            </a:r>
            <a:r>
              <a:rPr lang="sl-SI" sz="1800" dirty="0"/>
              <a:t>(</a:t>
            </a:r>
            <a:r>
              <a:rPr lang="en-US" sz="1800" dirty="0"/>
              <a:t>Bayesian information criterion</a:t>
            </a:r>
            <a:r>
              <a:rPr lang="sl-SI" sz="1800" dirty="0"/>
              <a:t>)</a:t>
            </a:r>
            <a:r>
              <a:rPr lang="en-US" sz="1800" dirty="0"/>
              <a:t> </a:t>
            </a:r>
            <a:r>
              <a:rPr lang="sl-SI" sz="1800" dirty="0"/>
              <a:t>[6, 51],</a:t>
            </a:r>
          </a:p>
          <a:p>
            <a:r>
              <a:rPr lang="sl-SI" sz="1800" b="1" dirty="0" err="1"/>
              <a:t>partition</a:t>
            </a:r>
            <a:r>
              <a:rPr lang="sl-SI" sz="1800" b="1" dirty="0"/>
              <a:t> </a:t>
            </a:r>
            <a:r>
              <a:rPr lang="sl-SI" sz="1800" b="1" dirty="0" err="1"/>
              <a:t>separation</a:t>
            </a:r>
            <a:r>
              <a:rPr lang="sl-SI" sz="1800" b="1" dirty="0"/>
              <a:t> </a:t>
            </a:r>
            <a:r>
              <a:rPr lang="sl-SI" sz="1800" b="1" dirty="0" err="1"/>
              <a:t>index</a:t>
            </a:r>
            <a:r>
              <a:rPr lang="sl-SI" sz="1800" b="1" dirty="0"/>
              <a:t> </a:t>
            </a:r>
            <a:r>
              <a:rPr lang="sl-SI" sz="1800" dirty="0"/>
              <a:t>[53] idr. </a:t>
            </a:r>
          </a:p>
          <a:p>
            <a:endParaRPr lang="sl-SI" dirty="0"/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36793C1F-057D-4B6B-9D4A-9F59918B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432226"/>
            <a:ext cx="2232660" cy="67627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2C874A5-9A3A-423F-80E9-B6066E1F2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110" y="3268645"/>
            <a:ext cx="2343150" cy="7524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15621-BC18-49F0-A004-F4F392B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14</a:t>
            </a:fld>
            <a:endParaRPr lang="sl-SI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4CE520FE-C4F6-43B8-B031-17947DA23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6458" y="4800754"/>
            <a:ext cx="4165293" cy="937030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2996BBE6-449F-40ED-A9B1-36B3DCF47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249" y="5020290"/>
            <a:ext cx="3467100" cy="85725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93682EC8-A214-42AB-9C93-DB4608C518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2161034"/>
            <a:ext cx="3081151" cy="365126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90C3A944-1147-4C9D-95F1-94FE4D6DD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4068" y="5020290"/>
            <a:ext cx="22383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ADE6F06D-CBC0-4C63-81F2-CF0BE62B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Razcep rojev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56187702-45A0-47FE-A28D-88475E6114A6}"/>
              </a:ext>
            </a:extLst>
          </p:cNvPr>
          <p:cNvSpPr txBox="1"/>
          <p:nvPr/>
        </p:nvSpPr>
        <p:spPr>
          <a:xfrm>
            <a:off x="630936" y="2807208"/>
            <a:ext cx="4816188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Hranjenje</a:t>
            </a:r>
            <a:r>
              <a:rPr lang="en-US" sz="2000" b="1" dirty="0"/>
              <a:t> </a:t>
            </a:r>
            <a:r>
              <a:rPr lang="en-US" sz="2000" b="1" dirty="0" err="1"/>
              <a:t>dodatnih</a:t>
            </a:r>
            <a:r>
              <a:rPr lang="en-US" sz="2000" b="1" dirty="0"/>
              <a:t> </a:t>
            </a:r>
            <a:r>
              <a:rPr lang="sl-SI" sz="2000" b="1" dirty="0"/>
              <a:t>struktur</a:t>
            </a:r>
            <a:r>
              <a:rPr lang="en-US" sz="2000" b="1" dirty="0"/>
              <a:t> </a:t>
            </a:r>
            <a:r>
              <a:rPr lang="en-US" sz="2000" dirty="0" err="1"/>
              <a:t>znotraj</a:t>
            </a:r>
            <a:r>
              <a:rPr lang="en-US" sz="2000" dirty="0"/>
              <a:t> </a:t>
            </a:r>
            <a:r>
              <a:rPr lang="en-US" sz="2000" dirty="0" err="1"/>
              <a:t>rojev</a:t>
            </a:r>
            <a:r>
              <a:rPr lang="en-US" sz="2000" dirty="0"/>
              <a:t> (Gaussian mixture model) [51]</a:t>
            </a:r>
            <a:r>
              <a:rPr lang="sl-SI" sz="2000" dirty="0"/>
              <a:t>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l-SI" sz="2000" dirty="0"/>
              <a:t>D</a:t>
            </a:r>
            <a:r>
              <a:rPr lang="en-US" sz="2000" dirty="0" err="1"/>
              <a:t>eljenje</a:t>
            </a:r>
            <a:r>
              <a:rPr lang="en-US" sz="2000" dirty="0"/>
              <a:t> </a:t>
            </a:r>
            <a:r>
              <a:rPr lang="en-US" sz="2000" dirty="0" err="1"/>
              <a:t>roja</a:t>
            </a:r>
            <a:r>
              <a:rPr lang="en-US" sz="2000" dirty="0"/>
              <a:t> v </a:t>
            </a:r>
            <a:r>
              <a:rPr lang="en-US" sz="2000" dirty="0" err="1"/>
              <a:t>smeri</a:t>
            </a:r>
            <a:r>
              <a:rPr lang="en-US" sz="2000" dirty="0"/>
              <a:t> </a:t>
            </a:r>
            <a:r>
              <a:rPr lang="en-US" sz="2000" b="1" dirty="0" err="1"/>
              <a:t>največje</a:t>
            </a:r>
            <a:r>
              <a:rPr lang="en-US" sz="2000" b="1" dirty="0"/>
              <a:t> </a:t>
            </a:r>
            <a:r>
              <a:rPr lang="en-US" sz="2000" b="1" dirty="0" err="1"/>
              <a:t>lastne</a:t>
            </a:r>
            <a:r>
              <a:rPr lang="en-US" sz="2000" b="1" dirty="0"/>
              <a:t> </a:t>
            </a:r>
            <a:r>
              <a:rPr lang="en-US" sz="2000" b="1" dirty="0" err="1"/>
              <a:t>vrednosti</a:t>
            </a:r>
            <a:r>
              <a:rPr lang="en-US" sz="2000" b="1" dirty="0"/>
              <a:t> in </a:t>
            </a:r>
            <a:r>
              <a:rPr lang="en-US" sz="2000" b="1" dirty="0" err="1"/>
              <a:t>postavitev</a:t>
            </a:r>
            <a:r>
              <a:rPr lang="en-US" sz="2000" b="1" dirty="0"/>
              <a:t> </a:t>
            </a:r>
            <a:r>
              <a:rPr lang="en-US" sz="2000" b="1" dirty="0" err="1"/>
              <a:t>kovariančne</a:t>
            </a:r>
            <a:r>
              <a:rPr lang="en-US" sz="2000" b="1" dirty="0"/>
              <a:t> </a:t>
            </a:r>
            <a:r>
              <a:rPr lang="en-US" sz="2000" b="1" dirty="0" err="1"/>
              <a:t>matrike</a:t>
            </a:r>
            <a:r>
              <a:rPr lang="en-US" sz="2000" dirty="0"/>
              <a:t>, </a:t>
            </a:r>
            <a:r>
              <a:rPr lang="en-US" sz="2000" b="1" dirty="0" err="1"/>
              <a:t>števila</a:t>
            </a:r>
            <a:r>
              <a:rPr lang="en-US" sz="2000" b="1" dirty="0"/>
              <a:t> </a:t>
            </a:r>
            <a:r>
              <a:rPr lang="en-US" sz="2000" b="1" dirty="0" err="1"/>
              <a:t>delcev</a:t>
            </a:r>
            <a:r>
              <a:rPr lang="en-US" sz="2000" b="1" dirty="0"/>
              <a:t> </a:t>
            </a:r>
            <a:r>
              <a:rPr lang="en-US" sz="2000" b="1" dirty="0" err="1"/>
              <a:t>na</a:t>
            </a:r>
            <a:r>
              <a:rPr lang="en-US" sz="2000" b="1" dirty="0"/>
              <a:t> </a:t>
            </a:r>
            <a:r>
              <a:rPr lang="en-US" sz="2000" b="1" dirty="0" err="1"/>
              <a:t>polovico</a:t>
            </a:r>
            <a:r>
              <a:rPr lang="en-US" sz="2000" dirty="0"/>
              <a:t>. 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Nekateri</a:t>
            </a:r>
            <a:r>
              <a:rPr lang="en-US" sz="2000" dirty="0"/>
              <a:t> </a:t>
            </a:r>
            <a:r>
              <a:rPr lang="en-US" sz="2000" dirty="0" err="1"/>
              <a:t>modeli</a:t>
            </a:r>
            <a:r>
              <a:rPr lang="en-US" sz="2000" dirty="0"/>
              <a:t> </a:t>
            </a:r>
            <a:r>
              <a:rPr lang="en-US" sz="2000" dirty="0" err="1"/>
              <a:t>primerjajo</a:t>
            </a:r>
            <a:r>
              <a:rPr lang="en-US" sz="2000" dirty="0"/>
              <a:t> </a:t>
            </a:r>
            <a:r>
              <a:rPr lang="en-US" sz="2000" dirty="0" err="1"/>
              <a:t>kvaliteto</a:t>
            </a:r>
            <a:r>
              <a:rPr lang="en-US" sz="2000" dirty="0"/>
              <a:t> </a:t>
            </a:r>
            <a:r>
              <a:rPr lang="en-US" sz="2000" dirty="0" err="1"/>
              <a:t>modela</a:t>
            </a:r>
            <a:r>
              <a:rPr lang="en-US" sz="2000" dirty="0"/>
              <a:t> pred in po </a:t>
            </a:r>
            <a:r>
              <a:rPr lang="en-US" sz="2000" dirty="0" err="1"/>
              <a:t>spremembi</a:t>
            </a:r>
            <a:r>
              <a:rPr lang="en-US" sz="2000" dirty="0"/>
              <a:t> </a:t>
            </a:r>
            <a:r>
              <a:rPr lang="en-US" sz="2000" dirty="0" err="1"/>
              <a:t>strukture</a:t>
            </a:r>
            <a:r>
              <a:rPr lang="en-US" sz="2000" dirty="0"/>
              <a:t> [49]. </a:t>
            </a:r>
          </a:p>
        </p:txBody>
      </p:sp>
      <p:pic>
        <p:nvPicPr>
          <p:cNvPr id="16" name="Označba mesta vsebine 5">
            <a:extLst>
              <a:ext uri="{FF2B5EF4-FFF2-40B4-BE49-F238E27FC236}">
                <a16:creationId xmlns:a16="http://schemas.microsoft.com/office/drawing/2014/main" id="{D1666D87-9A10-419E-B128-18E00B23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34871" y="1683760"/>
            <a:ext cx="5106946" cy="2527937"/>
          </a:xfrm>
          <a:prstGeom prst="rect">
            <a:avLst/>
          </a:prstGeom>
        </p:spPr>
      </p:pic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59A0EAC-3961-45B1-8498-74C4999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42663209-40E7-4D5F-8D68-EB48F75F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871" y="974845"/>
            <a:ext cx="4981575" cy="590550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E0D5EAF2-CA5F-4C44-A2F0-70321E4E8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30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2886D7A-D4E7-495E-908F-E15497B1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000" dirty="0"/>
              <a:t>Z odstranjevanjem rojev povečamo natančnost ali poenostavimo strukturo modela. Obstoječ model je lahko napačen zaradi osamelcev ali sprememb v lastnostih sistema [53]. </a:t>
            </a:r>
          </a:p>
          <a:p>
            <a:r>
              <a:rPr lang="sl-SI" sz="2000" dirty="0"/>
              <a:t>Odstranjevanje je potrebno izvesti pazljivo, saj nočemo zavreči koristnih informaciji [39]. Osamelce ne moremo vedno izločiti, saj si zelo podobni cikličnim ali periodičnim pojavom. Ti dogodki so zastopani z manjšim številom vzorcev, ki pa vsebujejo veliko informacije. </a:t>
            </a:r>
          </a:p>
          <a:p>
            <a:r>
              <a:rPr lang="sl-SI" sz="2000" dirty="0"/>
              <a:t>prekrivanje </a:t>
            </a:r>
            <a:r>
              <a:rPr lang="en-US" sz="2000" dirty="0"/>
              <a:t>[12], </a:t>
            </a:r>
            <a:r>
              <a:rPr lang="sl-SI" sz="2000" dirty="0"/>
              <a:t>starost rojev [41,5]</a:t>
            </a:r>
            <a:r>
              <a:rPr lang="en-US" sz="2000" dirty="0"/>
              <a:t>,</a:t>
            </a:r>
            <a:r>
              <a:rPr lang="sl-SI" sz="2000" dirty="0"/>
              <a:t> uporabnost</a:t>
            </a:r>
            <a:r>
              <a:rPr lang="en-US" sz="2000" dirty="0"/>
              <a:t> </a:t>
            </a:r>
            <a:r>
              <a:rPr lang="sl-SI" sz="2000" dirty="0"/>
              <a:t>(</a:t>
            </a:r>
            <a:r>
              <a:rPr lang="en-US" sz="2000" i="1" dirty="0"/>
              <a:t>utility</a:t>
            </a:r>
            <a:r>
              <a:rPr lang="sl-SI" sz="2000" dirty="0"/>
              <a:t>)</a:t>
            </a:r>
            <a:r>
              <a:rPr lang="en-US" sz="2000" dirty="0"/>
              <a:t> (</a:t>
            </a:r>
            <a:r>
              <a:rPr lang="sl-SI" sz="2000" dirty="0"/>
              <a:t>akumulirana relativna aktivacija</a:t>
            </a:r>
            <a:r>
              <a:rPr lang="en-US" sz="2000" dirty="0"/>
              <a:t>,</a:t>
            </a:r>
            <a:r>
              <a:rPr lang="sl-SI" sz="2000" dirty="0"/>
              <a:t> redka aktivacija</a:t>
            </a:r>
            <a:r>
              <a:rPr lang="en-US" sz="2000" dirty="0"/>
              <a:t>,</a:t>
            </a:r>
            <a:r>
              <a:rPr lang="sl-SI" sz="2000" dirty="0"/>
              <a:t> nepomembnost</a:t>
            </a:r>
            <a:r>
              <a:rPr lang="en-US" sz="2000" dirty="0"/>
              <a:t>) [22,41,45</a:t>
            </a:r>
            <a:r>
              <a:rPr lang="sl-SI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r>
              <a:rPr lang="en-US" sz="2000" dirty="0"/>
              <a:t>], </a:t>
            </a:r>
            <a:r>
              <a:rPr lang="sl-SI" sz="2000" dirty="0"/>
              <a:t>število pripadajočih vzorcev [39,5]</a:t>
            </a:r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3EFBE3DE-D154-408C-90ED-EB5CCA965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5945187"/>
            <a:ext cx="1962150" cy="733425"/>
          </a:xfrm>
          <a:prstGeom prst="rect">
            <a:avLst/>
          </a:prstGeom>
        </p:spPr>
      </p:pic>
      <p:pic>
        <p:nvPicPr>
          <p:cNvPr id="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7DA9D3D4-84B5-4902-B19B-1A093CCC9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725" y="6013450"/>
            <a:ext cx="1962150" cy="6762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0C489-130A-427E-966A-0E8D44F9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 fontScale="90000"/>
          </a:bodyPr>
          <a:lstStyle/>
          <a:p>
            <a:r>
              <a:rPr lang="sl-SI" sz="3400" dirty="0"/>
              <a:t>Optimizacija posledičnega dela modela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F9CEB20-11ED-49A7-A1FC-827249F2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435" y="2254869"/>
            <a:ext cx="9532111" cy="423360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sl-SI" sz="1800" b="1" dirty="0"/>
              <a:t>Lokalna optimizacija </a:t>
            </a:r>
            <a:r>
              <a:rPr lang="sl-SI" sz="1800" dirty="0"/>
              <a:t>[15], kjer so </a:t>
            </a:r>
            <a:r>
              <a:rPr lang="sl-SI" sz="1800" b="1" dirty="0"/>
              <a:t>parametri vsakega lokalnega modela optimizirani posamezno</a:t>
            </a:r>
            <a:r>
              <a:rPr lang="sl-SI" sz="1800" dirty="0"/>
              <a:t>. To omogoča večjo robustnost in </a:t>
            </a:r>
            <a:r>
              <a:rPr lang="sl-SI" sz="1800" dirty="0" err="1"/>
              <a:t>interpretabilnost</a:t>
            </a:r>
            <a:r>
              <a:rPr lang="sl-SI" sz="1800" dirty="0"/>
              <a:t> lokalnih modelov.</a:t>
            </a:r>
          </a:p>
          <a:p>
            <a:r>
              <a:rPr lang="sl-SI" sz="1800" dirty="0"/>
              <a:t>mehko </a:t>
            </a:r>
            <a:r>
              <a:rPr lang="sl-SI" sz="1800" dirty="0" err="1"/>
              <a:t>utežena</a:t>
            </a:r>
            <a:r>
              <a:rPr lang="sl-SI" sz="1800" dirty="0"/>
              <a:t> rekurzivna metoda najmanjših kvadratov (</a:t>
            </a:r>
            <a:r>
              <a:rPr lang="en-US" sz="1800" dirty="0"/>
              <a:t>fuzzy weighted recursive least squares </a:t>
            </a:r>
            <a:r>
              <a:rPr lang="sl-SI" sz="1800" dirty="0"/>
              <a:t>[45])</a:t>
            </a:r>
          </a:p>
          <a:p>
            <a:r>
              <a:rPr lang="sl-SI" sz="1800" dirty="0"/>
              <a:t>m</a:t>
            </a:r>
            <a:r>
              <a:rPr lang="en-US" sz="1800" dirty="0" err="1"/>
              <a:t>ulti</a:t>
            </a:r>
            <a:r>
              <a:rPr lang="en-US" sz="1800" dirty="0"/>
              <a:t>-innovation</a:t>
            </a:r>
            <a:r>
              <a:rPr lang="sl-SI" sz="1800" dirty="0"/>
              <a:t> [47],</a:t>
            </a:r>
          </a:p>
          <a:p>
            <a:r>
              <a:rPr lang="sl-SI" sz="1800" dirty="0"/>
              <a:t>metoda s pomožnimi spremenljivkami,</a:t>
            </a:r>
          </a:p>
          <a:p>
            <a:r>
              <a:rPr lang="sl-SI" sz="1800" dirty="0"/>
              <a:t>merilo maksimalne </a:t>
            </a:r>
            <a:r>
              <a:rPr lang="sl-SI" sz="1800" dirty="0" err="1"/>
              <a:t>korentropije</a:t>
            </a:r>
            <a:r>
              <a:rPr lang="sl-SI" sz="1800" dirty="0"/>
              <a:t> (</a:t>
            </a:r>
            <a:r>
              <a:rPr lang="sl-SI" sz="1800" dirty="0" err="1"/>
              <a:t>maximum</a:t>
            </a:r>
            <a:r>
              <a:rPr lang="sl-SI" sz="1800" dirty="0"/>
              <a:t> </a:t>
            </a:r>
            <a:r>
              <a:rPr lang="sl-SI" sz="1800" dirty="0" err="1"/>
              <a:t>correntropy</a:t>
            </a:r>
            <a:r>
              <a:rPr lang="sl-SI" sz="1800" dirty="0"/>
              <a:t> </a:t>
            </a:r>
            <a:r>
              <a:rPr lang="sl-SI" sz="1800" dirty="0" err="1"/>
              <a:t>criterion</a:t>
            </a:r>
            <a:r>
              <a:rPr lang="sl-SI" sz="1800" dirty="0"/>
              <a:t>) [47,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55</a:t>
            </a:r>
            <a:r>
              <a:rPr lang="sl-SI" sz="1800" dirty="0"/>
              <a:t>],</a:t>
            </a:r>
          </a:p>
          <a:p>
            <a:r>
              <a:rPr lang="en-US" sz="1800" dirty="0"/>
              <a:t>Kalman</a:t>
            </a:r>
            <a:r>
              <a:rPr lang="sl-SI" sz="1800" dirty="0"/>
              <a:t>ov</a:t>
            </a:r>
            <a:r>
              <a:rPr lang="en-US" sz="1800" dirty="0"/>
              <a:t> filter</a:t>
            </a:r>
            <a:r>
              <a:rPr lang="sl-SI" sz="1800" dirty="0"/>
              <a:t>,</a:t>
            </a:r>
          </a:p>
          <a:p>
            <a:r>
              <a:rPr lang="sl-SI" sz="1800" dirty="0"/>
              <a:t>stohastični gradientni spust (</a:t>
            </a:r>
            <a:r>
              <a:rPr lang="en-US" sz="1800" dirty="0"/>
              <a:t>Stochastic gradient </a:t>
            </a:r>
            <a:r>
              <a:rPr lang="sl-SI" sz="1800" dirty="0" err="1"/>
              <a:t>descent</a:t>
            </a:r>
            <a:r>
              <a:rPr lang="sl-SI" sz="1800" dirty="0"/>
              <a:t>) idr.</a:t>
            </a:r>
            <a:endParaRPr lang="sl-SI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sz="1400" dirty="0"/>
          </a:p>
        </p:txBody>
      </p:sp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206" y="688511"/>
            <a:ext cx="4812979" cy="1196833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7A2B-CAEA-4161-89BE-2C3A49F1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l-SI" sz="5000" dirty="0"/>
              <a:t>Ansambli </a:t>
            </a:r>
            <a:r>
              <a:rPr lang="sl-SI" sz="5000" b="0" i="0" dirty="0" err="1">
                <a:effectLst/>
              </a:rPr>
              <a:t>samorazvijajočih</a:t>
            </a:r>
            <a:r>
              <a:rPr lang="sl-SI" sz="5000" b="0" i="0" dirty="0">
                <a:effectLst/>
              </a:rPr>
              <a:t> se modelov</a:t>
            </a:r>
            <a:endParaRPr lang="sl-SI" sz="5000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l-SI" sz="1400" dirty="0"/>
                  <a:t>Učenje </a:t>
                </a:r>
                <a:r>
                  <a:rPr lang="sl-SI" sz="1400" b="1" dirty="0"/>
                  <a:t>več</a:t>
                </a:r>
                <a:r>
                  <a:rPr lang="sl-SI" sz="1400" dirty="0"/>
                  <a:t> različnih </a:t>
                </a:r>
                <a:r>
                  <a:rPr lang="sl-SI" sz="1400" dirty="0" err="1"/>
                  <a:t>samorazvijajočih</a:t>
                </a:r>
                <a:r>
                  <a:rPr lang="sl-SI" sz="1400" dirty="0"/>
                  <a:t> se modelov </a:t>
                </a:r>
                <a:r>
                  <a:rPr lang="sl-SI" sz="1400" b="1" dirty="0"/>
                  <a:t>na istem problemu z različnimi parametri </a:t>
                </a:r>
                <a:r>
                  <a:rPr lang="en-US" sz="1400" dirty="0"/>
                  <a:t>[10, 48</a:t>
                </a:r>
                <a:r>
                  <a:rPr lang="sl-SI" sz="1400" dirty="0"/>
                  <a:t> ]</a:t>
                </a:r>
                <a14:m>
                  <m:oMath xmlns:m="http://schemas.openxmlformats.org/officeDocument/2006/math">
                    <m:r>
                      <a:rPr lang="sl-SI" sz="1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sl-SI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l-SI" sz="1400" b="1" dirty="0"/>
                  <a:t>Ansambel/skupina </a:t>
                </a:r>
                <a:r>
                  <a:rPr lang="sl-SI" sz="1400" dirty="0"/>
                  <a:t>(</a:t>
                </a:r>
                <a:r>
                  <a:rPr lang="sl-SI" sz="1400" dirty="0" err="1"/>
                  <a:t>Ensemble</a:t>
                </a:r>
                <a:r>
                  <a:rPr lang="sl-SI" sz="1400" dirty="0"/>
                  <a:t> </a:t>
                </a:r>
                <a:r>
                  <a:rPr lang="sl-SI" sz="1400" dirty="0" err="1"/>
                  <a:t>learning</a:t>
                </a:r>
                <a:r>
                  <a:rPr lang="sl-SI" sz="1400" dirty="0"/>
                  <a:t>). </a:t>
                </a:r>
              </a:p>
              <a:p>
                <a:pPr marL="0" indent="0">
                  <a:buNone/>
                </a:pPr>
                <a:r>
                  <a:rPr lang="sl-SI" sz="1400" dirty="0"/>
                  <a:t>Posamezni </a:t>
                </a:r>
                <a:r>
                  <a:rPr lang="sl-SI" sz="1400" dirty="0" err="1"/>
                  <a:t>samorazvijajoči</a:t>
                </a:r>
                <a:r>
                  <a:rPr lang="sl-SI" sz="1400" dirty="0"/>
                  <a:t> se modeli v ansamblu se lahko razlikujejo po: </a:t>
                </a:r>
                <a:r>
                  <a:rPr lang="sl-SI" sz="1400" b="1" dirty="0"/>
                  <a:t>strukturi</a:t>
                </a:r>
                <a:r>
                  <a:rPr lang="sl-SI" sz="1400" dirty="0"/>
                  <a:t>, </a:t>
                </a:r>
                <a:r>
                  <a:rPr lang="sl-SI" sz="1400" b="1" dirty="0"/>
                  <a:t>številu</a:t>
                </a:r>
                <a:r>
                  <a:rPr lang="sl-SI" sz="1400" dirty="0"/>
                  <a:t> </a:t>
                </a:r>
                <a:r>
                  <a:rPr lang="sl-SI" sz="1400" b="1" dirty="0"/>
                  <a:t>parametrov</a:t>
                </a:r>
                <a:r>
                  <a:rPr lang="sl-SI" sz="1400" dirty="0"/>
                  <a:t>, </a:t>
                </a:r>
                <a:r>
                  <a:rPr lang="sl-SI" sz="1400" b="1" dirty="0"/>
                  <a:t>omejitvah</a:t>
                </a:r>
                <a:r>
                  <a:rPr lang="sl-SI" sz="1400" dirty="0"/>
                  <a:t> (</a:t>
                </a:r>
                <a:r>
                  <a:rPr lang="sl-SI" sz="1400" dirty="0" err="1"/>
                  <a:t>constraints</a:t>
                </a:r>
                <a:r>
                  <a:rPr lang="sl-SI" sz="1400" dirty="0"/>
                  <a:t>), </a:t>
                </a:r>
                <a:r>
                  <a:rPr lang="sl-SI" sz="1400" b="1" dirty="0" err="1"/>
                  <a:t>kriterijski</a:t>
                </a:r>
                <a:r>
                  <a:rPr lang="sl-SI" sz="1400" dirty="0"/>
                  <a:t> </a:t>
                </a:r>
                <a:r>
                  <a:rPr lang="sl-SI" sz="1400" b="1" dirty="0"/>
                  <a:t>funkciji</a:t>
                </a:r>
                <a:r>
                  <a:rPr lang="sl-SI" sz="1400" dirty="0"/>
                  <a:t>, </a:t>
                </a:r>
                <a:r>
                  <a:rPr lang="sl-SI" sz="1400" b="1" dirty="0"/>
                  <a:t>tipu </a:t>
                </a:r>
                <a:r>
                  <a:rPr lang="sl-SI" sz="1400" b="1" dirty="0" err="1"/>
                  <a:t>samorazvijajočega</a:t>
                </a:r>
                <a:r>
                  <a:rPr lang="sl-SI" sz="1400" b="1" dirty="0"/>
                  <a:t> se modela</a:t>
                </a:r>
                <a:r>
                  <a:rPr lang="sl-SI" sz="1400" dirty="0"/>
                  <a:t>. 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Extreme Learning Machines (ELMs) (2009)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(naključna inicializacija parametrov in strukture)</a:t>
                </a:r>
              </a:p>
              <a:p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Parsimonious ensemble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pENsemble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(2018) 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(odstranjevanje modelov in izbira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značilk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Fuzzy-set-Based evolving Models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FBeM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5) (različni parametri in strukture informacijskih granul)</a:t>
                </a:r>
              </a:p>
              <a:p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Ensamble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of optimal evolving granular experts (</a:t>
                </a:r>
                <a:r>
                  <a:rPr lang="en-US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eOGS</a:t>
                </a:r>
                <a:r>
                  <a:rPr lang="en-US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 (2019) [48]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uses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multiple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aggregation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functions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sl-SI" sz="1400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ultilayer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ensemble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evolving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fuzzy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inference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system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MEEFIS (2019) [44] (</a:t>
                </a:r>
                <a:r>
                  <a:rPr lang="sl-SI" sz="14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samorazvijajoči</a:t>
                </a:r>
                <a:r>
                  <a:rPr lang="sl-SI" sz="14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se modeli kot gradniki omrežja)</a:t>
                </a:r>
              </a:p>
              <a:p>
                <a:pPr marL="0" indent="0">
                  <a:buNone/>
                </a:pPr>
                <a:endParaRPr lang="sl-SI" sz="1000" dirty="0"/>
              </a:p>
            </p:txBody>
          </p:sp>
        </mc:Choice>
        <mc:Fallback>
          <p:sp>
            <p:nvSpPr>
              <p:cNvPr id="3" name="Označba mesta vsebine 2">
                <a:extLst>
                  <a:ext uri="{FF2B5EF4-FFF2-40B4-BE49-F238E27FC236}">
                    <a16:creationId xmlns:a16="http://schemas.microsoft.com/office/drawing/2014/main" id="{09770A0F-0E9E-4F08-871D-40BE89BE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4"/>
                <a:stretch>
                  <a:fillRect l="-265" t="-874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3AEBCE64-73E8-4850-89A4-FE6B5C372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634174"/>
            <a:ext cx="4014216" cy="2819987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163352"/>
            <a:ext cx="3995928" cy="2007953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B686-6407-4456-82EF-81F1ABA5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sl-SI" sz="3800"/>
              <a:t>Odprta vprašanja na področju samorazvijajočih se sistemov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sl-SI" sz="2200"/>
              <a:t>obravnava </a:t>
            </a:r>
            <a:r>
              <a:rPr lang="sl-SI" sz="2200" b="1"/>
              <a:t>manjkajočih vzorcev </a:t>
            </a:r>
            <a:r>
              <a:rPr lang="sl-SI" sz="2200"/>
              <a:t>(</a:t>
            </a:r>
            <a:r>
              <a:rPr lang="sl-SI" sz="2200" i="1"/>
              <a:t>missing data</a:t>
            </a:r>
            <a:r>
              <a:rPr lang="sl-SI" sz="2200"/>
              <a:t>) in </a:t>
            </a:r>
            <a:r>
              <a:rPr lang="sl-SI" sz="2200" b="1"/>
              <a:t>osamelcev</a:t>
            </a:r>
            <a:r>
              <a:rPr lang="sl-SI" sz="2200"/>
              <a:t> (</a:t>
            </a:r>
            <a:r>
              <a:rPr lang="sl-SI" sz="2200" i="1"/>
              <a:t>outliers</a:t>
            </a:r>
            <a:r>
              <a:rPr lang="sl-SI" sz="2200"/>
              <a:t>) </a:t>
            </a:r>
          </a:p>
          <a:p>
            <a:r>
              <a:rPr lang="sl-SI" sz="2200" b="1"/>
              <a:t>teoremi</a:t>
            </a:r>
            <a:r>
              <a:rPr lang="sl-SI" sz="2200"/>
              <a:t> za zagotavljanje </a:t>
            </a:r>
            <a:r>
              <a:rPr lang="sl-SI" sz="2200" b="1"/>
              <a:t>dolgoročne stabilnosti </a:t>
            </a:r>
            <a:r>
              <a:rPr lang="sl-SI" sz="2200"/>
              <a:t>in </a:t>
            </a:r>
            <a:r>
              <a:rPr lang="sl-SI" sz="2200" b="1"/>
              <a:t>konvergence</a:t>
            </a:r>
          </a:p>
          <a:p>
            <a:r>
              <a:rPr lang="sl-SI" sz="2200" b="1"/>
              <a:t>načrtovanje experimentov </a:t>
            </a:r>
            <a:r>
              <a:rPr lang="sl-SI" sz="2200"/>
              <a:t>(Design of Experiments)</a:t>
            </a:r>
          </a:p>
          <a:p>
            <a:r>
              <a:rPr lang="sl-SI" sz="2200"/>
              <a:t>predlogi </a:t>
            </a:r>
            <a:r>
              <a:rPr lang="sl-SI" sz="2200" b="1"/>
              <a:t>za potek dela </a:t>
            </a:r>
            <a:r>
              <a:rPr lang="sl-SI" sz="2200"/>
              <a:t>(</a:t>
            </a:r>
            <a:r>
              <a:rPr lang="sl-SI" sz="2200" i="1"/>
              <a:t>workflow</a:t>
            </a:r>
            <a:r>
              <a:rPr lang="sl-SI" sz="2200"/>
              <a:t>)</a:t>
            </a:r>
          </a:p>
          <a:p>
            <a:r>
              <a:rPr lang="sl-SI" sz="2200" b="1"/>
              <a:t>mere uspešnosti </a:t>
            </a:r>
            <a:r>
              <a:rPr lang="sl-SI" sz="2200"/>
              <a:t>sprotnega delovanja (</a:t>
            </a:r>
            <a:r>
              <a:rPr lang="en-US" sz="2200" i="1"/>
              <a:t>performance metrics</a:t>
            </a:r>
            <a:r>
              <a:rPr lang="sl-SI" sz="2200"/>
              <a:t>) </a:t>
            </a:r>
          </a:p>
          <a:p>
            <a:r>
              <a:rPr lang="sl-SI" sz="2200" b="1"/>
              <a:t>paralelno </a:t>
            </a:r>
            <a:r>
              <a:rPr lang="sl-SI" sz="2200"/>
              <a:t>učenje</a:t>
            </a:r>
            <a:r>
              <a:rPr lang="sl-SI" sz="2200" b="1"/>
              <a:t> </a:t>
            </a:r>
            <a:r>
              <a:rPr lang="sl-SI" sz="2200"/>
              <a:t>(</a:t>
            </a:r>
            <a:r>
              <a:rPr lang="en-US" sz="2200" i="1"/>
              <a:t>parallelization</a:t>
            </a:r>
            <a:r>
              <a:rPr lang="sl-SI" sz="2200"/>
              <a:t>)</a:t>
            </a:r>
          </a:p>
          <a:p>
            <a:r>
              <a:rPr lang="sl-SI" sz="2200" b="1"/>
              <a:t>programski senzorji </a:t>
            </a:r>
            <a:r>
              <a:rPr lang="sl-SI" sz="2200"/>
              <a:t>(soft sensors)</a:t>
            </a:r>
          </a:p>
          <a:p>
            <a:r>
              <a:rPr lang="sl-SI" sz="2200"/>
              <a:t>sprotna </a:t>
            </a:r>
            <a:r>
              <a:rPr lang="sl-SI" sz="2200" b="1"/>
              <a:t>izbira regresorjev</a:t>
            </a:r>
          </a:p>
          <a:p>
            <a:endParaRPr lang="sl-SI" sz="2200" i="1"/>
          </a:p>
        </p:txBody>
      </p:sp>
      <p:pic>
        <p:nvPicPr>
          <p:cNvPr id="6" name="Slika 4">
            <a:extLst>
              <a:ext uri="{FF2B5EF4-FFF2-40B4-BE49-F238E27FC236}">
                <a16:creationId xmlns:a16="http://schemas.microsoft.com/office/drawing/2014/main" id="{32FD3291-7A37-4F24-90A6-C0C9C0FE9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B62C-88D6-4645-930B-4E81DFD1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24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65125"/>
            <a:ext cx="5254752" cy="1776484"/>
          </a:xfrm>
        </p:spPr>
        <p:txBody>
          <a:bodyPr anchor="b">
            <a:normAutofit fontScale="90000"/>
          </a:bodyPr>
          <a:lstStyle/>
          <a:p>
            <a:r>
              <a:rPr lang="sl-SI" sz="4600" dirty="0"/>
              <a:t>Adaptiranje filtra z relativnim intervalom zaupanja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118952-D35D-497A-8FC7-BAB88B34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04" y="822503"/>
            <a:ext cx="3532036" cy="522966"/>
          </a:xfrm>
          <a:prstGeom prst="rect">
            <a:avLst/>
          </a:prstGeom>
        </p:spPr>
      </p:pic>
      <p:sp>
        <p:nvSpPr>
          <p:cNvPr id="27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334DCAF6-D811-4BAD-B565-AED2BC4F1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592131"/>
            <a:ext cx="4454652" cy="34969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31CC7E-121E-4541-BB99-C70CD605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E658395-0858-4046-BAB6-178FB2A7F14B}" type="slidenum">
              <a:rPr lang="sl-SI" smtClean="0"/>
              <a:pPr>
                <a:spcAft>
                  <a:spcPts val="600"/>
                </a:spcAft>
              </a:pPr>
              <a:t>20</a:t>
            </a:fld>
            <a:endParaRPr lang="sl-SI"/>
          </a:p>
        </p:txBody>
      </p:sp>
      <p:pic>
        <p:nvPicPr>
          <p:cNvPr id="17" name="Slika 4">
            <a:extLst>
              <a:ext uri="{FF2B5EF4-FFF2-40B4-BE49-F238E27FC236}">
                <a16:creationId xmlns:a16="http://schemas.microsoft.com/office/drawing/2014/main" id="{EE89B95C-39D8-427F-A9E8-A93DEA761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80621F9-EF07-4C21-A82F-9480BF7F1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846304" y="1503434"/>
            <a:ext cx="3429000" cy="638175"/>
          </a:xfrm>
          <a:prstGeom prst="rect">
            <a:avLst/>
          </a:prstGeom>
        </p:spPr>
      </p:pic>
      <p:pic>
        <p:nvPicPr>
          <p:cNvPr id="21" name="Picture 20" descr="Chart&#10;&#10;Description automatically generated">
            <a:extLst>
              <a:ext uri="{FF2B5EF4-FFF2-40B4-BE49-F238E27FC236}">
                <a16:creationId xmlns:a16="http://schemas.microsoft.com/office/drawing/2014/main" id="{AE611F5A-ECCA-44F7-9198-67E064EA7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448" y="2814607"/>
            <a:ext cx="4454652" cy="284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4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DF5DA5A8-19A2-4A07-8852-61DABF4BE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192" y="3093215"/>
            <a:ext cx="4169664" cy="3304457"/>
          </a:xfrm>
          <a:prstGeom prst="rect">
            <a:avLst/>
          </a:prstGeom>
        </p:spPr>
      </p:pic>
      <p:pic>
        <p:nvPicPr>
          <p:cNvPr id="16" name="Picture 15" descr="Chart, pie chart&#10;&#10;Description automatically generated">
            <a:extLst>
              <a:ext uri="{FF2B5EF4-FFF2-40B4-BE49-F238E27FC236}">
                <a16:creationId xmlns:a16="http://schemas.microsoft.com/office/drawing/2014/main" id="{7169D02A-738F-4A1D-841C-7AD1C268E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948" y="502272"/>
            <a:ext cx="3099816" cy="2324862"/>
          </a:xfrm>
          <a:prstGeom prst="rect">
            <a:avLst/>
          </a:prstGeom>
        </p:spPr>
      </p:pic>
      <p:pic>
        <p:nvPicPr>
          <p:cNvPr id="6" name="Content Placeholder 5" descr="A picture containing text, sky, screenshot&#10;&#10;Description automatically generated">
            <a:extLst>
              <a:ext uri="{FF2B5EF4-FFF2-40B4-BE49-F238E27FC236}">
                <a16:creationId xmlns:a16="http://schemas.microsoft.com/office/drawing/2014/main" id="{11273977-0306-4732-886E-2D7878917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269" y="3109773"/>
            <a:ext cx="4250284" cy="3283344"/>
          </a:xfrm>
          <a:prstGeom prst="rect">
            <a:avLst/>
          </a:prstGeom>
        </p:spPr>
      </p:pic>
      <p:pic>
        <p:nvPicPr>
          <p:cNvPr id="29" name="Slika 4">
            <a:extLst>
              <a:ext uri="{FF2B5EF4-FFF2-40B4-BE49-F238E27FC236}">
                <a16:creationId xmlns:a16="http://schemas.microsoft.com/office/drawing/2014/main" id="{E6DFB3EB-3544-4EC3-A94E-5B07BA933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205CD9C-FBAB-4107-9DB6-EF4CBDC9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21</a:t>
            </a:fld>
            <a:endParaRPr lang="sl-SI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B9EAAC1-1378-43B9-A00C-895749E30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9534" y="721545"/>
            <a:ext cx="3785616" cy="189280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57201"/>
            <a:ext cx="4436745" cy="1967628"/>
          </a:xfrm>
        </p:spPr>
        <p:txBody>
          <a:bodyPr anchor="b">
            <a:noAutofit/>
          </a:bodyPr>
          <a:lstStyle/>
          <a:p>
            <a:r>
              <a:rPr lang="sl-SI" sz="4000" dirty="0"/>
              <a:t>Hevristično zaporedje </a:t>
            </a:r>
            <a:r>
              <a:rPr lang="sl-SI" sz="4000" dirty="0" err="1"/>
              <a:t>štopničastih</a:t>
            </a:r>
            <a:r>
              <a:rPr lang="sl-SI" sz="4000" dirty="0"/>
              <a:t> vzbujanj </a:t>
            </a:r>
          </a:p>
        </p:txBody>
      </p:sp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F285-9A60-469C-BA60-D5A69C68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8124-693D-4144-8371-8F17F3D72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2C146-EB87-4B8B-9909-1330629F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22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6738694-986F-45B7-B7F7-D4F61B9DF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4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2219</Words>
  <Application>Microsoft Office PowerPoint</Application>
  <PresentationFormat>Širokozaslonsko</PresentationFormat>
  <Paragraphs>202</Paragraphs>
  <Slides>22</Slides>
  <Notes>11</Notes>
  <HiddenSlides>0</HiddenSlides>
  <MMClips>0</MMClips>
  <ScaleCrop>false</ScaleCrop>
  <HeadingPairs>
    <vt:vector size="6" baseType="variant">
      <vt:variant>
        <vt:lpstr>Uporabljene pisave</vt:lpstr>
      </vt:variant>
      <vt:variant>
        <vt:i4>8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CMR12</vt:lpstr>
      <vt:lpstr>CMR17</vt:lpstr>
      <vt:lpstr>Times New Roman</vt:lpstr>
      <vt:lpstr>Verdana</vt:lpstr>
      <vt:lpstr>Officeova tema</vt:lpstr>
      <vt:lpstr>PowerPointova predstavitev</vt:lpstr>
      <vt:lpstr>Samorazvijajoči se (inteligentni) sistemi</vt:lpstr>
      <vt:lpstr>Samorazvijajoči se (inteligentni) sistemi</vt:lpstr>
      <vt:lpstr>Tok podatkov</vt:lpstr>
      <vt:lpstr>Samorazvijajoči se mehki sistemi</vt:lpstr>
      <vt:lpstr>Samorazvijajoči se nevro-mehki sistemi</vt:lpstr>
      <vt:lpstr>Transparentnost in interpretabilnost</vt:lpstr>
      <vt:lpstr>Rojenje in granulacija</vt:lpstr>
      <vt:lpstr>Metode rojenja</vt:lpstr>
      <vt:lpstr>Dodajanje rojev</vt:lpstr>
      <vt:lpstr>Združevanje, razcep in odstranjevanje rojev</vt:lpstr>
      <vt:lpstr>Pogoji za združevanje rojev</vt:lpstr>
      <vt:lpstr>Združevanje rojev</vt:lpstr>
      <vt:lpstr>Razcep rojev</vt:lpstr>
      <vt:lpstr>Razcep rojev</vt:lpstr>
      <vt:lpstr>Odstranjevanje rojev</vt:lpstr>
      <vt:lpstr>Optimizacija posledičnega dela modela</vt:lpstr>
      <vt:lpstr>Ansambli samorazvijajočih se modelov</vt:lpstr>
      <vt:lpstr>Odprta vprašanja na področju samorazvijajočih se sistemov</vt:lpstr>
      <vt:lpstr>Adaptiranje filtra z relativnim intervalom zaupanja</vt:lpstr>
      <vt:lpstr>Hevristično zaporedje štopničastih vzbujanj 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1</cp:revision>
  <dcterms:created xsi:type="dcterms:W3CDTF">2022-03-16T16:17:31Z</dcterms:created>
  <dcterms:modified xsi:type="dcterms:W3CDTF">2022-04-13T15:26:57Z</dcterms:modified>
</cp:coreProperties>
</file>