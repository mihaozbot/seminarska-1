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1E_C901B684.xml" ContentType="application/vnd.ms-powerpoint.comments+xml"/>
  <Override PartName="/ppt/comments/modernComment_110_FAD9860D.xml" ContentType="application/vnd.ms-powerpoint.comments+xml"/>
  <Override PartName="/ppt/notesSlides/notesSlide3.xml" ContentType="application/vnd.openxmlformats-officedocument.presentationml.notesSlide+xml"/>
  <Override PartName="/ppt/comments/modernComment_111_C1265F66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omments/modernComment_115_69ED7051.xml" ContentType="application/vnd.ms-powerpoint.comments+xml"/>
  <Override PartName="/ppt/comments/modernComment_117_A9D910F1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7" r:id="rId2"/>
    <p:sldId id="268" r:id="rId3"/>
    <p:sldId id="285" r:id="rId4"/>
    <p:sldId id="269" r:id="rId5"/>
    <p:sldId id="271" r:id="rId6"/>
    <p:sldId id="286" r:id="rId7"/>
    <p:sldId id="272" r:id="rId8"/>
    <p:sldId id="273" r:id="rId9"/>
    <p:sldId id="276" r:id="rId10"/>
    <p:sldId id="274" r:id="rId11"/>
    <p:sldId id="275" r:id="rId12"/>
    <p:sldId id="277" r:id="rId13"/>
    <p:sldId id="279" r:id="rId14"/>
    <p:sldId id="278" r:id="rId15"/>
    <p:sldId id="280" r:id="rId16"/>
    <p:sldId id="281" r:id="rId17"/>
    <p:sldId id="282" r:id="rId18"/>
    <p:sldId id="283" r:id="rId19"/>
    <p:sldId id="284" r:id="rId20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6F2067D-C351-4052-C3C5-B9A94ED1B56D}" name="Ožbot, Miha" initials="OM" userId="Ožbot, Miha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297F8E-1693-473A-BAB3-926252088BC1}" v="30" dt="2022-04-11T19:16:14.096"/>
    <p1510:client id="{AE99531F-D73C-4103-9623-9BB2A0EB9D18}" v="113" dt="2022-04-12T14:37:20.435"/>
    <p1510:client id="{B69DA118-5076-4EF4-B604-E3375EDC9439}" v="48" dt="2022-04-12T17:34:23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92806" autoAdjust="0"/>
  </p:normalViewPr>
  <p:slideViewPr>
    <p:cSldViewPr snapToGrid="0">
      <p:cViewPr varScale="1">
        <p:scale>
          <a:sx n="104" d="100"/>
          <a:sy n="104" d="100"/>
        </p:scale>
        <p:origin x="7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žbot, Miha" userId="5fdfeab2-e3ac-40dc-9f9d-ac602c9b72a8" providerId="ADAL" clId="{F6470792-E840-4171-BDB0-E3FB66A095FD}"/>
    <pc:docChg chg="undo custSel addSld delSld modSld sldOrd">
      <pc:chgData name="Ožbot, Miha" userId="5fdfeab2-e3ac-40dc-9f9d-ac602c9b72a8" providerId="ADAL" clId="{F6470792-E840-4171-BDB0-E3FB66A095FD}" dt="2022-03-17T17:37:06.467" v="776" actId="20577"/>
      <pc:docMkLst>
        <pc:docMk/>
      </pc:docMkLst>
      <pc:sldChg chg="addSp delSp modSp mod">
        <pc:chgData name="Ožbot, Miha" userId="5fdfeab2-e3ac-40dc-9f9d-ac602c9b72a8" providerId="ADAL" clId="{F6470792-E840-4171-BDB0-E3FB66A095FD}" dt="2022-03-17T17:37:06.467" v="776" actId="20577"/>
        <pc:sldMkLst>
          <pc:docMk/>
          <pc:sldMk cId="1257919980" sldId="257"/>
        </pc:sldMkLst>
        <pc:spChg chg="mod">
          <ac:chgData name="Ožbot, Miha" userId="5fdfeab2-e3ac-40dc-9f9d-ac602c9b72a8" providerId="ADAL" clId="{F6470792-E840-4171-BDB0-E3FB66A095FD}" dt="2022-03-17T17:37:06.467" v="776" actId="20577"/>
          <ac:spMkLst>
            <pc:docMk/>
            <pc:sldMk cId="1257919980" sldId="257"/>
            <ac:spMk id="3" creationId="{DE560C8A-EAE8-42FF-9413-DD1909AD806D}"/>
          </ac:spMkLst>
        </pc:spChg>
        <pc:spChg chg="add mod">
          <ac:chgData name="Ožbot, Miha" userId="5fdfeab2-e3ac-40dc-9f9d-ac602c9b72a8" providerId="ADAL" clId="{F6470792-E840-4171-BDB0-E3FB66A095FD}" dt="2022-03-17T16:00:08.252" v="763" actId="20577"/>
          <ac:spMkLst>
            <pc:docMk/>
            <pc:sldMk cId="1257919980" sldId="257"/>
            <ac:spMk id="5" creationId="{40F0543A-7E03-472C-94CE-84E2914E6833}"/>
          </ac:spMkLst>
        </pc:spChg>
        <pc:spChg chg="add del">
          <ac:chgData name="Ožbot, Miha" userId="5fdfeab2-e3ac-40dc-9f9d-ac602c9b72a8" providerId="ADAL" clId="{F6470792-E840-4171-BDB0-E3FB66A095FD}" dt="2022-03-17T15:57:36.269" v="718"/>
          <ac:spMkLst>
            <pc:docMk/>
            <pc:sldMk cId="1257919980" sldId="257"/>
            <ac:spMk id="6" creationId="{143DA608-2DFC-4010-B149-41D982224F12}"/>
          </ac:spMkLst>
        </pc:spChg>
        <pc:spChg chg="add del">
          <ac:chgData name="Ožbot, Miha" userId="5fdfeab2-e3ac-40dc-9f9d-ac602c9b72a8" providerId="ADAL" clId="{F6470792-E840-4171-BDB0-E3FB66A095FD}" dt="2022-03-17T15:57:38.827" v="720"/>
          <ac:spMkLst>
            <pc:docMk/>
            <pc:sldMk cId="1257919980" sldId="257"/>
            <ac:spMk id="7" creationId="{DA4B6960-3729-44DA-B780-4BBF226ACB23}"/>
          </ac:spMkLst>
        </pc:spChg>
        <pc:spChg chg="add del">
          <ac:chgData name="Ožbot, Miha" userId="5fdfeab2-e3ac-40dc-9f9d-ac602c9b72a8" providerId="ADAL" clId="{F6470792-E840-4171-BDB0-E3FB66A095FD}" dt="2022-03-17T15:57:45.163" v="722"/>
          <ac:spMkLst>
            <pc:docMk/>
            <pc:sldMk cId="1257919980" sldId="257"/>
            <ac:spMk id="8" creationId="{568EF58E-FC9D-47B5-B57F-2AF349286E7B}"/>
          </ac:spMkLst>
        </pc:spChg>
        <pc:spChg chg="add del mod">
          <ac:chgData name="Ožbot, Miha" userId="5fdfeab2-e3ac-40dc-9f9d-ac602c9b72a8" providerId="ADAL" clId="{F6470792-E840-4171-BDB0-E3FB66A095FD}" dt="2022-03-17T15:58:12.989" v="729"/>
          <ac:spMkLst>
            <pc:docMk/>
            <pc:sldMk cId="1257919980" sldId="257"/>
            <ac:spMk id="9" creationId="{484E5D5F-B7FD-4B85-B785-FDF657C4540B}"/>
          </ac:spMkLst>
        </pc:spChg>
        <pc:spChg chg="add del mod">
          <ac:chgData name="Ožbot, Miha" userId="5fdfeab2-e3ac-40dc-9f9d-ac602c9b72a8" providerId="ADAL" clId="{F6470792-E840-4171-BDB0-E3FB66A095FD}" dt="2022-03-17T16:00:00.811" v="757" actId="478"/>
          <ac:spMkLst>
            <pc:docMk/>
            <pc:sldMk cId="1257919980" sldId="257"/>
            <ac:spMk id="10" creationId="{CAA17437-DF1E-4EB2-BD2C-A400BCD55ABB}"/>
          </ac:spMkLst>
        </pc:spChg>
        <pc:spChg chg="add del mod">
          <ac:chgData name="Ožbot, Miha" userId="5fdfeab2-e3ac-40dc-9f9d-ac602c9b72a8" providerId="ADAL" clId="{F6470792-E840-4171-BDB0-E3FB66A095FD}" dt="2022-03-17T15:58:21.547" v="732" actId="478"/>
          <ac:spMkLst>
            <pc:docMk/>
            <pc:sldMk cId="1257919980" sldId="257"/>
            <ac:spMk id="11" creationId="{79294D98-302F-4EB5-B67A-68FC392A5177}"/>
          </ac:spMkLst>
        </pc:spChg>
      </pc:sldChg>
      <pc:sldChg chg="modSp mod">
        <pc:chgData name="Ožbot, Miha" userId="5fdfeab2-e3ac-40dc-9f9d-ac602c9b72a8" providerId="ADAL" clId="{F6470792-E840-4171-BDB0-E3FB66A095FD}" dt="2022-03-16T17:01:03.686" v="93" actId="20577"/>
        <pc:sldMkLst>
          <pc:docMk/>
          <pc:sldMk cId="2052123652" sldId="258"/>
        </pc:sldMkLst>
        <pc:spChg chg="mod">
          <ac:chgData name="Ožbot, Miha" userId="5fdfeab2-e3ac-40dc-9f9d-ac602c9b72a8" providerId="ADAL" clId="{F6470792-E840-4171-BDB0-E3FB66A095FD}" dt="2022-03-16T17:01:03.686" v="93" actId="20577"/>
          <ac:spMkLst>
            <pc:docMk/>
            <pc:sldMk cId="2052123652" sldId="258"/>
            <ac:spMk id="2" creationId="{6072737F-1F7B-46A5-9D59-B5CFA5E2F463}"/>
          </ac:spMkLst>
        </pc:spChg>
      </pc:sldChg>
      <pc:sldChg chg="modSp del mod ord">
        <pc:chgData name="Ožbot, Miha" userId="5fdfeab2-e3ac-40dc-9f9d-ac602c9b72a8" providerId="ADAL" clId="{F6470792-E840-4171-BDB0-E3FB66A095FD}" dt="2022-03-17T15:47:32.608" v="525" actId="47"/>
        <pc:sldMkLst>
          <pc:docMk/>
          <pc:sldMk cId="2202418353" sldId="259"/>
        </pc:sldMkLst>
        <pc:spChg chg="mod">
          <ac:chgData name="Ožbot, Miha" userId="5fdfeab2-e3ac-40dc-9f9d-ac602c9b72a8" providerId="ADAL" clId="{F6470792-E840-4171-BDB0-E3FB66A095FD}" dt="2022-03-17T15:47:30.259" v="523" actId="21"/>
          <ac:spMkLst>
            <pc:docMk/>
            <pc:sldMk cId="2202418353" sldId="259"/>
            <ac:spMk id="2" creationId="{DDCC584B-74F3-4267-8238-1948AA16BDD1}"/>
          </ac:spMkLst>
        </pc:spChg>
      </pc:sldChg>
      <pc:sldChg chg="modSp mod">
        <pc:chgData name="Ožbot, Miha" userId="5fdfeab2-e3ac-40dc-9f9d-ac602c9b72a8" providerId="ADAL" clId="{F6470792-E840-4171-BDB0-E3FB66A095FD}" dt="2022-03-17T15:41:04.365" v="248" actId="20577"/>
        <pc:sldMkLst>
          <pc:docMk/>
          <pc:sldMk cId="2128968485" sldId="260"/>
        </pc:sldMkLst>
        <pc:spChg chg="mod">
          <ac:chgData name="Ožbot, Miha" userId="5fdfeab2-e3ac-40dc-9f9d-ac602c9b72a8" providerId="ADAL" clId="{F6470792-E840-4171-BDB0-E3FB66A095FD}" dt="2022-03-17T15:41:04.365" v="248" actId="20577"/>
          <ac:spMkLst>
            <pc:docMk/>
            <pc:sldMk cId="2128968485" sldId="260"/>
            <ac:spMk id="2" creationId="{0A2F52AC-0CEE-4781-9CF7-D06DD8E0C87E}"/>
          </ac:spMkLst>
        </pc:spChg>
      </pc:sldChg>
      <pc:sldChg chg="modSp new mod ord">
        <pc:chgData name="Ožbot, Miha" userId="5fdfeab2-e3ac-40dc-9f9d-ac602c9b72a8" providerId="ADAL" clId="{F6470792-E840-4171-BDB0-E3FB66A095FD}" dt="2022-03-17T15:41:13.932" v="260" actId="20577"/>
        <pc:sldMkLst>
          <pc:docMk/>
          <pc:sldMk cId="1218702890" sldId="261"/>
        </pc:sldMkLst>
        <pc:spChg chg="mod">
          <ac:chgData name="Ožbot, Miha" userId="5fdfeab2-e3ac-40dc-9f9d-ac602c9b72a8" providerId="ADAL" clId="{F6470792-E840-4171-BDB0-E3FB66A095FD}" dt="2022-03-16T17:00:43.223" v="67" actId="20577"/>
          <ac:spMkLst>
            <pc:docMk/>
            <pc:sldMk cId="1218702890" sldId="261"/>
            <ac:spMk id="2" creationId="{E85D5F98-98C0-4A92-9995-B7DF27BACBAA}"/>
          </ac:spMkLst>
        </pc:spChg>
        <pc:spChg chg="mod">
          <ac:chgData name="Ožbot, Miha" userId="5fdfeab2-e3ac-40dc-9f9d-ac602c9b72a8" providerId="ADAL" clId="{F6470792-E840-4171-BDB0-E3FB66A095FD}" dt="2022-03-17T15:41:13.932" v="260" actId="20577"/>
          <ac:spMkLst>
            <pc:docMk/>
            <pc:sldMk cId="1218702890" sldId="261"/>
            <ac:spMk id="3" creationId="{F2E71883-7441-42CB-B8C6-2644AA2C62CA}"/>
          </ac:spMkLst>
        </pc:spChg>
      </pc:sldChg>
      <pc:sldChg chg="addSp delSp modSp new mod ord">
        <pc:chgData name="Ožbot, Miha" userId="5fdfeab2-e3ac-40dc-9f9d-ac602c9b72a8" providerId="ADAL" clId="{F6470792-E840-4171-BDB0-E3FB66A095FD}" dt="2022-03-16T17:00:49.730" v="69"/>
        <pc:sldMkLst>
          <pc:docMk/>
          <pc:sldMk cId="2306990913" sldId="262"/>
        </pc:sldMkLst>
        <pc:spChg chg="mod">
          <ac:chgData name="Ožbot, Miha" userId="5fdfeab2-e3ac-40dc-9f9d-ac602c9b72a8" providerId="ADAL" clId="{F6470792-E840-4171-BDB0-E3FB66A095FD}" dt="2022-03-16T17:00:40.776" v="65" actId="20577"/>
          <ac:spMkLst>
            <pc:docMk/>
            <pc:sldMk cId="2306990913" sldId="262"/>
            <ac:spMk id="2" creationId="{9551B4C0-42E8-42B6-BBFA-1C451410A532}"/>
          </ac:spMkLst>
        </pc:spChg>
        <pc:spChg chg="add del">
          <ac:chgData name="Ožbot, Miha" userId="5fdfeab2-e3ac-40dc-9f9d-ac602c9b72a8" providerId="ADAL" clId="{F6470792-E840-4171-BDB0-E3FB66A095FD}" dt="2022-03-16T17:00:13.814" v="27" actId="478"/>
          <ac:spMkLst>
            <pc:docMk/>
            <pc:sldMk cId="2306990913" sldId="262"/>
            <ac:spMk id="5" creationId="{1EAC76D8-0471-4765-AA83-CBD8429C9A39}"/>
          </ac:spMkLst>
        </pc:spChg>
      </pc:sldChg>
      <pc:sldChg chg="modSp new mod ord">
        <pc:chgData name="Ožbot, Miha" userId="5fdfeab2-e3ac-40dc-9f9d-ac602c9b72a8" providerId="ADAL" clId="{F6470792-E840-4171-BDB0-E3FB66A095FD}" dt="2022-03-16T17:00:49.730" v="69"/>
        <pc:sldMkLst>
          <pc:docMk/>
          <pc:sldMk cId="3658886467" sldId="263"/>
        </pc:sldMkLst>
        <pc:spChg chg="mod">
          <ac:chgData name="Ožbot, Miha" userId="5fdfeab2-e3ac-40dc-9f9d-ac602c9b72a8" providerId="ADAL" clId="{F6470792-E840-4171-BDB0-E3FB66A095FD}" dt="2022-03-16T17:00:36.774" v="63" actId="20577"/>
          <ac:spMkLst>
            <pc:docMk/>
            <pc:sldMk cId="3658886467" sldId="263"/>
            <ac:spMk id="2" creationId="{095CBE67-7736-4DB5-BF4C-A1A7F390F7EA}"/>
          </ac:spMkLst>
        </pc:spChg>
      </pc:sldChg>
      <pc:sldChg chg="addSp modSp new mod">
        <pc:chgData name="Ožbot, Miha" userId="5fdfeab2-e3ac-40dc-9f9d-ac602c9b72a8" providerId="ADAL" clId="{F6470792-E840-4171-BDB0-E3FB66A095FD}" dt="2022-03-17T15:40:45.788" v="235" actId="20577"/>
        <pc:sldMkLst>
          <pc:docMk/>
          <pc:sldMk cId="2194279594" sldId="264"/>
        </pc:sldMkLst>
        <pc:spChg chg="mod">
          <ac:chgData name="Ožbot, Miha" userId="5fdfeab2-e3ac-40dc-9f9d-ac602c9b72a8" providerId="ADAL" clId="{F6470792-E840-4171-BDB0-E3FB66A095FD}" dt="2022-03-17T15:38:46.909" v="118" actId="20577"/>
          <ac:spMkLst>
            <pc:docMk/>
            <pc:sldMk cId="2194279594" sldId="264"/>
            <ac:spMk id="2" creationId="{CD495C8B-1B98-40AE-95C3-AC7DF13E80E8}"/>
          </ac:spMkLst>
        </pc:spChg>
        <pc:spChg chg="mod">
          <ac:chgData name="Ožbot, Miha" userId="5fdfeab2-e3ac-40dc-9f9d-ac602c9b72a8" providerId="ADAL" clId="{F6470792-E840-4171-BDB0-E3FB66A095FD}" dt="2022-03-17T15:40:45.788" v="235" actId="20577"/>
          <ac:spMkLst>
            <pc:docMk/>
            <pc:sldMk cId="2194279594" sldId="264"/>
            <ac:spMk id="3" creationId="{B544D78F-F0DB-4671-902A-29C361618528}"/>
          </ac:spMkLst>
        </pc:spChg>
        <pc:spChg chg="add mod">
          <ac:chgData name="Ožbot, Miha" userId="5fdfeab2-e3ac-40dc-9f9d-ac602c9b72a8" providerId="ADAL" clId="{F6470792-E840-4171-BDB0-E3FB66A095FD}" dt="2022-03-17T15:38:57.508" v="123" actId="1076"/>
          <ac:spMkLst>
            <pc:docMk/>
            <pc:sldMk cId="2194279594" sldId="264"/>
            <ac:spMk id="5" creationId="{D2E5BB66-FD80-4A9C-A021-D2B3419849B2}"/>
          </ac:spMkLst>
        </pc:spChg>
      </pc:sldChg>
      <pc:sldChg chg="addSp modSp new mod ord">
        <pc:chgData name="Ožbot, Miha" userId="5fdfeab2-e3ac-40dc-9f9d-ac602c9b72a8" providerId="ADAL" clId="{F6470792-E840-4171-BDB0-E3FB66A095FD}" dt="2022-03-17T15:47:56.620" v="533" actId="20577"/>
        <pc:sldMkLst>
          <pc:docMk/>
          <pc:sldMk cId="654290338" sldId="265"/>
        </pc:sldMkLst>
        <pc:spChg chg="mod">
          <ac:chgData name="Ožbot, Miha" userId="5fdfeab2-e3ac-40dc-9f9d-ac602c9b72a8" providerId="ADAL" clId="{F6470792-E840-4171-BDB0-E3FB66A095FD}" dt="2022-03-17T15:47:50.171" v="532" actId="20577"/>
          <ac:spMkLst>
            <pc:docMk/>
            <pc:sldMk cId="654290338" sldId="265"/>
            <ac:spMk id="2" creationId="{D21B2665-87B1-4363-AB30-E43F01FCEFAE}"/>
          </ac:spMkLst>
        </pc:spChg>
        <pc:spChg chg="mod">
          <ac:chgData name="Ožbot, Miha" userId="5fdfeab2-e3ac-40dc-9f9d-ac602c9b72a8" providerId="ADAL" clId="{F6470792-E840-4171-BDB0-E3FB66A095FD}" dt="2022-03-17T15:47:56.620" v="533" actId="20577"/>
          <ac:spMkLst>
            <pc:docMk/>
            <pc:sldMk cId="654290338" sldId="265"/>
            <ac:spMk id="3" creationId="{5F8CBE8A-96B8-445E-A08D-9128844A82BA}"/>
          </ac:spMkLst>
        </pc:spChg>
        <pc:spChg chg="add mod">
          <ac:chgData name="Ožbot, Miha" userId="5fdfeab2-e3ac-40dc-9f9d-ac602c9b72a8" providerId="ADAL" clId="{F6470792-E840-4171-BDB0-E3FB66A095FD}" dt="2022-03-17T15:47:12.851" v="514" actId="1076"/>
          <ac:spMkLst>
            <pc:docMk/>
            <pc:sldMk cId="654290338" sldId="265"/>
            <ac:spMk id="5" creationId="{1E880E51-D58B-41B7-B91F-C533C68FDB31}"/>
          </ac:spMkLst>
        </pc:spChg>
      </pc:sldChg>
      <pc:sldChg chg="modSp new mod">
        <pc:chgData name="Ožbot, Miha" userId="5fdfeab2-e3ac-40dc-9f9d-ac602c9b72a8" providerId="ADAL" clId="{F6470792-E840-4171-BDB0-E3FB66A095FD}" dt="2022-03-17T15:57:48.941" v="724" actId="20577"/>
        <pc:sldMkLst>
          <pc:docMk/>
          <pc:sldMk cId="1342890208" sldId="266"/>
        </pc:sldMkLst>
        <pc:spChg chg="mod">
          <ac:chgData name="Ožbot, Miha" userId="5fdfeab2-e3ac-40dc-9f9d-ac602c9b72a8" providerId="ADAL" clId="{F6470792-E840-4171-BDB0-E3FB66A095FD}" dt="2022-03-17T15:57:04.475" v="668" actId="20577"/>
          <ac:spMkLst>
            <pc:docMk/>
            <pc:sldMk cId="1342890208" sldId="266"/>
            <ac:spMk id="2" creationId="{28606DD8-BD75-4B56-BC13-8881EB56DAB4}"/>
          </ac:spMkLst>
        </pc:spChg>
        <pc:spChg chg="mod">
          <ac:chgData name="Ožbot, Miha" userId="5fdfeab2-e3ac-40dc-9f9d-ac602c9b72a8" providerId="ADAL" clId="{F6470792-E840-4171-BDB0-E3FB66A095FD}" dt="2022-03-17T15:57:48.941" v="724" actId="20577"/>
          <ac:spMkLst>
            <pc:docMk/>
            <pc:sldMk cId="1342890208" sldId="266"/>
            <ac:spMk id="3" creationId="{26058A1E-0FB3-4BEF-8F73-CFBC894EF77E}"/>
          </ac:spMkLst>
        </pc:spChg>
      </pc:sldChg>
    </pc:docChg>
  </pc:docChgLst>
  <pc:docChgLst>
    <pc:chgData name="OŽBOT, MIHA" userId="36448ee4-d56c-450a-8c5f-e012d647b106" providerId="ADAL" clId="{73297F8E-1693-473A-BAB3-926252088BC1}"/>
    <pc:docChg chg="undo custSel addSld modSld">
      <pc:chgData name="OŽBOT, MIHA" userId="36448ee4-d56c-450a-8c5f-e012d647b106" providerId="ADAL" clId="{73297F8E-1693-473A-BAB3-926252088BC1}" dt="2022-04-11T19:18:41.189" v="1553" actId="20577"/>
      <pc:docMkLst>
        <pc:docMk/>
      </pc:docMkLst>
      <pc:sldChg chg="modSp mod">
        <pc:chgData name="OŽBOT, MIHA" userId="36448ee4-d56c-450a-8c5f-e012d647b106" providerId="ADAL" clId="{73297F8E-1693-473A-BAB3-926252088BC1}" dt="2022-04-11T19:14:05.874" v="1444" actId="20577"/>
        <pc:sldMkLst>
          <pc:docMk/>
          <pc:sldMk cId="3904398675" sldId="268"/>
        </pc:sldMkLst>
        <pc:spChg chg="mod">
          <ac:chgData name="OŽBOT, MIHA" userId="36448ee4-d56c-450a-8c5f-e012d647b106" providerId="ADAL" clId="{73297F8E-1693-473A-BAB3-926252088BC1}" dt="2022-04-11T19:14:05.874" v="1444" actId="20577"/>
          <ac:spMkLst>
            <pc:docMk/>
            <pc:sldMk cId="3904398675" sldId="268"/>
            <ac:spMk id="3" creationId="{E0BEF5DF-8F40-4BAD-97E9-BA7D1BA9D39E}"/>
          </ac:spMkLst>
        </pc:spChg>
      </pc:sldChg>
      <pc:sldChg chg="modSp mod">
        <pc:chgData name="OŽBOT, MIHA" userId="36448ee4-d56c-450a-8c5f-e012d647b106" providerId="ADAL" clId="{73297F8E-1693-473A-BAB3-926252088BC1}" dt="2022-04-11T19:15:55.193" v="1489" actId="114"/>
        <pc:sldMkLst>
          <pc:docMk/>
          <pc:sldMk cId="2374509314" sldId="269"/>
        </pc:sldMkLst>
        <pc:spChg chg="mod">
          <ac:chgData name="OŽBOT, MIHA" userId="36448ee4-d56c-450a-8c5f-e012d647b106" providerId="ADAL" clId="{73297F8E-1693-473A-BAB3-926252088BC1}" dt="2022-04-11T19:15:55.193" v="1489" actId="114"/>
          <ac:spMkLst>
            <pc:docMk/>
            <pc:sldMk cId="2374509314" sldId="269"/>
            <ac:spMk id="3" creationId="{E5C10B8F-0F49-47BB-9E2B-012BBFAC83C1}"/>
          </ac:spMkLst>
        </pc:spChg>
      </pc:sldChg>
      <pc:sldChg chg="modSp mod">
        <pc:chgData name="OŽBOT, MIHA" userId="36448ee4-d56c-450a-8c5f-e012d647b106" providerId="ADAL" clId="{73297F8E-1693-473A-BAB3-926252088BC1}" dt="2022-04-11T19:13:37.948" v="1438" actId="20577"/>
        <pc:sldMkLst>
          <pc:docMk/>
          <pc:sldMk cId="386065714" sldId="270"/>
        </pc:sldMkLst>
        <pc:spChg chg="mod">
          <ac:chgData name="OŽBOT, MIHA" userId="36448ee4-d56c-450a-8c5f-e012d647b106" providerId="ADAL" clId="{73297F8E-1693-473A-BAB3-926252088BC1}" dt="2022-04-11T19:13:37.948" v="1438" actId="20577"/>
          <ac:spMkLst>
            <pc:docMk/>
            <pc:sldMk cId="386065714" sldId="270"/>
            <ac:spMk id="3" creationId="{7389EECA-5815-48D2-921D-56090B8A3BCC}"/>
          </ac:spMkLst>
        </pc:spChg>
      </pc:sldChg>
      <pc:sldChg chg="addSp delSp modSp new mod">
        <pc:chgData name="OŽBOT, MIHA" userId="36448ee4-d56c-450a-8c5f-e012d647b106" providerId="ADAL" clId="{73297F8E-1693-473A-BAB3-926252088BC1}" dt="2022-04-11T19:18:41.189" v="1553" actId="20577"/>
        <pc:sldMkLst>
          <pc:docMk/>
          <pc:sldMk cId="4184736895" sldId="271"/>
        </pc:sldMkLst>
        <pc:spChg chg="mod">
          <ac:chgData name="OŽBOT, MIHA" userId="36448ee4-d56c-450a-8c5f-e012d647b106" providerId="ADAL" clId="{73297F8E-1693-473A-BAB3-926252088BC1}" dt="2022-04-11T19:18:41.189" v="1553" actId="20577"/>
          <ac:spMkLst>
            <pc:docMk/>
            <pc:sldMk cId="4184736895" sldId="271"/>
            <ac:spMk id="2" creationId="{1A949B5B-13E9-4F18-A7CD-424C992242B3}"/>
          </ac:spMkLst>
        </pc:spChg>
        <pc:spChg chg="add del mod">
          <ac:chgData name="OŽBOT, MIHA" userId="36448ee4-d56c-450a-8c5f-e012d647b106" providerId="ADAL" clId="{73297F8E-1693-473A-BAB3-926252088BC1}" dt="2022-04-11T19:17:14.282" v="1501" actId="20577"/>
          <ac:spMkLst>
            <pc:docMk/>
            <pc:sldMk cId="4184736895" sldId="271"/>
            <ac:spMk id="3" creationId="{5C52BD9D-B5F3-48BF-8D2A-ED3911753E0F}"/>
          </ac:spMkLst>
        </pc:spChg>
        <pc:spChg chg="add del mod">
          <ac:chgData name="OŽBOT, MIHA" userId="36448ee4-d56c-450a-8c5f-e012d647b106" providerId="ADAL" clId="{73297F8E-1693-473A-BAB3-926252088BC1}" dt="2022-04-11T18:47:34.232" v="608" actId="478"/>
          <ac:spMkLst>
            <pc:docMk/>
            <pc:sldMk cId="4184736895" sldId="271"/>
            <ac:spMk id="4" creationId="{A8ED60A9-426F-4B56-BF8D-5DA8EAD1AD6F}"/>
          </ac:spMkLst>
        </pc:spChg>
        <pc:spChg chg="add del mod">
          <ac:chgData name="OŽBOT, MIHA" userId="36448ee4-d56c-450a-8c5f-e012d647b106" providerId="ADAL" clId="{73297F8E-1693-473A-BAB3-926252088BC1}" dt="2022-04-11T18:47:37.438" v="611" actId="478"/>
          <ac:spMkLst>
            <pc:docMk/>
            <pc:sldMk cId="4184736895" sldId="271"/>
            <ac:spMk id="5" creationId="{057379C5-B4CE-4C42-A016-CF855794CFF9}"/>
          </ac:spMkLst>
        </pc:spChg>
        <pc:spChg chg="add del mod">
          <ac:chgData name="OŽBOT, MIHA" userId="36448ee4-d56c-450a-8c5f-e012d647b106" providerId="ADAL" clId="{73297F8E-1693-473A-BAB3-926252088BC1}" dt="2022-04-11T18:47:32.759" v="607"/>
          <ac:spMkLst>
            <pc:docMk/>
            <pc:sldMk cId="4184736895" sldId="271"/>
            <ac:spMk id="6" creationId="{DC580615-05FA-480C-A0DE-9771B26943D4}"/>
          </ac:spMkLst>
        </pc:spChg>
        <pc:spChg chg="add del mod">
          <ac:chgData name="OŽBOT, MIHA" userId="36448ee4-d56c-450a-8c5f-e012d647b106" providerId="ADAL" clId="{73297F8E-1693-473A-BAB3-926252088BC1}" dt="2022-04-11T18:47:32.458" v="606" actId="478"/>
          <ac:spMkLst>
            <pc:docMk/>
            <pc:sldMk cId="4184736895" sldId="271"/>
            <ac:spMk id="7" creationId="{A60EE30F-6323-4D33-80C1-11682E4D10F6}"/>
          </ac:spMkLst>
        </pc:spChg>
        <pc:spChg chg="add del">
          <ac:chgData name="OŽBOT, MIHA" userId="36448ee4-d56c-450a-8c5f-e012d647b106" providerId="ADAL" clId="{73297F8E-1693-473A-BAB3-926252088BC1}" dt="2022-04-11T18:47:46.256" v="617" actId="478"/>
          <ac:spMkLst>
            <pc:docMk/>
            <pc:sldMk cId="4184736895" sldId="271"/>
            <ac:spMk id="8" creationId="{9D4B27BB-DBFC-46ED-AAFF-A3D7712DCB03}"/>
          </ac:spMkLst>
        </pc:spChg>
        <pc:spChg chg="add del mod">
          <ac:chgData name="OŽBOT, MIHA" userId="36448ee4-d56c-450a-8c5f-e012d647b106" providerId="ADAL" clId="{73297F8E-1693-473A-BAB3-926252088BC1}" dt="2022-04-11T18:47:41.578" v="614" actId="478"/>
          <ac:spMkLst>
            <pc:docMk/>
            <pc:sldMk cId="4184736895" sldId="271"/>
            <ac:spMk id="9" creationId="{7D7084A0-9BBF-4C1A-BD98-C329868D58D2}"/>
          </ac:spMkLst>
        </pc:spChg>
        <pc:spChg chg="add del mod">
          <ac:chgData name="OŽBOT, MIHA" userId="36448ee4-d56c-450a-8c5f-e012d647b106" providerId="ADAL" clId="{73297F8E-1693-473A-BAB3-926252088BC1}" dt="2022-04-11T18:47:44.083" v="616" actId="478"/>
          <ac:spMkLst>
            <pc:docMk/>
            <pc:sldMk cId="4184736895" sldId="271"/>
            <ac:spMk id="10" creationId="{91C635DA-1380-45E1-946E-500D367085F3}"/>
          </ac:spMkLst>
        </pc:spChg>
        <pc:spChg chg="add del">
          <ac:chgData name="OŽBOT, MIHA" userId="36448ee4-d56c-450a-8c5f-e012d647b106" providerId="ADAL" clId="{73297F8E-1693-473A-BAB3-926252088BC1}" dt="2022-04-11T18:48:09.733" v="638" actId="478"/>
          <ac:spMkLst>
            <pc:docMk/>
            <pc:sldMk cId="4184736895" sldId="271"/>
            <ac:spMk id="11" creationId="{8B66256B-990A-43AF-BC43-8FC9FC850EA6}"/>
          </ac:spMkLst>
        </pc:spChg>
        <pc:spChg chg="add del mod">
          <ac:chgData name="OŽBOT, MIHA" userId="36448ee4-d56c-450a-8c5f-e012d647b106" providerId="ADAL" clId="{73297F8E-1693-473A-BAB3-926252088BC1}" dt="2022-04-11T18:48:07.459" v="637" actId="478"/>
          <ac:spMkLst>
            <pc:docMk/>
            <pc:sldMk cId="4184736895" sldId="271"/>
            <ac:spMk id="12" creationId="{1E8168BD-035A-4A4C-99DE-286C8AA33F14}"/>
          </ac:spMkLst>
        </pc:spChg>
        <pc:spChg chg="add del">
          <ac:chgData name="OŽBOT, MIHA" userId="36448ee4-d56c-450a-8c5f-e012d647b106" providerId="ADAL" clId="{73297F8E-1693-473A-BAB3-926252088BC1}" dt="2022-04-11T18:51:13.409" v="795" actId="478"/>
          <ac:spMkLst>
            <pc:docMk/>
            <pc:sldMk cId="4184736895" sldId="271"/>
            <ac:spMk id="13" creationId="{3ACC13FC-8824-4F86-8155-094A288908A3}"/>
          </ac:spMkLst>
        </pc:spChg>
        <pc:picChg chg="add mod">
          <ac:chgData name="OŽBOT, MIHA" userId="36448ee4-d56c-450a-8c5f-e012d647b106" providerId="ADAL" clId="{73297F8E-1693-473A-BAB3-926252088BC1}" dt="2022-04-11T19:16:14.096" v="1490"/>
          <ac:picMkLst>
            <pc:docMk/>
            <pc:sldMk cId="4184736895" sldId="271"/>
            <ac:picMk id="14" creationId="{3758C98A-4AE5-4C63-A403-C11C9C8A56CB}"/>
          </ac:picMkLst>
        </pc:picChg>
      </pc:sldChg>
      <pc:sldChg chg="modSp new mod">
        <pc:chgData name="OŽBOT, MIHA" userId="36448ee4-d56c-450a-8c5f-e012d647b106" providerId="ADAL" clId="{73297F8E-1693-473A-BAB3-926252088BC1}" dt="2022-04-11T19:18:06.476" v="1528" actId="20577"/>
        <pc:sldMkLst>
          <pc:docMk/>
          <pc:sldMk cId="4208559629" sldId="272"/>
        </pc:sldMkLst>
        <pc:spChg chg="mod">
          <ac:chgData name="OŽBOT, MIHA" userId="36448ee4-d56c-450a-8c5f-e012d647b106" providerId="ADAL" clId="{73297F8E-1693-473A-BAB3-926252088BC1}" dt="2022-04-11T19:18:06.476" v="1528" actId="20577"/>
          <ac:spMkLst>
            <pc:docMk/>
            <pc:sldMk cId="4208559629" sldId="272"/>
            <ac:spMk id="2" creationId="{765925DB-5F5D-4769-B365-53CAD80D0FDB}"/>
          </ac:spMkLst>
        </pc:spChg>
      </pc:sldChg>
    </pc:docChg>
  </pc:docChgLst>
  <pc:docChgLst>
    <pc:chgData name="Ožbot, Miha" userId="5fdfeab2-e3ac-40dc-9f9d-ac602c9b72a8" providerId="ADAL" clId="{B69DA118-5076-4EF4-B604-E3375EDC9439}"/>
    <pc:docChg chg="undo custSel addSld delSld modSld sldOrd">
      <pc:chgData name="Ožbot, Miha" userId="5fdfeab2-e3ac-40dc-9f9d-ac602c9b72a8" providerId="ADAL" clId="{B69DA118-5076-4EF4-B604-E3375EDC9439}" dt="2022-04-12T17:47:15.682" v="2361"/>
      <pc:docMkLst>
        <pc:docMk/>
      </pc:docMkLst>
      <pc:sldChg chg="addSp delSp mod">
        <pc:chgData name="Ožbot, Miha" userId="5fdfeab2-e3ac-40dc-9f9d-ac602c9b72a8" providerId="ADAL" clId="{B69DA118-5076-4EF4-B604-E3375EDC9439}" dt="2022-04-12T15:31:11.091" v="758" actId="26606"/>
        <pc:sldMkLst>
          <pc:docMk/>
          <pc:sldMk cId="64491679" sldId="267"/>
        </pc:sldMkLst>
        <pc:spChg chg="add del">
          <ac:chgData name="Ožbot, Miha" userId="5fdfeab2-e3ac-40dc-9f9d-ac602c9b72a8" providerId="ADAL" clId="{B69DA118-5076-4EF4-B604-E3375EDC9439}" dt="2022-04-12T15:31:11.091" v="758" actId="26606"/>
          <ac:spMkLst>
            <pc:docMk/>
            <pc:sldMk cId="64491679" sldId="267"/>
            <ac:spMk id="13" creationId="{D1708218-1CC5-4DF6-926B-EA887227088E}"/>
          </ac:spMkLst>
        </pc:spChg>
        <pc:graphicFrameChg chg="add del">
          <ac:chgData name="Ožbot, Miha" userId="5fdfeab2-e3ac-40dc-9f9d-ac602c9b72a8" providerId="ADAL" clId="{B69DA118-5076-4EF4-B604-E3375EDC9439}" dt="2022-04-12T15:31:06.783" v="752" actId="26606"/>
          <ac:graphicFrameMkLst>
            <pc:docMk/>
            <pc:sldMk cId="64491679" sldId="267"/>
            <ac:graphicFrameMk id="17" creationId="{9097AB78-0428-C868-CE8E-E2BF4D2A6D4B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07.831" v="754" actId="26606"/>
          <ac:graphicFrameMkLst>
            <pc:docMk/>
            <pc:sldMk cId="64491679" sldId="267"/>
            <ac:graphicFrameMk id="19" creationId="{09995877-7AEB-4D83-6900-935EFF07D84B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08.551" v="756" actId="26606"/>
          <ac:graphicFrameMkLst>
            <pc:docMk/>
            <pc:sldMk cId="64491679" sldId="267"/>
            <ac:graphicFrameMk id="21" creationId="{D1790EE8-907A-B0E9-5687-DEAAA5027C70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11.091" v="758" actId="26606"/>
          <ac:graphicFrameMkLst>
            <pc:docMk/>
            <pc:sldMk cId="64491679" sldId="267"/>
            <ac:graphicFrameMk id="23" creationId="{997A1ED8-3B1A-1EE5-B6B1-9192BDECFCDF}"/>
          </ac:graphicFrameMkLst>
        </pc:graphicFrameChg>
      </pc:sldChg>
      <pc:sldChg chg="addSp delSp modSp mod setBg modNotesTx">
        <pc:chgData name="Ožbot, Miha" userId="5fdfeab2-e3ac-40dc-9f9d-ac602c9b72a8" providerId="ADAL" clId="{B69DA118-5076-4EF4-B604-E3375EDC9439}" dt="2022-04-12T15:44:47.790" v="1207" actId="20577"/>
        <pc:sldMkLst>
          <pc:docMk/>
          <pc:sldMk cId="3904398675" sldId="268"/>
        </pc:sldMkLst>
        <pc:spChg chg="mod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2" creationId="{8136DCA3-1C99-4E16-B8D6-3B1003181FA6}"/>
          </ac:spMkLst>
        </pc:spChg>
        <pc:spChg chg="add del mod">
          <ac:chgData name="Ožbot, Miha" userId="5fdfeab2-e3ac-40dc-9f9d-ac602c9b72a8" providerId="ADAL" clId="{B69DA118-5076-4EF4-B604-E3375EDC9439}" dt="2022-04-12T15:32:38.528" v="879" actId="26606"/>
          <ac:spMkLst>
            <pc:docMk/>
            <pc:sldMk cId="3904398675" sldId="268"/>
            <ac:spMk id="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0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1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2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4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5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6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7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8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9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20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21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1:19.470" v="762" actId="26606"/>
          <ac:spMkLst>
            <pc:docMk/>
            <pc:sldMk cId="3904398675" sldId="268"/>
            <ac:spMk id="22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1:19.470" v="762" actId="26606"/>
          <ac:spMkLst>
            <pc:docMk/>
            <pc:sldMk cId="3904398675" sldId="268"/>
            <ac:spMk id="23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1:19.470" v="762" actId="26606"/>
          <ac:spMkLst>
            <pc:docMk/>
            <pc:sldMk cId="3904398675" sldId="268"/>
            <ac:spMk id="24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25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20.774" v="764" actId="26606"/>
          <ac:spMkLst>
            <pc:docMk/>
            <pc:sldMk cId="3904398675" sldId="268"/>
            <ac:spMk id="26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20.774" v="764" actId="26606"/>
          <ac:spMkLst>
            <pc:docMk/>
            <pc:sldMk cId="3904398675" sldId="268"/>
            <ac:spMk id="27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20.774" v="764" actId="26606"/>
          <ac:spMkLst>
            <pc:docMk/>
            <pc:sldMk cId="3904398675" sldId="268"/>
            <ac:spMk id="28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29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21.984" v="766" actId="26606"/>
          <ac:spMkLst>
            <pc:docMk/>
            <pc:sldMk cId="3904398675" sldId="268"/>
            <ac:spMk id="30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1:21.984" v="766" actId="26606"/>
          <ac:spMkLst>
            <pc:docMk/>
            <pc:sldMk cId="3904398675" sldId="268"/>
            <ac:spMk id="31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1:21.984" v="766" actId="26606"/>
          <ac:spMkLst>
            <pc:docMk/>
            <pc:sldMk cId="3904398675" sldId="268"/>
            <ac:spMk id="32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3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23.727" v="768" actId="26606"/>
          <ac:spMkLst>
            <pc:docMk/>
            <pc:sldMk cId="3904398675" sldId="268"/>
            <ac:spMk id="34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23.727" v="768" actId="26606"/>
          <ac:spMkLst>
            <pc:docMk/>
            <pc:sldMk cId="3904398675" sldId="268"/>
            <ac:spMk id="35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23.727" v="768" actId="26606"/>
          <ac:spMkLst>
            <pc:docMk/>
            <pc:sldMk cId="3904398675" sldId="268"/>
            <ac:spMk id="36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37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38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39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0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1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45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1:26.998" v="772" actId="26606"/>
          <ac:spMkLst>
            <pc:docMk/>
            <pc:sldMk cId="3904398675" sldId="268"/>
            <ac:spMk id="46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26.998" v="772" actId="26606"/>
          <ac:spMkLst>
            <pc:docMk/>
            <pc:sldMk cId="3904398675" sldId="268"/>
            <ac:spMk id="47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48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1:28.391" v="774" actId="26606"/>
          <ac:spMkLst>
            <pc:docMk/>
            <pc:sldMk cId="3904398675" sldId="268"/>
            <ac:spMk id="49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28.391" v="774" actId="26606"/>
          <ac:spMkLst>
            <pc:docMk/>
            <pc:sldMk cId="3904398675" sldId="268"/>
            <ac:spMk id="50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28.391" v="774" actId="26606"/>
          <ac:spMkLst>
            <pc:docMk/>
            <pc:sldMk cId="3904398675" sldId="268"/>
            <ac:spMk id="51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52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3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4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5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6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7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58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1:30.467" v="778" actId="26606"/>
          <ac:spMkLst>
            <pc:docMk/>
            <pc:sldMk cId="3904398675" sldId="268"/>
            <ac:spMk id="59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30.467" v="778" actId="26606"/>
          <ac:spMkLst>
            <pc:docMk/>
            <pc:sldMk cId="3904398675" sldId="268"/>
            <ac:spMk id="60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30.467" v="778" actId="26606"/>
          <ac:spMkLst>
            <pc:docMk/>
            <pc:sldMk cId="3904398675" sldId="268"/>
            <ac:spMk id="61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6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68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6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7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38.731" v="792" actId="26606"/>
          <ac:spMkLst>
            <pc:docMk/>
            <pc:sldMk cId="3904398675" sldId="268"/>
            <ac:spMk id="72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38.731" v="792" actId="26606"/>
          <ac:spMkLst>
            <pc:docMk/>
            <pc:sldMk cId="3904398675" sldId="268"/>
            <ac:spMk id="73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38.731" v="792" actId="26606"/>
          <ac:spMkLst>
            <pc:docMk/>
            <pc:sldMk cId="3904398675" sldId="268"/>
            <ac:spMk id="7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6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7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8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1.389" v="796" actId="26606"/>
          <ac:spMkLst>
            <pc:docMk/>
            <pc:sldMk cId="3904398675" sldId="268"/>
            <ac:spMk id="81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41.389" v="796" actId="26606"/>
          <ac:spMkLst>
            <pc:docMk/>
            <pc:sldMk cId="3904398675" sldId="268"/>
            <ac:spMk id="82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41.389" v="796" actId="26606"/>
          <ac:spMkLst>
            <pc:docMk/>
            <pc:sldMk cId="3904398675" sldId="268"/>
            <ac:spMk id="8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5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6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7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8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9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90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9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3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4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5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98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99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100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10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8.520" v="804" actId="26606"/>
          <ac:spMkLst>
            <pc:docMk/>
            <pc:sldMk cId="3904398675" sldId="268"/>
            <ac:spMk id="103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48.520" v="804" actId="26606"/>
          <ac:spMkLst>
            <pc:docMk/>
            <pc:sldMk cId="3904398675" sldId="268"/>
            <ac:spMk id="104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48.520" v="804" actId="26606"/>
          <ac:spMkLst>
            <pc:docMk/>
            <pc:sldMk cId="3904398675" sldId="268"/>
            <ac:spMk id="10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1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2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4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6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8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9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20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21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4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6" creationId="{142DCE2C-2863-46FA-9BE7-24365A24D9BA}"/>
          </ac:spMkLst>
        </pc:spChg>
        <pc:spChg chg="add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127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28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29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0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1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136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3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38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3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4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2:01.572" v="820" actId="26606"/>
          <ac:spMkLst>
            <pc:docMk/>
            <pc:sldMk cId="3904398675" sldId="268"/>
            <ac:spMk id="142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2:01.572" v="820" actId="26606"/>
          <ac:spMkLst>
            <pc:docMk/>
            <pc:sldMk cId="3904398675" sldId="268"/>
            <ac:spMk id="143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2:01.572" v="820" actId="26606"/>
          <ac:spMkLst>
            <pc:docMk/>
            <pc:sldMk cId="3904398675" sldId="268"/>
            <ac:spMk id="14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6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7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8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1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2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3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4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5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6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59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60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61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6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4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5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6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6.036" v="830" actId="26606"/>
          <ac:spMkLst>
            <pc:docMk/>
            <pc:sldMk cId="3904398675" sldId="268"/>
            <ac:spMk id="169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2:06.036" v="830" actId="26606"/>
          <ac:spMkLst>
            <pc:docMk/>
            <pc:sldMk cId="3904398675" sldId="268"/>
            <ac:spMk id="170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2:06.036" v="830" actId="26606"/>
          <ac:spMkLst>
            <pc:docMk/>
            <pc:sldMk cId="3904398675" sldId="268"/>
            <ac:spMk id="17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4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6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78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79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0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1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8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88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8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9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2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3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4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5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6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5.084" v="840" actId="26606"/>
          <ac:spMkLst>
            <pc:docMk/>
            <pc:sldMk cId="3904398675" sldId="268"/>
            <ac:spMk id="199" creationId="{488333BA-AE6E-427A-9B16-A39C8073F4EB}"/>
          </ac:spMkLst>
        </pc:spChg>
        <pc:spChg chg="add del">
          <ac:chgData name="Ožbot, Miha" userId="5fdfeab2-e3ac-40dc-9f9d-ac602c9b72a8" providerId="ADAL" clId="{B69DA118-5076-4EF4-B604-E3375EDC9439}" dt="2022-04-12T15:32:15.084" v="840" actId="26606"/>
          <ac:spMkLst>
            <pc:docMk/>
            <pc:sldMk cId="3904398675" sldId="268"/>
            <ac:spMk id="200" creationId="{F98ED85F-DCEE-4B50-802E-71A6E3E12B04}"/>
          </ac:spMkLst>
        </pc:spChg>
        <pc:spChg chg="add del">
          <ac:chgData name="Ožbot, Miha" userId="5fdfeab2-e3ac-40dc-9f9d-ac602c9b72a8" providerId="ADAL" clId="{B69DA118-5076-4EF4-B604-E3375EDC9439}" dt="2022-04-12T15:32:15.084" v="840" actId="26606"/>
          <ac:spMkLst>
            <pc:docMk/>
            <pc:sldMk cId="3904398675" sldId="268"/>
            <ac:spMk id="20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3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4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5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6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7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8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1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2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3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4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5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7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8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2:17.564" v="846" actId="26606"/>
          <ac:spMkLst>
            <pc:docMk/>
            <pc:sldMk cId="3904398675" sldId="268"/>
            <ac:spMk id="220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17.564" v="846" actId="26606"/>
          <ac:spMkLst>
            <pc:docMk/>
            <pc:sldMk cId="3904398675" sldId="268"/>
            <ac:spMk id="221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17.564" v="846" actId="26606"/>
          <ac:spMkLst>
            <pc:docMk/>
            <pc:sldMk cId="3904398675" sldId="268"/>
            <ac:spMk id="22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4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5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6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7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8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9.757" v="850" actId="26606"/>
          <ac:spMkLst>
            <pc:docMk/>
            <pc:sldMk cId="3904398675" sldId="268"/>
            <ac:spMk id="231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19.757" v="850" actId="26606"/>
          <ac:spMkLst>
            <pc:docMk/>
            <pc:sldMk cId="3904398675" sldId="268"/>
            <ac:spMk id="232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19.757" v="850" actId="26606"/>
          <ac:spMkLst>
            <pc:docMk/>
            <pc:sldMk cId="3904398675" sldId="268"/>
            <ac:spMk id="23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5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6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7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8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9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40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41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42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2:24.212" v="854" actId="26606"/>
          <ac:spMkLst>
            <pc:docMk/>
            <pc:sldMk cId="3904398675" sldId="268"/>
            <ac:spMk id="244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24.212" v="854" actId="26606"/>
          <ac:spMkLst>
            <pc:docMk/>
            <pc:sldMk cId="3904398675" sldId="268"/>
            <ac:spMk id="245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24.212" v="854" actId="26606"/>
          <ac:spMkLst>
            <pc:docMk/>
            <pc:sldMk cId="3904398675" sldId="268"/>
            <ac:spMk id="24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48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49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0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1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2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3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6.635" v="858" actId="26606"/>
          <ac:spMkLst>
            <pc:docMk/>
            <pc:sldMk cId="3904398675" sldId="268"/>
            <ac:spMk id="256" creationId="{488333BA-AE6E-427A-9B16-A39C8073F4EB}"/>
          </ac:spMkLst>
        </pc:spChg>
        <pc:spChg chg="add del">
          <ac:chgData name="Ožbot, Miha" userId="5fdfeab2-e3ac-40dc-9f9d-ac602c9b72a8" providerId="ADAL" clId="{B69DA118-5076-4EF4-B604-E3375EDC9439}" dt="2022-04-12T15:32:26.635" v="858" actId="26606"/>
          <ac:spMkLst>
            <pc:docMk/>
            <pc:sldMk cId="3904398675" sldId="268"/>
            <ac:spMk id="257" creationId="{F98ED85F-DCEE-4B50-802E-71A6E3E12B04}"/>
          </ac:spMkLst>
        </pc:spChg>
        <pc:spChg chg="add del">
          <ac:chgData name="Ožbot, Miha" userId="5fdfeab2-e3ac-40dc-9f9d-ac602c9b72a8" providerId="ADAL" clId="{B69DA118-5076-4EF4-B604-E3375EDC9439}" dt="2022-04-12T15:32:26.635" v="858" actId="26606"/>
          <ac:spMkLst>
            <pc:docMk/>
            <pc:sldMk cId="3904398675" sldId="268"/>
            <ac:spMk id="258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0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1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2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8.283" v="862" actId="26606"/>
          <ac:spMkLst>
            <pc:docMk/>
            <pc:sldMk cId="3904398675" sldId="268"/>
            <ac:spMk id="265" creationId="{6A1473A6-3F22-483E-8A30-80B9D2B14592}"/>
          </ac:spMkLst>
        </pc:spChg>
        <pc:spChg chg="add del">
          <ac:chgData name="Ožbot, Miha" userId="5fdfeab2-e3ac-40dc-9f9d-ac602c9b72a8" providerId="ADAL" clId="{B69DA118-5076-4EF4-B604-E3375EDC9439}" dt="2022-04-12T15:32:28.283" v="862" actId="26606"/>
          <ac:spMkLst>
            <pc:docMk/>
            <pc:sldMk cId="3904398675" sldId="268"/>
            <ac:spMk id="270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2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3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4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0.467" v="866" actId="26606"/>
          <ac:spMkLst>
            <pc:docMk/>
            <pc:sldMk cId="3904398675" sldId="268"/>
            <ac:spMk id="277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30.467" v="866" actId="26606"/>
          <ac:spMkLst>
            <pc:docMk/>
            <pc:sldMk cId="3904398675" sldId="268"/>
            <ac:spMk id="278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30.467" v="866" actId="26606"/>
          <ac:spMkLst>
            <pc:docMk/>
            <pc:sldMk cId="3904398675" sldId="268"/>
            <ac:spMk id="27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3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4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5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6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7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8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9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90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3.036" v="872" actId="26606"/>
          <ac:spMkLst>
            <pc:docMk/>
            <pc:sldMk cId="3904398675" sldId="268"/>
            <ac:spMk id="292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2:33.036" v="872" actId="26606"/>
          <ac:spMkLst>
            <pc:docMk/>
            <pc:sldMk cId="3904398675" sldId="268"/>
            <ac:spMk id="293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2:33.036" v="872" actId="26606"/>
          <ac:spMkLst>
            <pc:docMk/>
            <pc:sldMk cId="3904398675" sldId="268"/>
            <ac:spMk id="29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6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7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8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9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300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301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30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4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5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6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09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10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11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1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4:13.186" v="956" actId="26606"/>
          <ac:spMkLst>
            <pc:docMk/>
            <pc:sldMk cId="3904398675" sldId="268"/>
            <ac:spMk id="314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4:13.186" v="956" actId="26606"/>
          <ac:spMkLst>
            <pc:docMk/>
            <pc:sldMk cId="3904398675" sldId="268"/>
            <ac:spMk id="315" creationId="{DC5FB7E8-B636-40FA-BE8D-48145C0F5C57}"/>
          </ac:spMkLst>
        </pc:spChg>
        <pc:spChg chg="add del mod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1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4:13.186" v="956" actId="26606"/>
          <ac:spMkLst>
            <pc:docMk/>
            <pc:sldMk cId="3904398675" sldId="268"/>
            <ac:spMk id="317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19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20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21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3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4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5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6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6:58.178" v="1021" actId="26606"/>
          <ac:spMkLst>
            <pc:docMk/>
            <pc:sldMk cId="3904398675" sldId="268"/>
            <ac:spMk id="328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58.178" v="1021" actId="26606"/>
          <ac:spMkLst>
            <pc:docMk/>
            <pc:sldMk cId="3904398675" sldId="268"/>
            <ac:spMk id="329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6:58.178" v="1021" actId="26606"/>
          <ac:spMkLst>
            <pc:docMk/>
            <pc:sldMk cId="3904398675" sldId="268"/>
            <ac:spMk id="33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6:58.528" v="1023" actId="26606"/>
          <ac:spMkLst>
            <pc:docMk/>
            <pc:sldMk cId="3904398675" sldId="268"/>
            <ac:spMk id="332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6:58.528" v="1023" actId="26606"/>
          <ac:spMkLst>
            <pc:docMk/>
            <pc:sldMk cId="3904398675" sldId="268"/>
            <ac:spMk id="333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6:58.528" v="1023" actId="26606"/>
          <ac:spMkLst>
            <pc:docMk/>
            <pc:sldMk cId="3904398675" sldId="268"/>
            <ac:spMk id="334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6:59.459" v="1025" actId="26606"/>
          <ac:spMkLst>
            <pc:docMk/>
            <pc:sldMk cId="3904398675" sldId="268"/>
            <ac:spMk id="336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59.459" v="1025" actId="26606"/>
          <ac:spMkLst>
            <pc:docMk/>
            <pc:sldMk cId="3904398675" sldId="268"/>
            <ac:spMk id="337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6:59.459" v="1025" actId="26606"/>
          <ac:spMkLst>
            <pc:docMk/>
            <pc:sldMk cId="3904398675" sldId="268"/>
            <ac:spMk id="338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0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1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2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3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4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5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47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48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49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50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51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7:03.063" v="1031" actId="26606"/>
          <ac:spMkLst>
            <pc:docMk/>
            <pc:sldMk cId="3904398675" sldId="268"/>
            <ac:spMk id="353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7:03.063" v="1031" actId="26606"/>
          <ac:spMkLst>
            <pc:docMk/>
            <pc:sldMk cId="3904398675" sldId="268"/>
            <ac:spMk id="354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7:03.063" v="1031" actId="26606"/>
          <ac:spMkLst>
            <pc:docMk/>
            <pc:sldMk cId="3904398675" sldId="268"/>
            <ac:spMk id="355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57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58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59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60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61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7:07.787" v="1035" actId="26606"/>
          <ac:spMkLst>
            <pc:docMk/>
            <pc:sldMk cId="3904398675" sldId="268"/>
            <ac:spMk id="36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7:07.787" v="1035" actId="26606"/>
          <ac:spMkLst>
            <pc:docMk/>
            <pc:sldMk cId="3904398675" sldId="268"/>
            <ac:spMk id="364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7:07.787" v="1035" actId="26606"/>
          <ac:spMkLst>
            <pc:docMk/>
            <pc:sldMk cId="3904398675" sldId="268"/>
            <ac:spMk id="366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68" creationId="{DAF1966E-FD40-4A4A-B61B-C4DF7FA05F06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69" creationId="{047BFA19-D45E-416B-A404-7AF2F3F27017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70" creationId="{8E0105E7-23DB-4CF2-8258-FF47C7620F6E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71" creationId="{074B4F7D-14B2-478B-8BF5-01E4E0C5D263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7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374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375" creationId="{5D6C15A0-C087-4593-8414-2B4EC1CDC3DE}"/>
          </ac:spMkLst>
        </pc:spChg>
        <pc:spChg chg="add mod">
          <ac:chgData name="Ožbot, Miha" userId="5fdfeab2-e3ac-40dc-9f9d-ac602c9b72a8" providerId="ADAL" clId="{B69DA118-5076-4EF4-B604-E3375EDC9439}" dt="2022-04-12T15:44:47.790" v="1207" actId="20577"/>
          <ac:spMkLst>
            <pc:docMk/>
            <pc:sldMk cId="3904398675" sldId="268"/>
            <ac:spMk id="376" creationId="{E0BEF5DF-8F40-4BAD-97E9-BA7D1BA9D39E}"/>
          </ac:spMkLst>
        </pc:spChg>
        <pc:spChg chg="add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378" creationId="{100EDD19-6802-4EC3-95CE-CFFAB042CFD6}"/>
          </ac:spMkLst>
        </pc:spChg>
        <pc:grpChg chg="add del">
          <ac:chgData name="Ožbot, Miha" userId="5fdfeab2-e3ac-40dc-9f9d-ac602c9b72a8" providerId="ADAL" clId="{B69DA118-5076-4EF4-B604-E3375EDC9439}" dt="2022-04-12T15:32:28.283" v="862" actId="26606"/>
          <ac:grpSpMkLst>
            <pc:docMk/>
            <pc:sldMk cId="3904398675" sldId="268"/>
            <ac:grpSpMk id="266" creationId="{AA1375E3-3E53-4D75-BAB7-E5929BFCB25F}"/>
          </ac:grpSpMkLst>
        </pc:grpChg>
        <pc:graphicFrameChg chg="add del">
          <ac:chgData name="Ožbot, Miha" userId="5fdfeab2-e3ac-40dc-9f9d-ac602c9b72a8" providerId="ADAL" clId="{B69DA118-5076-4EF4-B604-E3375EDC9439}" dt="2022-04-12T15:31:31.970" v="780" actId="26606"/>
          <ac:graphicFrameMkLst>
            <pc:docMk/>
            <pc:sldMk cId="3904398675" sldId="268"/>
            <ac:graphicFrameMk id="7" creationId="{75F9D7B1-7126-08DA-09F1-FB289A15CA0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32.955" v="782" actId="26606"/>
          <ac:graphicFrameMkLst>
            <pc:docMk/>
            <pc:sldMk cId="3904398675" sldId="268"/>
            <ac:graphicFrameMk id="9" creationId="{05152490-2E32-F0D0-5F54-103C2E15624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49.456" v="806" actId="26606"/>
          <ac:graphicFrameMkLst>
            <pc:docMk/>
            <pc:sldMk cId="3904398675" sldId="268"/>
            <ac:graphicFrameMk id="107" creationId="{75F9D7B1-7126-08DA-09F1-FB289A15CA0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50.556" v="808" actId="26606"/>
          <ac:graphicFrameMkLst>
            <pc:docMk/>
            <pc:sldMk cId="3904398675" sldId="268"/>
            <ac:graphicFrameMk id="109" creationId="{05152490-2E32-F0D0-5F54-103C2E15624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2:31.276" v="868" actId="26606"/>
          <ac:graphicFrameMkLst>
            <pc:docMk/>
            <pc:sldMk cId="3904398675" sldId="268"/>
            <ac:graphicFrameMk id="281" creationId="{05152490-2E32-F0D0-5F54-103C2E15624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07.787" v="1035" actId="26606"/>
          <ac:graphicFrameMkLst>
            <pc:docMk/>
            <pc:sldMk cId="3904398675" sldId="268"/>
            <ac:graphicFrameMk id="365" creationId="{03EE059D-E5B5-52C1-6CF9-D8A217222761}"/>
          </ac:graphicFrameMkLst>
        </pc:graphicFrameChg>
      </pc:sldChg>
      <pc:sldChg chg="addSp delSp modSp mod ord setBg setClrOvrMap">
        <pc:chgData name="Ožbot, Miha" userId="5fdfeab2-e3ac-40dc-9f9d-ac602c9b72a8" providerId="ADAL" clId="{B69DA118-5076-4EF4-B604-E3375EDC9439}" dt="2022-04-12T15:38:18.400" v="1061" actId="20577"/>
        <pc:sldMkLst>
          <pc:docMk/>
          <pc:sldMk cId="2374509314" sldId="269"/>
        </pc:sldMkLst>
        <pc:spChg chg="mod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" creationId="{9217D8F9-7FCF-404B-BCF5-61A08D8AAA49}"/>
          </ac:spMkLst>
        </pc:spChg>
        <pc:spChg chg="add del mod">
          <ac:chgData name="Ožbot, Miha" userId="5fdfeab2-e3ac-40dc-9f9d-ac602c9b72a8" providerId="ADAL" clId="{B69DA118-5076-4EF4-B604-E3375EDC9439}" dt="2022-04-12T15:34:02.344" v="954" actId="26606"/>
          <ac:spMkLst>
            <pc:docMk/>
            <pc:sldMk cId="2374509314" sldId="269"/>
            <ac:spMk id="3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25.254" v="907" actId="26606"/>
          <ac:spMkLst>
            <pc:docMk/>
            <pc:sldMk cId="2374509314" sldId="269"/>
            <ac:spMk id="10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3:25.254" v="907" actId="26606"/>
          <ac:spMkLst>
            <pc:docMk/>
            <pc:sldMk cId="2374509314" sldId="269"/>
            <ac:spMk id="12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3:25.254" v="907" actId="26606"/>
          <ac:spMkLst>
            <pc:docMk/>
            <pc:sldMk cId="2374509314" sldId="269"/>
            <ac:spMk id="14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6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7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8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9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20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3:27.046" v="911" actId="26606"/>
          <ac:spMkLst>
            <pc:docMk/>
            <pc:sldMk cId="2374509314" sldId="269"/>
            <ac:spMk id="22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3:27.046" v="911" actId="26606"/>
          <ac:spMkLst>
            <pc:docMk/>
            <pc:sldMk cId="2374509314" sldId="269"/>
            <ac:spMk id="23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3:27.046" v="911" actId="26606"/>
          <ac:spMkLst>
            <pc:docMk/>
            <pc:sldMk cId="2374509314" sldId="269"/>
            <ac:spMk id="24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3:29.494" v="913" actId="26606"/>
          <ac:spMkLst>
            <pc:docMk/>
            <pc:sldMk cId="2374509314" sldId="269"/>
            <ac:spMk id="26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3:29.494" v="913" actId="26606"/>
          <ac:spMkLst>
            <pc:docMk/>
            <pc:sldMk cId="2374509314" sldId="269"/>
            <ac:spMk id="27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29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0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1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2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3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4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5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37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38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39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40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41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42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4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5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6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7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8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9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50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3:34.703" v="921" actId="26606"/>
          <ac:spMkLst>
            <pc:docMk/>
            <pc:sldMk cId="2374509314" sldId="269"/>
            <ac:spMk id="52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3:34.703" v="921" actId="26606"/>
          <ac:spMkLst>
            <pc:docMk/>
            <pc:sldMk cId="2374509314" sldId="269"/>
            <ac:spMk id="53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5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6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7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8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9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60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2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3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4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5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6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68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69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0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1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2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3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3:43.517" v="929" actId="26606"/>
          <ac:spMkLst>
            <pc:docMk/>
            <pc:sldMk cId="2374509314" sldId="269"/>
            <ac:spMk id="75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3:43.517" v="929" actId="26606"/>
          <ac:spMkLst>
            <pc:docMk/>
            <pc:sldMk cId="2374509314" sldId="269"/>
            <ac:spMk id="76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3:43.517" v="929" actId="26606"/>
          <ac:spMkLst>
            <pc:docMk/>
            <pc:sldMk cId="2374509314" sldId="269"/>
            <ac:spMk id="77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3:44.682" v="931" actId="26606"/>
          <ac:spMkLst>
            <pc:docMk/>
            <pc:sldMk cId="2374509314" sldId="269"/>
            <ac:spMk id="79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3:44.682" v="931" actId="26606"/>
          <ac:spMkLst>
            <pc:docMk/>
            <pc:sldMk cId="2374509314" sldId="269"/>
            <ac:spMk id="80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3:44.682" v="931" actId="26606"/>
          <ac:spMkLst>
            <pc:docMk/>
            <pc:sldMk cId="2374509314" sldId="269"/>
            <ac:spMk id="81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3:45.128" v="933" actId="26606"/>
          <ac:spMkLst>
            <pc:docMk/>
            <pc:sldMk cId="2374509314" sldId="269"/>
            <ac:spMk id="83" creationId="{33CD251C-A887-4D2F-925B-FC097198538B}"/>
          </ac:spMkLst>
        </pc:spChg>
        <pc:spChg chg="add del">
          <ac:chgData name="Ožbot, Miha" userId="5fdfeab2-e3ac-40dc-9f9d-ac602c9b72a8" providerId="ADAL" clId="{B69DA118-5076-4EF4-B604-E3375EDC9439}" dt="2022-04-12T15:33:45.128" v="933" actId="26606"/>
          <ac:spMkLst>
            <pc:docMk/>
            <pc:sldMk cId="2374509314" sldId="269"/>
            <ac:spMk id="84" creationId="{B19D093C-27FB-4032-B282-42C4563F257C}"/>
          </ac:spMkLst>
        </pc:spChg>
        <pc:spChg chg="add del">
          <ac:chgData name="Ožbot, Miha" userId="5fdfeab2-e3ac-40dc-9f9d-ac602c9b72a8" providerId="ADAL" clId="{B69DA118-5076-4EF4-B604-E3375EDC9439}" dt="2022-04-12T15:33:48.897" v="935" actId="26606"/>
          <ac:spMkLst>
            <pc:docMk/>
            <pc:sldMk cId="2374509314" sldId="269"/>
            <ac:spMk id="88" creationId="{9228552E-C8B1-4A80-8448-0787CE0FC704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0" creationId="{7264F718-7FAC-4056-9FA9-A603EC682FE7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1" creationId="{F74639F7-E3C7-4165-A83E-6386A86BA1DA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2" creationId="{8B3AF0F1-707A-463E-B5EE-33C63A40CFC9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3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5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6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7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8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99" creationId="{2EC40DB1-B719-4A13-9A4D-0966B4B27866}"/>
          </ac:spMkLst>
        </pc:spChg>
        <pc:spChg chg="add del">
          <ac:chgData name="Ožbot, Miha" userId="5fdfeab2-e3ac-40dc-9f9d-ac602c9b72a8" providerId="ADAL" clId="{B69DA118-5076-4EF4-B604-E3375EDC9439}" dt="2022-04-12T15:33:51.222" v="941" actId="26606"/>
          <ac:spMkLst>
            <pc:docMk/>
            <pc:sldMk cId="2374509314" sldId="269"/>
            <ac:spMk id="100" creationId="{4BC99CB9-DDAD-44A2-8A1C-E3AF4E72DF5C}"/>
          </ac:spMkLst>
        </pc:spChg>
        <pc:spChg chg="add del">
          <ac:chgData name="Ožbot, Miha" userId="5fdfeab2-e3ac-40dc-9f9d-ac602c9b72a8" providerId="ADAL" clId="{B69DA118-5076-4EF4-B604-E3375EDC9439}" dt="2022-04-12T15:33:51.222" v="941" actId="26606"/>
          <ac:spMkLst>
            <pc:docMk/>
            <pc:sldMk cId="2374509314" sldId="269"/>
            <ac:spMk id="101" creationId="{64053CBF-3932-45FF-8285-EE5146085F3A}"/>
          </ac:spMkLst>
        </pc:spChg>
        <pc:spChg chg="add del">
          <ac:chgData name="Ožbot, Miha" userId="5fdfeab2-e3ac-40dc-9f9d-ac602c9b72a8" providerId="ADAL" clId="{B69DA118-5076-4EF4-B604-E3375EDC9439}" dt="2022-04-12T15:33:51.222" v="941" actId="26606"/>
          <ac:spMkLst>
            <pc:docMk/>
            <pc:sldMk cId="2374509314" sldId="269"/>
            <ac:spMk id="106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1.708" v="943" actId="26606"/>
          <ac:spMkLst>
            <pc:docMk/>
            <pc:sldMk cId="2374509314" sldId="269"/>
            <ac:spMk id="112" creationId="{18873D23-2DCF-4B31-A009-95721C06E8E1}"/>
          </ac:spMkLst>
        </pc:spChg>
        <pc:spChg chg="add del">
          <ac:chgData name="Ožbot, Miha" userId="5fdfeab2-e3ac-40dc-9f9d-ac602c9b72a8" providerId="ADAL" clId="{B69DA118-5076-4EF4-B604-E3375EDC9439}" dt="2022-04-12T15:33:51.708" v="943" actId="26606"/>
          <ac:spMkLst>
            <pc:docMk/>
            <pc:sldMk cId="2374509314" sldId="269"/>
            <ac:spMk id="113" creationId="{C13EF075-D4EF-4929-ADBC-91B27DA19955}"/>
          </ac:spMkLst>
        </pc:spChg>
        <pc:spChg chg="add del">
          <ac:chgData name="Ožbot, Miha" userId="5fdfeab2-e3ac-40dc-9f9d-ac602c9b72a8" providerId="ADAL" clId="{B69DA118-5076-4EF4-B604-E3375EDC9439}" dt="2022-04-12T15:33:51.708" v="943" actId="26606"/>
          <ac:spMkLst>
            <pc:docMk/>
            <pc:sldMk cId="2374509314" sldId="269"/>
            <ac:spMk id="119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5.911" v="945" actId="26606"/>
          <ac:spMkLst>
            <pc:docMk/>
            <pc:sldMk cId="2374509314" sldId="269"/>
            <ac:spMk id="121" creationId="{AC17DE74-01C9-4859-B65A-85CF999E8580}"/>
          </ac:spMkLst>
        </pc:spChg>
        <pc:spChg chg="add del">
          <ac:chgData name="Ožbot, Miha" userId="5fdfeab2-e3ac-40dc-9f9d-ac602c9b72a8" providerId="ADAL" clId="{B69DA118-5076-4EF4-B604-E3375EDC9439}" dt="2022-04-12T15:33:55.911" v="945" actId="26606"/>
          <ac:spMkLst>
            <pc:docMk/>
            <pc:sldMk cId="2374509314" sldId="269"/>
            <ac:spMk id="122" creationId="{068C0432-0E90-4CC1-8CD3-D44A90DF07EF}"/>
          </ac:spMkLst>
        </pc:spChg>
        <pc:spChg chg="add del">
          <ac:chgData name="Ožbot, Miha" userId="5fdfeab2-e3ac-40dc-9f9d-ac602c9b72a8" providerId="ADAL" clId="{B69DA118-5076-4EF4-B604-E3375EDC9439}" dt="2022-04-12T15:33:55.911" v="945" actId="26606"/>
          <ac:spMkLst>
            <pc:docMk/>
            <pc:sldMk cId="2374509314" sldId="269"/>
            <ac:spMk id="123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9.324" v="947" actId="26606"/>
          <ac:spMkLst>
            <pc:docMk/>
            <pc:sldMk cId="2374509314" sldId="269"/>
            <ac:spMk id="125" creationId="{18873D23-2DCF-4B31-A009-95721C06E8E1}"/>
          </ac:spMkLst>
        </pc:spChg>
        <pc:spChg chg="add del">
          <ac:chgData name="Ožbot, Miha" userId="5fdfeab2-e3ac-40dc-9f9d-ac602c9b72a8" providerId="ADAL" clId="{B69DA118-5076-4EF4-B604-E3375EDC9439}" dt="2022-04-12T15:33:59.324" v="947" actId="26606"/>
          <ac:spMkLst>
            <pc:docMk/>
            <pc:sldMk cId="2374509314" sldId="269"/>
            <ac:spMk id="126" creationId="{C13EF075-D4EF-4929-ADBC-91B27DA19955}"/>
          </ac:spMkLst>
        </pc:spChg>
        <pc:spChg chg="add del">
          <ac:chgData name="Ožbot, Miha" userId="5fdfeab2-e3ac-40dc-9f9d-ac602c9b72a8" providerId="ADAL" clId="{B69DA118-5076-4EF4-B604-E3375EDC9439}" dt="2022-04-12T15:33:59.324" v="947" actId="26606"/>
          <ac:spMkLst>
            <pc:docMk/>
            <pc:sldMk cId="2374509314" sldId="269"/>
            <ac:spMk id="131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00.644" v="949" actId="26606"/>
          <ac:spMkLst>
            <pc:docMk/>
            <pc:sldMk cId="2374509314" sldId="269"/>
            <ac:spMk id="133" creationId="{DFF2AC85-FAA0-4844-813F-83C04D7382E2}"/>
          </ac:spMkLst>
        </pc:spChg>
        <pc:spChg chg="add del">
          <ac:chgData name="Ožbot, Miha" userId="5fdfeab2-e3ac-40dc-9f9d-ac602c9b72a8" providerId="ADAL" clId="{B69DA118-5076-4EF4-B604-E3375EDC9439}" dt="2022-04-12T15:34:00.644" v="949" actId="26606"/>
          <ac:spMkLst>
            <pc:docMk/>
            <pc:sldMk cId="2374509314" sldId="269"/>
            <ac:spMk id="134" creationId="{89CC0F1E-BAA2-47B1-8F83-7ECB9FD9E009}"/>
          </ac:spMkLst>
        </pc:spChg>
        <pc:spChg chg="add del">
          <ac:chgData name="Ožbot, Miha" userId="5fdfeab2-e3ac-40dc-9f9d-ac602c9b72a8" providerId="ADAL" clId="{B69DA118-5076-4EF4-B604-E3375EDC9439}" dt="2022-04-12T15:34:00.644" v="949" actId="26606"/>
          <ac:spMkLst>
            <pc:docMk/>
            <pc:sldMk cId="2374509314" sldId="269"/>
            <ac:spMk id="135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01.012" v="951" actId="26606"/>
          <ac:spMkLst>
            <pc:docMk/>
            <pc:sldMk cId="2374509314" sldId="269"/>
            <ac:spMk id="137" creationId="{B6CDA21F-E7AF-4C75-8395-33F58D5B0E45}"/>
          </ac:spMkLst>
        </pc:spChg>
        <pc:spChg chg="add del">
          <ac:chgData name="Ožbot, Miha" userId="5fdfeab2-e3ac-40dc-9f9d-ac602c9b72a8" providerId="ADAL" clId="{B69DA118-5076-4EF4-B604-E3375EDC9439}" dt="2022-04-12T15:34:01.012" v="951" actId="26606"/>
          <ac:spMkLst>
            <pc:docMk/>
            <pc:sldMk cId="2374509314" sldId="269"/>
            <ac:spMk id="140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5:34:01.012" v="951" actId="26606"/>
          <ac:spMkLst>
            <pc:docMk/>
            <pc:sldMk cId="2374509314" sldId="269"/>
            <ac:spMk id="141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02.297" v="953" actId="26606"/>
          <ac:spMkLst>
            <pc:docMk/>
            <pc:sldMk cId="2374509314" sldId="269"/>
            <ac:spMk id="144" creationId="{429917F3-0560-4C6F-B265-458B218C4B87}"/>
          </ac:spMkLst>
        </pc:spChg>
        <pc:spChg chg="add del">
          <ac:chgData name="Ožbot, Miha" userId="5fdfeab2-e3ac-40dc-9f9d-ac602c9b72a8" providerId="ADAL" clId="{B69DA118-5076-4EF4-B604-E3375EDC9439}" dt="2022-04-12T15:34:02.297" v="953" actId="26606"/>
          <ac:spMkLst>
            <pc:docMk/>
            <pc:sldMk cId="2374509314" sldId="269"/>
            <ac:spMk id="148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50.398" v="979" actId="26606"/>
          <ac:spMkLst>
            <pc:docMk/>
            <pc:sldMk cId="2374509314" sldId="269"/>
            <ac:spMk id="150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4:50.398" v="979" actId="26606"/>
          <ac:spMkLst>
            <pc:docMk/>
            <pc:sldMk cId="2374509314" sldId="269"/>
            <ac:spMk id="151" creationId="{AA5CF486-D9E5-4A66-898A-F3D62B81B15E}"/>
          </ac:spMkLst>
        </pc:spChg>
        <pc:spChg chg="add mod">
          <ac:chgData name="Ožbot, Miha" userId="5fdfeab2-e3ac-40dc-9f9d-ac602c9b72a8" providerId="ADAL" clId="{B69DA118-5076-4EF4-B604-E3375EDC9439}" dt="2022-04-12T15:38:18.400" v="1061" actId="20577"/>
          <ac:spMkLst>
            <pc:docMk/>
            <pc:sldMk cId="2374509314" sldId="269"/>
            <ac:spMk id="152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4" creationId="{76EFD3D9-44F0-4267-BCC1-1613E79D8274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5" creationId="{A779A851-95D6-41AF-937A-B0E4B7F6FA8D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6" creationId="{953FB2E7-B6CB-429C-81EB-D9516D6D5C8D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7" creationId="{82211336-CFF3-412D-868A-6679C1004C45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59" creationId="{9264D464-898B-4908-88FD-33A83D6ED64E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60" creationId="{F0BC1D9E-4401-4EC0-88FD-ED103CB570EA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61" creationId="{B0AAF7C9-094E-400C-A428-F6C2262F6527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62" creationId="{6200B311-3585-4069-AAC6-CD443FA5B8AD}"/>
          </ac:spMkLst>
        </pc:spChg>
        <pc:spChg chg="add del">
          <ac:chgData name="Ožbot, Miha" userId="5fdfeab2-e3ac-40dc-9f9d-ac602c9b72a8" providerId="ADAL" clId="{B69DA118-5076-4EF4-B604-E3375EDC9439}" dt="2022-04-12T15:34:35.751" v="962" actId="26606"/>
          <ac:spMkLst>
            <pc:docMk/>
            <pc:sldMk cId="2374509314" sldId="269"/>
            <ac:spMk id="164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4:35.751" v="962" actId="26606"/>
          <ac:spMkLst>
            <pc:docMk/>
            <pc:sldMk cId="2374509314" sldId="269"/>
            <ac:spMk id="165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4:35.751" v="962" actId="26606"/>
          <ac:spMkLst>
            <pc:docMk/>
            <pc:sldMk cId="2374509314" sldId="269"/>
            <ac:spMk id="166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68" creationId="{1E234CF4-802C-4AA1-B540-36C3B838C462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69" creationId="{A5271697-90F1-4A23-8EF2-0179F2EAFACB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70" creationId="{D9F5512A-48E1-4C07-B75E-3CCC517B6804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71" creationId="{9D800584-727A-48CF-8223-244AD9717CAA}"/>
          </ac:spMkLst>
        </pc:spChg>
        <pc:spChg chg="add del">
          <ac:chgData name="Ožbot, Miha" userId="5fdfeab2-e3ac-40dc-9f9d-ac602c9b72a8" providerId="ADAL" clId="{B69DA118-5076-4EF4-B604-E3375EDC9439}" dt="2022-04-12T15:34:42.398" v="966" actId="26606"/>
          <ac:spMkLst>
            <pc:docMk/>
            <pc:sldMk cId="2374509314" sldId="269"/>
            <ac:spMk id="182" creationId="{43C823D3-D619-407C-89E0-C6F6B1E7A42A}"/>
          </ac:spMkLst>
        </pc:spChg>
        <pc:spChg chg="add del">
          <ac:chgData name="Ožbot, Miha" userId="5fdfeab2-e3ac-40dc-9f9d-ac602c9b72a8" providerId="ADAL" clId="{B69DA118-5076-4EF4-B604-E3375EDC9439}" dt="2022-04-12T15:34:42.398" v="966" actId="26606"/>
          <ac:spMkLst>
            <pc:docMk/>
            <pc:sldMk cId="2374509314" sldId="269"/>
            <ac:spMk id="183" creationId="{047F8E3E-2FFA-4A0F-B3C7-E57ADDCFB415}"/>
          </ac:spMkLst>
        </pc:spChg>
        <pc:spChg chg="add del">
          <ac:chgData name="Ožbot, Miha" userId="5fdfeab2-e3ac-40dc-9f9d-ac602c9b72a8" providerId="ADAL" clId="{B69DA118-5076-4EF4-B604-E3375EDC9439}" dt="2022-04-12T15:34:44.191" v="968" actId="26606"/>
          <ac:spMkLst>
            <pc:docMk/>
            <pc:sldMk cId="2374509314" sldId="269"/>
            <ac:spMk id="195" creationId="{081EA652-8C6A-4E69-BEB9-170809474553}"/>
          </ac:spMkLst>
        </pc:spChg>
        <pc:spChg chg="add del">
          <ac:chgData name="Ožbot, Miha" userId="5fdfeab2-e3ac-40dc-9f9d-ac602c9b72a8" providerId="ADAL" clId="{B69DA118-5076-4EF4-B604-E3375EDC9439}" dt="2022-04-12T15:34:44.191" v="968" actId="26606"/>
          <ac:spMkLst>
            <pc:docMk/>
            <pc:sldMk cId="2374509314" sldId="269"/>
            <ac:spMk id="196" creationId="{5298780A-33B9-4EA2-8F67-DE68AD62841B}"/>
          </ac:spMkLst>
        </pc:spChg>
        <pc:spChg chg="add del">
          <ac:chgData name="Ožbot, Miha" userId="5fdfeab2-e3ac-40dc-9f9d-ac602c9b72a8" providerId="ADAL" clId="{B69DA118-5076-4EF4-B604-E3375EDC9439}" dt="2022-04-12T15:34:44.191" v="968" actId="26606"/>
          <ac:spMkLst>
            <pc:docMk/>
            <pc:sldMk cId="2374509314" sldId="269"/>
            <ac:spMk id="197" creationId="{7F488E8B-4E1E-4402-8935-D4E6C02615C7}"/>
          </ac:spMkLst>
        </pc:spChg>
        <pc:spChg chg="add del">
          <ac:chgData name="Ožbot, Miha" userId="5fdfeab2-e3ac-40dc-9f9d-ac602c9b72a8" providerId="ADAL" clId="{B69DA118-5076-4EF4-B604-E3375EDC9439}" dt="2022-04-12T15:34:45.341" v="970" actId="26606"/>
          <ac:spMkLst>
            <pc:docMk/>
            <pc:sldMk cId="2374509314" sldId="269"/>
            <ac:spMk id="200" creationId="{4DA718D0-4865-4629-8134-44F68D41D574}"/>
          </ac:spMkLst>
        </pc:spChg>
        <pc:spChg chg="add del">
          <ac:chgData name="Ožbot, Miha" userId="5fdfeab2-e3ac-40dc-9f9d-ac602c9b72a8" providerId="ADAL" clId="{B69DA118-5076-4EF4-B604-E3375EDC9439}" dt="2022-04-12T15:34:45.341" v="970" actId="26606"/>
          <ac:spMkLst>
            <pc:docMk/>
            <pc:sldMk cId="2374509314" sldId="269"/>
            <ac:spMk id="204" creationId="{CBC4F608-B4B8-48C3-9572-C0F061B1CD99}"/>
          </ac:spMkLst>
        </pc:spChg>
        <pc:spChg chg="add del">
          <ac:chgData name="Ožbot, Miha" userId="5fdfeab2-e3ac-40dc-9f9d-ac602c9b72a8" providerId="ADAL" clId="{B69DA118-5076-4EF4-B604-E3375EDC9439}" dt="2022-04-12T15:34:46.158" v="972" actId="26606"/>
          <ac:spMkLst>
            <pc:docMk/>
            <pc:sldMk cId="2374509314" sldId="269"/>
            <ac:spMk id="206" creationId="{DE7FFD28-545C-4C88-A2E7-152FB234C92C}"/>
          </ac:spMkLst>
        </pc:spChg>
        <pc:spChg chg="add del">
          <ac:chgData name="Ožbot, Miha" userId="5fdfeab2-e3ac-40dc-9f9d-ac602c9b72a8" providerId="ADAL" clId="{B69DA118-5076-4EF4-B604-E3375EDC9439}" dt="2022-04-12T15:34:47.414" v="974" actId="26606"/>
          <ac:spMkLst>
            <pc:docMk/>
            <pc:sldMk cId="2374509314" sldId="269"/>
            <ac:spMk id="208" creationId="{4DA718D0-4865-4629-8134-44F68D41D574}"/>
          </ac:spMkLst>
        </pc:spChg>
        <pc:spChg chg="add del">
          <ac:chgData name="Ožbot, Miha" userId="5fdfeab2-e3ac-40dc-9f9d-ac602c9b72a8" providerId="ADAL" clId="{B69DA118-5076-4EF4-B604-E3375EDC9439}" dt="2022-04-12T15:34:47.414" v="974" actId="26606"/>
          <ac:spMkLst>
            <pc:docMk/>
            <pc:sldMk cId="2374509314" sldId="269"/>
            <ac:spMk id="212" creationId="{CBC4F608-B4B8-48C3-9572-C0F061B1CD99}"/>
          </ac:spMkLst>
        </pc:spChg>
        <pc:spChg chg="add del">
          <ac:chgData name="Ožbot, Miha" userId="5fdfeab2-e3ac-40dc-9f9d-ac602c9b72a8" providerId="ADAL" clId="{B69DA118-5076-4EF4-B604-E3375EDC9439}" dt="2022-04-12T15:34:49.070" v="976" actId="26606"/>
          <ac:spMkLst>
            <pc:docMk/>
            <pc:sldMk cId="2374509314" sldId="269"/>
            <ac:spMk id="214" creationId="{B95B9BA8-1D69-4796-85F5-B6D0BD52354B}"/>
          </ac:spMkLst>
        </pc:spChg>
        <pc:spChg chg="add del">
          <ac:chgData name="Ožbot, Miha" userId="5fdfeab2-e3ac-40dc-9f9d-ac602c9b72a8" providerId="ADAL" clId="{B69DA118-5076-4EF4-B604-E3375EDC9439}" dt="2022-04-12T15:34:50.354" v="978" actId="26606"/>
          <ac:spMkLst>
            <pc:docMk/>
            <pc:sldMk cId="2374509314" sldId="269"/>
            <ac:spMk id="219" creationId="{B6CDA21F-E7AF-4C75-8395-33F58D5B0E45}"/>
          </ac:spMkLst>
        </pc:spChg>
        <pc:spChg chg="add del">
          <ac:chgData name="Ožbot, Miha" userId="5fdfeab2-e3ac-40dc-9f9d-ac602c9b72a8" providerId="ADAL" clId="{B69DA118-5076-4EF4-B604-E3375EDC9439}" dt="2022-04-12T15:34:50.354" v="978" actId="26606"/>
          <ac:spMkLst>
            <pc:docMk/>
            <pc:sldMk cId="2374509314" sldId="269"/>
            <ac:spMk id="224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5:36:20.033" v="1016" actId="26606"/>
          <ac:spMkLst>
            <pc:docMk/>
            <pc:sldMk cId="2374509314" sldId="269"/>
            <ac:spMk id="22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20.033" v="1016" actId="26606"/>
          <ac:spMkLst>
            <pc:docMk/>
            <pc:sldMk cId="2374509314" sldId="269"/>
            <ac:spMk id="228" creationId="{AA5CF486-D9E5-4A66-898A-F3D62B81B15E}"/>
          </ac:spMkLst>
        </pc:spChg>
        <pc:spChg chg="add del">
          <ac:chgData name="Ožbot, Miha" userId="5fdfeab2-e3ac-40dc-9f9d-ac602c9b72a8" providerId="ADAL" clId="{B69DA118-5076-4EF4-B604-E3375EDC9439}" dt="2022-04-12T15:36:32.071" v="1017" actId="26606"/>
          <ac:spMkLst>
            <pc:docMk/>
            <pc:sldMk cId="2374509314" sldId="269"/>
            <ac:spMk id="233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6:32.071" v="1017" actId="26606"/>
          <ac:spMkLst>
            <pc:docMk/>
            <pc:sldMk cId="2374509314" sldId="269"/>
            <ac:spMk id="235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0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2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4" creationId="{142DCE2C-2863-46FA-9BE7-24365A24D9BA}"/>
          </ac:spMkLst>
        </pc:spChg>
        <pc:spChg chg="add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9" creationId="{777A147A-9ED8-46B4-8660-1B3C2AA880B5}"/>
          </ac:spMkLst>
        </pc:spChg>
        <pc:spChg chg="add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51" creationId="{5D6C15A0-C087-4593-8414-2B4EC1CDC3DE}"/>
          </ac:spMkLst>
        </pc:spChg>
        <pc:grpChg chg="add del">
          <ac:chgData name="Ožbot, Miha" userId="5fdfeab2-e3ac-40dc-9f9d-ac602c9b72a8" providerId="ADAL" clId="{B69DA118-5076-4EF4-B604-E3375EDC9439}" dt="2022-04-12T15:33:45.128" v="933" actId="26606"/>
          <ac:grpSpMkLst>
            <pc:docMk/>
            <pc:sldMk cId="2374509314" sldId="269"/>
            <ac:grpSpMk id="85" creationId="{35EE815E-1BD3-4777-B652-6D98825BF66B}"/>
          </ac:grpSpMkLst>
        </pc:grpChg>
        <pc:grpChg chg="add del">
          <ac:chgData name="Ožbot, Miha" userId="5fdfeab2-e3ac-40dc-9f9d-ac602c9b72a8" providerId="ADAL" clId="{B69DA118-5076-4EF4-B604-E3375EDC9439}" dt="2022-04-12T15:33:51.222" v="941" actId="26606"/>
          <ac:grpSpMkLst>
            <pc:docMk/>
            <pc:sldMk cId="2374509314" sldId="269"/>
            <ac:grpSpMk id="102" creationId="{2E751C04-BEA6-446B-A678-9C74819EBD4C}"/>
          </ac:grpSpMkLst>
        </pc:grpChg>
        <pc:grpChg chg="add del">
          <ac:chgData name="Ožbot, Miha" userId="5fdfeab2-e3ac-40dc-9f9d-ac602c9b72a8" providerId="ADAL" clId="{B69DA118-5076-4EF4-B604-E3375EDC9439}" dt="2022-04-12T15:33:51.222" v="941" actId="26606"/>
          <ac:grpSpMkLst>
            <pc:docMk/>
            <pc:sldMk cId="2374509314" sldId="269"/>
            <ac:grpSpMk id="107" creationId="{B63ACBA3-DEFD-4C6D-BBA0-64468FA99C2D}"/>
          </ac:grpSpMkLst>
        </pc:grpChg>
        <pc:grpChg chg="add del">
          <ac:chgData name="Ožbot, Miha" userId="5fdfeab2-e3ac-40dc-9f9d-ac602c9b72a8" providerId="ADAL" clId="{B69DA118-5076-4EF4-B604-E3375EDC9439}" dt="2022-04-12T15:33:51.708" v="943" actId="26606"/>
          <ac:grpSpMkLst>
            <pc:docMk/>
            <pc:sldMk cId="2374509314" sldId="269"/>
            <ac:grpSpMk id="114" creationId="{DAA26DFA-AAB2-4973-9C17-16D587C7B198}"/>
          </ac:grpSpMkLst>
        </pc:grpChg>
        <pc:grpChg chg="add del">
          <ac:chgData name="Ožbot, Miha" userId="5fdfeab2-e3ac-40dc-9f9d-ac602c9b72a8" providerId="ADAL" clId="{B69DA118-5076-4EF4-B604-E3375EDC9439}" dt="2022-04-12T15:33:59.324" v="947" actId="26606"/>
          <ac:grpSpMkLst>
            <pc:docMk/>
            <pc:sldMk cId="2374509314" sldId="269"/>
            <ac:grpSpMk id="127" creationId="{DAA26DFA-AAB2-4973-9C17-16D587C7B198}"/>
          </ac:grpSpMkLst>
        </pc:grpChg>
        <pc:grpChg chg="add del">
          <ac:chgData name="Ožbot, Miha" userId="5fdfeab2-e3ac-40dc-9f9d-ac602c9b72a8" providerId="ADAL" clId="{B69DA118-5076-4EF4-B604-E3375EDC9439}" dt="2022-04-12T15:34:01.012" v="951" actId="26606"/>
          <ac:grpSpMkLst>
            <pc:docMk/>
            <pc:sldMk cId="2374509314" sldId="269"/>
            <ac:grpSpMk id="138" creationId="{AE1C45F0-260A-458C-96ED-C1F6D2151219}"/>
          </ac:grpSpMkLst>
        </pc:grpChg>
        <pc:grpChg chg="add del">
          <ac:chgData name="Ožbot, Miha" userId="5fdfeab2-e3ac-40dc-9f9d-ac602c9b72a8" providerId="ADAL" clId="{B69DA118-5076-4EF4-B604-E3375EDC9439}" dt="2022-04-12T15:34:02.297" v="953" actId="26606"/>
          <ac:grpSpMkLst>
            <pc:docMk/>
            <pc:sldMk cId="2374509314" sldId="269"/>
            <ac:grpSpMk id="145" creationId="{AA39BAE7-7EB8-4E22-BCBB-F00F514DB7EA}"/>
          </ac:grpSpMkLst>
        </pc:grpChg>
        <pc:grpChg chg="add del">
          <ac:chgData name="Ožbot, Miha" userId="5fdfeab2-e3ac-40dc-9f9d-ac602c9b72a8" providerId="ADAL" clId="{B69DA118-5076-4EF4-B604-E3375EDC9439}" dt="2022-04-12T15:34:37.879" v="964" actId="26606"/>
          <ac:grpSpMkLst>
            <pc:docMk/>
            <pc:sldMk cId="2374509314" sldId="269"/>
            <ac:grpSpMk id="172" creationId="{B0CED441-B73B-4907-9AF2-614CEAC6A182}"/>
          </ac:grpSpMkLst>
        </pc:grpChg>
        <pc:grpChg chg="add del">
          <ac:chgData name="Ožbot, Miha" userId="5fdfeab2-e3ac-40dc-9f9d-ac602c9b72a8" providerId="ADAL" clId="{B69DA118-5076-4EF4-B604-E3375EDC9439}" dt="2022-04-12T15:34:42.398" v="966" actId="26606"/>
          <ac:grpSpMkLst>
            <pc:docMk/>
            <pc:sldMk cId="2374509314" sldId="269"/>
            <ac:grpSpMk id="184" creationId="{33D939F1-7ABE-4D0E-946A-43F37F556AFD}"/>
          </ac:grpSpMkLst>
        </pc:grpChg>
        <pc:grpChg chg="add del">
          <ac:chgData name="Ožbot, Miha" userId="5fdfeab2-e3ac-40dc-9f9d-ac602c9b72a8" providerId="ADAL" clId="{B69DA118-5076-4EF4-B604-E3375EDC9439}" dt="2022-04-12T15:34:42.398" v="966" actId="26606"/>
          <ac:grpSpMkLst>
            <pc:docMk/>
            <pc:sldMk cId="2374509314" sldId="269"/>
            <ac:grpSpMk id="189" creationId="{9DB3963A-4187-4A72-9DA4-CA6BADE22931}"/>
          </ac:grpSpMkLst>
        </pc:grpChg>
        <pc:grpChg chg="add del">
          <ac:chgData name="Ožbot, Miha" userId="5fdfeab2-e3ac-40dc-9f9d-ac602c9b72a8" providerId="ADAL" clId="{B69DA118-5076-4EF4-B604-E3375EDC9439}" dt="2022-04-12T15:34:45.341" v="970" actId="26606"/>
          <ac:grpSpMkLst>
            <pc:docMk/>
            <pc:sldMk cId="2374509314" sldId="269"/>
            <ac:grpSpMk id="201" creationId="{65167ED7-6315-43AB-B1B6-C326D5FD8F84}"/>
          </ac:grpSpMkLst>
        </pc:grpChg>
        <pc:grpChg chg="add del">
          <ac:chgData name="Ožbot, Miha" userId="5fdfeab2-e3ac-40dc-9f9d-ac602c9b72a8" providerId="ADAL" clId="{B69DA118-5076-4EF4-B604-E3375EDC9439}" dt="2022-04-12T15:34:47.414" v="974" actId="26606"/>
          <ac:grpSpMkLst>
            <pc:docMk/>
            <pc:sldMk cId="2374509314" sldId="269"/>
            <ac:grpSpMk id="209" creationId="{65167ED7-6315-43AB-B1B6-C326D5FD8F84}"/>
          </ac:grpSpMkLst>
        </pc:grpChg>
        <pc:grpChg chg="add del">
          <ac:chgData name="Ožbot, Miha" userId="5fdfeab2-e3ac-40dc-9f9d-ac602c9b72a8" providerId="ADAL" clId="{B69DA118-5076-4EF4-B604-E3375EDC9439}" dt="2022-04-12T15:34:49.070" v="976" actId="26606"/>
          <ac:grpSpMkLst>
            <pc:docMk/>
            <pc:sldMk cId="2374509314" sldId="269"/>
            <ac:grpSpMk id="215" creationId="{4728F330-19FB-4D39-BD0F-53032ABFEB7F}"/>
          </ac:grpSpMkLst>
        </pc:grpChg>
        <pc:grpChg chg="add del">
          <ac:chgData name="Ožbot, Miha" userId="5fdfeab2-e3ac-40dc-9f9d-ac602c9b72a8" providerId="ADAL" clId="{B69DA118-5076-4EF4-B604-E3375EDC9439}" dt="2022-04-12T15:34:50.354" v="978" actId="26606"/>
          <ac:grpSpMkLst>
            <pc:docMk/>
            <pc:sldMk cId="2374509314" sldId="269"/>
            <ac:grpSpMk id="220" creationId="{AE1C45F0-260A-458C-96ED-C1F6D2151219}"/>
          </ac:grpSpMkLst>
        </pc:grpChg>
        <pc:graphicFrameChg chg="add del">
          <ac:chgData name="Ožbot, Miha" userId="5fdfeab2-e3ac-40dc-9f9d-ac602c9b72a8" providerId="ADAL" clId="{B69DA118-5076-4EF4-B604-E3375EDC9439}" dt="2022-04-12T15:33:48.897" v="935" actId="26606"/>
          <ac:graphicFrameMkLst>
            <pc:docMk/>
            <pc:sldMk cId="2374509314" sldId="269"/>
            <ac:graphicFrameMk id="7" creationId="{035C8E9D-90CC-D7BC-724E-8B34ACA157F7}"/>
          </ac:graphicFrameMkLst>
        </pc:graphicFrameChg>
        <pc:picChg chg="add del">
          <ac:chgData name="Ožbot, Miha" userId="5fdfeab2-e3ac-40dc-9f9d-ac602c9b72a8" providerId="ADAL" clId="{B69DA118-5076-4EF4-B604-E3375EDC9439}" dt="2022-04-12T15:33:48.897" v="935" actId="26606"/>
          <ac:picMkLst>
            <pc:docMk/>
            <pc:sldMk cId="2374509314" sldId="269"/>
            <ac:picMk id="8" creationId="{7E036DC4-528A-4F15-9740-084982C24661}"/>
          </ac:picMkLst>
        </pc:picChg>
        <pc:cxnChg chg="add del">
          <ac:chgData name="Ožbot, Miha" userId="5fdfeab2-e3ac-40dc-9f9d-ac602c9b72a8" providerId="ADAL" clId="{B69DA118-5076-4EF4-B604-E3375EDC9439}" dt="2022-04-12T15:34:01.012" v="951" actId="26606"/>
          <ac:cxnSpMkLst>
            <pc:docMk/>
            <pc:sldMk cId="2374509314" sldId="269"/>
            <ac:cxnSpMk id="142" creationId="{6CF1BAF6-AD41-4082-B212-8A1F9A2E8779}"/>
          </ac:cxnSpMkLst>
        </pc:cxnChg>
        <pc:cxnChg chg="add del">
          <ac:chgData name="Ožbot, Miha" userId="5fdfeab2-e3ac-40dc-9f9d-ac602c9b72a8" providerId="ADAL" clId="{B69DA118-5076-4EF4-B604-E3375EDC9439}" dt="2022-04-12T15:34:44.191" v="968" actId="26606"/>
          <ac:cxnSpMkLst>
            <pc:docMk/>
            <pc:sldMk cId="2374509314" sldId="269"/>
            <ac:cxnSpMk id="198" creationId="{23AAC9B5-8015-485C-ACF9-A750390E9A56}"/>
          </ac:cxnSpMkLst>
        </pc:cxnChg>
        <pc:cxnChg chg="add del">
          <ac:chgData name="Ožbot, Miha" userId="5fdfeab2-e3ac-40dc-9f9d-ac602c9b72a8" providerId="ADAL" clId="{B69DA118-5076-4EF4-B604-E3375EDC9439}" dt="2022-04-12T15:34:50.354" v="978" actId="26606"/>
          <ac:cxnSpMkLst>
            <pc:docMk/>
            <pc:sldMk cId="2374509314" sldId="269"/>
            <ac:cxnSpMk id="225" creationId="{6CF1BAF6-AD41-4082-B212-8A1F9A2E8779}"/>
          </ac:cxnSpMkLst>
        </pc:cxnChg>
      </pc:sldChg>
      <pc:sldChg chg="addSp delSp modSp mod setBg setClrOvrMap">
        <pc:chgData name="Ožbot, Miha" userId="5fdfeab2-e3ac-40dc-9f9d-ac602c9b72a8" providerId="ADAL" clId="{B69DA118-5076-4EF4-B604-E3375EDC9439}" dt="2022-04-12T15:39:22.686" v="1067" actId="1076"/>
        <pc:sldMkLst>
          <pc:docMk/>
          <pc:sldMk cId="4184736895" sldId="271"/>
        </pc:sldMkLst>
        <pc:spChg chg="mo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2" creationId="{1A949B5B-13E9-4F18-A7CD-424C992242B3}"/>
          </ac:spMkLst>
        </pc:spChg>
        <pc:spChg chg="mo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3" creationId="{5C52BD9D-B5F3-48BF-8D2A-ED3911753E0F}"/>
          </ac:spMkLst>
        </pc:spChg>
        <pc:spChg chg="add del">
          <ac:chgData name="Ožbot, Miha" userId="5fdfeab2-e3ac-40dc-9f9d-ac602c9b72a8" providerId="ADAL" clId="{B69DA118-5076-4EF4-B604-E3375EDC9439}" dt="2022-04-12T15:30:52.670" v="741" actId="26606"/>
          <ac:spMkLst>
            <pc:docMk/>
            <pc:sldMk cId="4184736895" sldId="271"/>
            <ac:spMk id="19" creationId="{23A58148-D452-4F6F-A2FE-EED968DE1970}"/>
          </ac:spMkLst>
        </pc:spChg>
        <pc:spChg chg="add del">
          <ac:chgData name="Ožbot, Miha" userId="5fdfeab2-e3ac-40dc-9f9d-ac602c9b72a8" providerId="ADAL" clId="{B69DA118-5076-4EF4-B604-E3375EDC9439}" dt="2022-04-12T15:30:54.045" v="743" actId="26606"/>
          <ac:spMkLst>
            <pc:docMk/>
            <pc:sldMk cId="4184736895" sldId="271"/>
            <ac:spMk id="21" creationId="{B335AE8D-B60B-4BC5-98A0-ADB3712C8D8D}"/>
          </ac:spMkLst>
        </pc:spChg>
        <pc:spChg chg="add del">
          <ac:chgData name="Ožbot, Miha" userId="5fdfeab2-e3ac-40dc-9f9d-ac602c9b72a8" providerId="ADAL" clId="{B69DA118-5076-4EF4-B604-E3375EDC9439}" dt="2022-04-12T15:30:54.045" v="743" actId="26606"/>
          <ac:spMkLst>
            <pc:docMk/>
            <pc:sldMk cId="4184736895" sldId="271"/>
            <ac:spMk id="22" creationId="{F51B89E8-F88B-40A4-A39E-3946440B168F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3" creationId="{5F218A6E-A365-45D3-80AE-344CE856136E}"/>
          </ac:spMkLst>
        </pc:spChg>
        <pc:spChg chg="add del">
          <ac:chgData name="Ožbot, Miha" userId="5fdfeab2-e3ac-40dc-9f9d-ac602c9b72a8" providerId="ADAL" clId="{B69DA118-5076-4EF4-B604-E3375EDC9439}" dt="2022-04-12T15:30:55.198" v="745" actId="26606"/>
          <ac:spMkLst>
            <pc:docMk/>
            <pc:sldMk cId="4184736895" sldId="271"/>
            <ac:spMk id="24" creationId="{B0C60769-5425-4CDA-B979-1B360DB8F3A8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5" creationId="{B775CD93-9DF2-48CB-9F57-1BCA9A46C7FA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6" creationId="{6166C6D1-23AC-49C4-BA07-238E4E9F8CEB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7" creationId="{1C091803-41C2-48E0-9228-5148460C7479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8" creationId="{E186B68C-84BC-4A6E-99D1-EE87483C1349}"/>
          </ac:spMkLst>
        </pc:spChg>
        <pc:spChg chg="add del">
          <ac:chgData name="Ožbot, Miha" userId="5fdfeab2-e3ac-40dc-9f9d-ac602c9b72a8" providerId="ADAL" clId="{B69DA118-5076-4EF4-B604-E3375EDC9439}" dt="2022-04-12T15:30:58.398" v="749" actId="26606"/>
          <ac:spMkLst>
            <pc:docMk/>
            <pc:sldMk cId="4184736895" sldId="271"/>
            <ac:spMk id="30" creationId="{5DD103AA-7536-490B-973F-73CA63A7ED09}"/>
          </ac:spMkLst>
        </pc:spChg>
        <pc:spChg chg="add del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32" creationId="{E02239D2-A05D-4A1C-9F06-FBA7FC730E1B}"/>
          </ac:spMkLst>
        </pc:spChg>
        <pc:spChg chg="add del">
          <ac:chgData name="Ožbot, Miha" userId="5fdfeab2-e3ac-40dc-9f9d-ac602c9b72a8" providerId="ADAL" clId="{B69DA118-5076-4EF4-B604-E3375EDC9439}" dt="2022-04-12T15:35:46.964" v="988" actId="26606"/>
          <ac:spMkLst>
            <pc:docMk/>
            <pc:sldMk cId="4184736895" sldId="271"/>
            <ac:spMk id="37" creationId="{1BB867FF-FC45-48F7-8104-F89BE54909F1}"/>
          </ac:spMkLst>
        </pc:spChg>
        <pc:spChg chg="add del">
          <ac:chgData name="Ožbot, Miha" userId="5fdfeab2-e3ac-40dc-9f9d-ac602c9b72a8" providerId="ADAL" clId="{B69DA118-5076-4EF4-B604-E3375EDC9439}" dt="2022-04-12T15:35:46.964" v="988" actId="26606"/>
          <ac:spMkLst>
            <pc:docMk/>
            <pc:sldMk cId="4184736895" sldId="271"/>
            <ac:spMk id="39" creationId="{8BB56887-D0D5-4F0C-9E19-7247EB83C8B7}"/>
          </ac:spMkLst>
        </pc:spChg>
        <pc:spChg chg="add del">
          <ac:chgData name="Ožbot, Miha" userId="5fdfeab2-e3ac-40dc-9f9d-ac602c9b72a8" providerId="ADAL" clId="{B69DA118-5076-4EF4-B604-E3375EDC9439}" dt="2022-04-12T15:35:46.964" v="988" actId="26606"/>
          <ac:spMkLst>
            <pc:docMk/>
            <pc:sldMk cId="4184736895" sldId="271"/>
            <ac:spMk id="41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5:49.934" v="990" actId="26606"/>
          <ac:spMkLst>
            <pc:docMk/>
            <pc:sldMk cId="4184736895" sldId="271"/>
            <ac:spMk id="43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5:49.934" v="990" actId="26606"/>
          <ac:spMkLst>
            <pc:docMk/>
            <pc:sldMk cId="4184736895" sldId="271"/>
            <ac:spMk id="44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5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6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7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8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9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5:54.309" v="994" actId="26606"/>
          <ac:spMkLst>
            <pc:docMk/>
            <pc:sldMk cId="4184736895" sldId="271"/>
            <ac:spMk id="51" creationId="{7264F718-7FAC-4056-9FA9-A603EC682FE7}"/>
          </ac:spMkLst>
        </pc:spChg>
        <pc:spChg chg="add del">
          <ac:chgData name="Ožbot, Miha" userId="5fdfeab2-e3ac-40dc-9f9d-ac602c9b72a8" providerId="ADAL" clId="{B69DA118-5076-4EF4-B604-E3375EDC9439}" dt="2022-04-12T15:35:54.309" v="994" actId="26606"/>
          <ac:spMkLst>
            <pc:docMk/>
            <pc:sldMk cId="4184736895" sldId="271"/>
            <ac:spMk id="52" creationId="{F74639F7-E3C7-4165-A83E-6386A86BA1DA}"/>
          </ac:spMkLst>
        </pc:spChg>
        <pc:spChg chg="add del">
          <ac:chgData name="Ožbot, Miha" userId="5fdfeab2-e3ac-40dc-9f9d-ac602c9b72a8" providerId="ADAL" clId="{B69DA118-5076-4EF4-B604-E3375EDC9439}" dt="2022-04-12T15:35:54.309" v="994" actId="26606"/>
          <ac:spMkLst>
            <pc:docMk/>
            <pc:sldMk cId="4184736895" sldId="271"/>
            <ac:spMk id="53" creationId="{8B3AF0F1-707A-463E-B5EE-33C63A40CFC9}"/>
          </ac:spMkLst>
        </pc:spChg>
        <pc:spChg chg="add del">
          <ac:chgData name="Ožbot, Miha" userId="5fdfeab2-e3ac-40dc-9f9d-ac602c9b72a8" providerId="ADAL" clId="{B69DA118-5076-4EF4-B604-E3375EDC9439}" dt="2022-04-12T15:35:55.695" v="996" actId="26606"/>
          <ac:spMkLst>
            <pc:docMk/>
            <pc:sldMk cId="4184736895" sldId="271"/>
            <ac:spMk id="55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5:55.695" v="996" actId="26606"/>
          <ac:spMkLst>
            <pc:docMk/>
            <pc:sldMk cId="4184736895" sldId="271"/>
            <ac:spMk id="56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5:55.695" v="996" actId="26606"/>
          <ac:spMkLst>
            <pc:docMk/>
            <pc:sldMk cId="4184736895" sldId="271"/>
            <ac:spMk id="57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59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0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1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2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3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4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5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5:57.877" v="1000" actId="26606"/>
          <ac:spMkLst>
            <pc:docMk/>
            <pc:sldMk cId="4184736895" sldId="271"/>
            <ac:spMk id="67" creationId="{4BC99CB9-DDAD-44A2-8A1C-E3AF4E72DF5C}"/>
          </ac:spMkLst>
        </pc:spChg>
        <pc:spChg chg="add del">
          <ac:chgData name="Ožbot, Miha" userId="5fdfeab2-e3ac-40dc-9f9d-ac602c9b72a8" providerId="ADAL" clId="{B69DA118-5076-4EF4-B604-E3375EDC9439}" dt="2022-04-12T15:35:57.877" v="1000" actId="26606"/>
          <ac:spMkLst>
            <pc:docMk/>
            <pc:sldMk cId="4184736895" sldId="271"/>
            <ac:spMk id="68" creationId="{64053CBF-3932-45FF-8285-EE5146085F3A}"/>
          </ac:spMkLst>
        </pc:spChg>
        <pc:spChg chg="add del">
          <ac:chgData name="Ožbot, Miha" userId="5fdfeab2-e3ac-40dc-9f9d-ac602c9b72a8" providerId="ADAL" clId="{B69DA118-5076-4EF4-B604-E3375EDC9439}" dt="2022-04-12T15:36:03.637" v="1002" actId="26606"/>
          <ac:spMkLst>
            <pc:docMk/>
            <pc:sldMk cId="4184736895" sldId="271"/>
            <ac:spMk id="78" creationId="{6A1473A6-3F22-483E-8A30-80B9D2B14592}"/>
          </ac:spMkLst>
        </pc:spChg>
        <pc:spChg chg="add del">
          <ac:chgData name="Ožbot, Miha" userId="5fdfeab2-e3ac-40dc-9f9d-ac602c9b72a8" providerId="ADAL" clId="{B69DA118-5076-4EF4-B604-E3375EDC9439}" dt="2022-04-12T15:36:04.493" v="1004" actId="26606"/>
          <ac:spMkLst>
            <pc:docMk/>
            <pc:sldMk cId="4184736895" sldId="271"/>
            <ac:spMk id="83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6:04.493" v="1004" actId="26606"/>
          <ac:spMkLst>
            <pc:docMk/>
            <pc:sldMk cId="4184736895" sldId="271"/>
            <ac:spMk id="84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6:04.493" v="1004" actId="26606"/>
          <ac:spMkLst>
            <pc:docMk/>
            <pc:sldMk cId="4184736895" sldId="271"/>
            <ac:spMk id="85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6:05.533" v="1006" actId="26606"/>
          <ac:spMkLst>
            <pc:docMk/>
            <pc:sldMk cId="4184736895" sldId="271"/>
            <ac:spMk id="87" creationId="{1BB867FF-FC45-48F7-8104-F89BE54909F1}"/>
          </ac:spMkLst>
        </pc:spChg>
        <pc:spChg chg="add del">
          <ac:chgData name="Ožbot, Miha" userId="5fdfeab2-e3ac-40dc-9f9d-ac602c9b72a8" providerId="ADAL" clId="{B69DA118-5076-4EF4-B604-E3375EDC9439}" dt="2022-04-12T15:36:05.533" v="1006" actId="26606"/>
          <ac:spMkLst>
            <pc:docMk/>
            <pc:sldMk cId="4184736895" sldId="271"/>
            <ac:spMk id="88" creationId="{8BB56887-D0D5-4F0C-9E19-7247EB83C8B7}"/>
          </ac:spMkLst>
        </pc:spChg>
        <pc:spChg chg="add del">
          <ac:chgData name="Ožbot, Miha" userId="5fdfeab2-e3ac-40dc-9f9d-ac602c9b72a8" providerId="ADAL" clId="{B69DA118-5076-4EF4-B604-E3375EDC9439}" dt="2022-04-12T15:36:05.533" v="1006" actId="26606"/>
          <ac:spMkLst>
            <pc:docMk/>
            <pc:sldMk cId="4184736895" sldId="271"/>
            <ac:spMk id="89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6:07.023" v="1008" actId="26606"/>
          <ac:spMkLst>
            <pc:docMk/>
            <pc:sldMk cId="4184736895" sldId="271"/>
            <ac:spMk id="91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6:07.023" v="1008" actId="26606"/>
          <ac:spMkLst>
            <pc:docMk/>
            <pc:sldMk cId="4184736895" sldId="271"/>
            <ac:spMk id="92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4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5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6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7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8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9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100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6:09.127" v="1012" actId="26606"/>
          <ac:spMkLst>
            <pc:docMk/>
            <pc:sldMk cId="4184736895" sldId="271"/>
            <ac:spMk id="102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6:09.127" v="1012" actId="26606"/>
          <ac:spMkLst>
            <pc:docMk/>
            <pc:sldMk cId="4184736895" sldId="271"/>
            <ac:spMk id="103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6:09.127" v="1012" actId="26606"/>
          <ac:spMkLst>
            <pc:docMk/>
            <pc:sldMk cId="4184736895" sldId="271"/>
            <ac:spMk id="104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6:11.862" v="1014" actId="26606"/>
          <ac:spMkLst>
            <pc:docMk/>
            <pc:sldMk cId="4184736895" sldId="271"/>
            <ac:spMk id="106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11.862" v="1014" actId="26606"/>
          <ac:spMkLst>
            <pc:docMk/>
            <pc:sldMk cId="4184736895" sldId="271"/>
            <ac:spMk id="107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6:11.862" v="1014" actId="26606"/>
          <ac:spMkLst>
            <pc:docMk/>
            <pc:sldMk cId="4184736895" sldId="271"/>
            <ac:spMk id="108" creationId="{142DCE2C-2863-46FA-9BE7-24365A24D9BA}"/>
          </ac:spMkLst>
        </pc:spChg>
        <pc:spChg chg="ad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110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111" creationId="{DB17E863-922E-4C26-BD64-E8FD41D28661}"/>
          </ac:spMkLst>
        </pc:spChg>
        <pc:grpChg chg="add del">
          <ac:chgData name="Ožbot, Miha" userId="5fdfeab2-e3ac-40dc-9f9d-ac602c9b72a8" providerId="ADAL" clId="{B69DA118-5076-4EF4-B604-E3375EDC9439}" dt="2022-04-12T15:35:57.877" v="1000" actId="26606"/>
          <ac:grpSpMkLst>
            <pc:docMk/>
            <pc:sldMk cId="4184736895" sldId="271"/>
            <ac:grpSpMk id="69" creationId="{2E751C04-BEA6-446B-A678-9C74819EBD4C}"/>
          </ac:grpSpMkLst>
        </pc:grpChg>
        <pc:grpChg chg="add del">
          <ac:chgData name="Ožbot, Miha" userId="5fdfeab2-e3ac-40dc-9f9d-ac602c9b72a8" providerId="ADAL" clId="{B69DA118-5076-4EF4-B604-E3375EDC9439}" dt="2022-04-12T15:35:57.877" v="1000" actId="26606"/>
          <ac:grpSpMkLst>
            <pc:docMk/>
            <pc:sldMk cId="4184736895" sldId="271"/>
            <ac:grpSpMk id="73" creationId="{B63ACBA3-DEFD-4C6D-BBA0-64468FA99C2D}"/>
          </ac:grpSpMkLst>
        </pc:grpChg>
        <pc:grpChg chg="add del">
          <ac:chgData name="Ožbot, Miha" userId="5fdfeab2-e3ac-40dc-9f9d-ac602c9b72a8" providerId="ADAL" clId="{B69DA118-5076-4EF4-B604-E3375EDC9439}" dt="2022-04-12T15:36:03.637" v="1002" actId="26606"/>
          <ac:grpSpMkLst>
            <pc:docMk/>
            <pc:sldMk cId="4184736895" sldId="271"/>
            <ac:grpSpMk id="79" creationId="{AA1375E3-3E53-4D75-BAB7-E5929BFCB25F}"/>
          </ac:grpSpMkLst>
        </pc:grpChg>
        <pc:picChg chg="add mod ord">
          <ac:chgData name="Ožbot, Miha" userId="5fdfeab2-e3ac-40dc-9f9d-ac602c9b72a8" providerId="ADAL" clId="{B69DA118-5076-4EF4-B604-E3375EDC9439}" dt="2022-04-12T15:39:22.686" v="1067" actId="1076"/>
          <ac:picMkLst>
            <pc:docMk/>
            <pc:sldMk cId="4184736895" sldId="271"/>
            <ac:picMk id="5" creationId="{FD157AA9-FEBF-4B62-A48E-F757866162F8}"/>
          </ac:picMkLst>
        </pc:picChg>
        <pc:picChg chg="ord">
          <ac:chgData name="Ožbot, Miha" userId="5fdfeab2-e3ac-40dc-9f9d-ac602c9b72a8" providerId="ADAL" clId="{B69DA118-5076-4EF4-B604-E3375EDC9439}" dt="2022-04-12T15:30:54.045" v="743" actId="26606"/>
          <ac:picMkLst>
            <pc:docMk/>
            <pc:sldMk cId="4184736895" sldId="271"/>
            <ac:picMk id="14" creationId="{3758C98A-4AE5-4C63-A403-C11C9C8A56CB}"/>
          </ac:picMkLst>
        </pc:picChg>
      </pc:sldChg>
      <pc:sldChg chg="addSp delSp modSp mod setBg addCm">
        <pc:chgData name="Ožbot, Miha" userId="5fdfeab2-e3ac-40dc-9f9d-ac602c9b72a8" providerId="ADAL" clId="{B69DA118-5076-4EF4-B604-E3375EDC9439}" dt="2022-04-12T17:30:50.142" v="2008" actId="26606"/>
        <pc:sldMkLst>
          <pc:docMk/>
          <pc:sldMk cId="4208559629" sldId="272"/>
        </pc:sldMkLst>
        <pc:spChg chg="mo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2" creationId="{765925DB-5F5D-4769-B365-53CAD80D0FDB}"/>
          </ac:spMkLst>
        </pc:spChg>
        <pc:spChg chg="mod or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3" creationId="{1531599C-9051-4E2D-A5D8-F217221C0753}"/>
          </ac:spMkLst>
        </pc:spChg>
        <pc:spChg chg="ad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16" creationId="{53B475F8-50AE-46A0-9943-B2B63183D50C}"/>
          </ac:spMkLst>
        </pc:spChg>
        <pc:spChg chg="ad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18" creationId="{75F6FDB4-2351-48C2-A863-2364A02343C0}"/>
          </ac:spMkLst>
        </pc:spChg>
        <pc:graphicFrameChg chg="add del mod">
          <ac:chgData name="Ožbot, Miha" userId="5fdfeab2-e3ac-40dc-9f9d-ac602c9b72a8" providerId="ADAL" clId="{B69DA118-5076-4EF4-B604-E3375EDC9439}" dt="2022-04-12T15:06:24.886" v="618" actId="21"/>
          <ac:graphicFrameMkLst>
            <pc:docMk/>
            <pc:sldMk cId="4208559629" sldId="272"/>
            <ac:graphicFrameMk id="5" creationId="{1A4AB52F-CD84-45B1-8C59-720230FF2475}"/>
          </ac:graphicFrameMkLst>
        </pc:graphicFrameChg>
        <pc:picChg chg="or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6" creationId="{3DED62EC-E77A-468D-B37A-2F368BA5C786}"/>
          </ac:picMkLst>
        </pc:picChg>
        <pc:picChg chg="add mo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7" creationId="{B716A637-5B18-4C90-97D1-63B8180BAB81}"/>
          </ac:picMkLst>
        </pc:picChg>
        <pc:picChg chg="add mo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9" creationId="{57EAB7B9-C178-4EC6-9A26-2FCA9232B392}"/>
          </ac:picMkLst>
        </pc:picChg>
        <pc:picChg chg="add mo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11" creationId="{908DF426-1E34-4908-A0BC-B039426CE6CD}"/>
          </ac:picMkLst>
        </pc:picChg>
      </pc:sldChg>
      <pc:sldChg chg="addSp modSp mod addCm">
        <pc:chgData name="Ožbot, Miha" userId="5fdfeab2-e3ac-40dc-9f9d-ac602c9b72a8" providerId="ADAL" clId="{B69DA118-5076-4EF4-B604-E3375EDC9439}" dt="2022-04-12T16:22:51.922" v="1816" actId="1076"/>
        <pc:sldMkLst>
          <pc:docMk/>
          <pc:sldMk cId="3240517478" sldId="273"/>
        </pc:sldMkLst>
        <pc:spChg chg="mod">
          <ac:chgData name="Ožbot, Miha" userId="5fdfeab2-e3ac-40dc-9f9d-ac602c9b72a8" providerId="ADAL" clId="{B69DA118-5076-4EF4-B604-E3375EDC9439}" dt="2022-04-12T16:21:19.036" v="1809" actId="20577"/>
          <ac:spMkLst>
            <pc:docMk/>
            <pc:sldMk cId="3240517478" sldId="273"/>
            <ac:spMk id="3" creationId="{0C8395A6-C043-47BC-A1BA-EF142E98D3BB}"/>
          </ac:spMkLst>
        </pc:spChg>
        <pc:picChg chg="mod">
          <ac:chgData name="Ožbot, Miha" userId="5fdfeab2-e3ac-40dc-9f9d-ac602c9b72a8" providerId="ADAL" clId="{B69DA118-5076-4EF4-B604-E3375EDC9439}" dt="2022-04-12T16:22:44.819" v="1812" actId="1076"/>
          <ac:picMkLst>
            <pc:docMk/>
            <pc:sldMk cId="3240517478" sldId="273"/>
            <ac:picMk id="4" creationId="{3F3AFED0-7D85-4DB1-B837-435F27380387}"/>
          </ac:picMkLst>
        </pc:picChg>
        <pc:picChg chg="mod">
          <ac:chgData name="Ožbot, Miha" userId="5fdfeab2-e3ac-40dc-9f9d-ac602c9b72a8" providerId="ADAL" clId="{B69DA118-5076-4EF4-B604-E3375EDC9439}" dt="2022-04-12T14:57:08.929" v="435" actId="1076"/>
          <ac:picMkLst>
            <pc:docMk/>
            <pc:sldMk cId="3240517478" sldId="273"/>
            <ac:picMk id="5" creationId="{1D4D3090-ED42-4EC5-AC6F-CCF606B54EEB}"/>
          </ac:picMkLst>
        </pc:picChg>
        <pc:picChg chg="mod">
          <ac:chgData name="Ožbot, Miha" userId="5fdfeab2-e3ac-40dc-9f9d-ac602c9b72a8" providerId="ADAL" clId="{B69DA118-5076-4EF4-B604-E3375EDC9439}" dt="2022-04-12T14:57:06.441" v="434" actId="1076"/>
          <ac:picMkLst>
            <pc:docMk/>
            <pc:sldMk cId="3240517478" sldId="273"/>
            <ac:picMk id="6" creationId="{4F997FC4-9C57-4852-A953-44E701F3313F}"/>
          </ac:picMkLst>
        </pc:picChg>
        <pc:picChg chg="add mod ord">
          <ac:chgData name="Ožbot, Miha" userId="5fdfeab2-e3ac-40dc-9f9d-ac602c9b72a8" providerId="ADAL" clId="{B69DA118-5076-4EF4-B604-E3375EDC9439}" dt="2022-04-12T16:22:51.922" v="1816" actId="1076"/>
          <ac:picMkLst>
            <pc:docMk/>
            <pc:sldMk cId="3240517478" sldId="273"/>
            <ac:picMk id="8" creationId="{F057BFDF-3E42-4BB8-8623-4B77CC94745D}"/>
          </ac:picMkLst>
        </pc:picChg>
        <pc:picChg chg="add mod">
          <ac:chgData name="Ožbot, Miha" userId="5fdfeab2-e3ac-40dc-9f9d-ac602c9b72a8" providerId="ADAL" clId="{B69DA118-5076-4EF4-B604-E3375EDC9439}" dt="2022-04-12T16:21:21.427" v="1810" actId="571"/>
          <ac:picMkLst>
            <pc:docMk/>
            <pc:sldMk cId="3240517478" sldId="273"/>
            <ac:picMk id="9" creationId="{B66760BB-7A19-4077-996F-4C4F177D106F}"/>
          </ac:picMkLst>
        </pc:picChg>
        <pc:picChg chg="add mod">
          <ac:chgData name="Ožbot, Miha" userId="5fdfeab2-e3ac-40dc-9f9d-ac602c9b72a8" providerId="ADAL" clId="{B69DA118-5076-4EF4-B604-E3375EDC9439}" dt="2022-04-12T16:21:21.427" v="1810" actId="571"/>
          <ac:picMkLst>
            <pc:docMk/>
            <pc:sldMk cId="3240517478" sldId="273"/>
            <ac:picMk id="10" creationId="{BF923FA1-C63D-4DCE-AC80-BFEF56607D14}"/>
          </ac:picMkLst>
        </pc:picChg>
        <pc:picChg chg="add mod">
          <ac:chgData name="Ožbot, Miha" userId="5fdfeab2-e3ac-40dc-9f9d-ac602c9b72a8" providerId="ADAL" clId="{B69DA118-5076-4EF4-B604-E3375EDC9439}" dt="2022-04-12T16:22:48.978" v="1815" actId="1076"/>
          <ac:picMkLst>
            <pc:docMk/>
            <pc:sldMk cId="3240517478" sldId="273"/>
            <ac:picMk id="12" creationId="{343D4B0F-C721-4B90-90A4-B4AE13244FC7}"/>
          </ac:picMkLst>
        </pc:picChg>
      </pc:sldChg>
      <pc:sldChg chg="addSp modSp mod setBg">
        <pc:chgData name="Ožbot, Miha" userId="5fdfeab2-e3ac-40dc-9f9d-ac602c9b72a8" providerId="ADAL" clId="{B69DA118-5076-4EF4-B604-E3375EDC9439}" dt="2022-04-12T17:31:38.349" v="2010" actId="26606"/>
        <pc:sldMkLst>
          <pc:docMk/>
          <pc:sldMk cId="888014937" sldId="274"/>
        </pc:sldMkLst>
        <pc:spChg chg="mo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2" creationId="{FB044FD0-1EE5-42EF-861C-E6A70CA8DEBE}"/>
          </ac:spMkLst>
        </pc:spChg>
        <pc:spChg chg="mo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3" creationId="{FDC65FC8-07E2-4ADE-BD82-136E54F8BF01}"/>
          </ac:spMkLst>
        </pc:spChg>
        <pc:spChg chg="ad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10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12" creationId="{DB17E863-922E-4C26-BD64-E8FD41D28661}"/>
          </ac:spMkLst>
        </pc:spChg>
      </pc:sldChg>
      <pc:sldChg chg="addSp modSp mod setBg">
        <pc:chgData name="Ožbot, Miha" userId="5fdfeab2-e3ac-40dc-9f9d-ac602c9b72a8" providerId="ADAL" clId="{B69DA118-5076-4EF4-B604-E3375EDC9439}" dt="2022-04-12T17:42:07.966" v="2350" actId="26606"/>
        <pc:sldMkLst>
          <pc:docMk/>
          <pc:sldMk cId="605482339" sldId="275"/>
        </pc:sldMkLst>
        <pc:spChg chg="mo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2" creationId="{4CF62523-0C75-4FB1-8825-13E7EE36684A}"/>
          </ac:spMkLst>
        </pc:spChg>
        <pc:spChg chg="mo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3" creationId="{2EBF0C0C-9362-444A-A2F4-408EE67818B7}"/>
          </ac:spMkLst>
        </pc:spChg>
        <pc:spChg chg="ad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9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11" creationId="{DB17E863-922E-4C26-BD64-E8FD41D28661}"/>
          </ac:spMkLst>
        </pc:spChg>
      </pc:sldChg>
      <pc:sldChg chg="addSp delSp modSp mod setBg">
        <pc:chgData name="Ožbot, Miha" userId="5fdfeab2-e3ac-40dc-9f9d-ac602c9b72a8" providerId="ADAL" clId="{B69DA118-5076-4EF4-B604-E3375EDC9439}" dt="2022-04-12T17:30:33.432" v="2007" actId="26606"/>
        <pc:sldMkLst>
          <pc:docMk/>
          <pc:sldMk cId="1974032223" sldId="276"/>
        </pc:sldMkLst>
        <pc:spChg chg="mo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2" creationId="{DDEFDC10-7C15-4C14-A50B-D3AC13E6CE14}"/>
          </ac:spMkLst>
        </pc:spChg>
        <pc:spChg chg="mo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3" creationId="{03DBCEB0-1B80-4DF7-B8D5-E463545749EC}"/>
          </ac:spMkLst>
        </pc:spChg>
        <pc:spChg chg="add del">
          <ac:chgData name="Ožbot, Miha" userId="5fdfeab2-e3ac-40dc-9f9d-ac602c9b72a8" providerId="ADAL" clId="{B69DA118-5076-4EF4-B604-E3375EDC9439}" dt="2022-04-12T17:30:33.427" v="2006" actId="26606"/>
          <ac:spMkLst>
            <pc:docMk/>
            <pc:sldMk cId="1974032223" sldId="276"/>
            <ac:spMk id="13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7:30:33.427" v="2006" actId="26606"/>
          <ac:spMkLst>
            <pc:docMk/>
            <pc:sldMk cId="1974032223" sldId="276"/>
            <ac:spMk id="15" creationId="{5D6C15A0-C087-4593-8414-2B4EC1CDC3DE}"/>
          </ac:spMkLst>
        </pc:spChg>
        <pc:spChg chg="ad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17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18" creationId="{DB17E863-922E-4C26-BD64-E8FD41D28661}"/>
          </ac:spMkLst>
        </pc:spChg>
      </pc:sldChg>
      <pc:sldChg chg="addSp delSp modSp mod addCm">
        <pc:chgData name="Ožbot, Miha" userId="5fdfeab2-e3ac-40dc-9f9d-ac602c9b72a8" providerId="ADAL" clId="{B69DA118-5076-4EF4-B604-E3375EDC9439}" dt="2022-04-12T16:33:34.746" v="1845"/>
        <pc:sldMkLst>
          <pc:docMk/>
          <pc:sldMk cId="1777168465" sldId="277"/>
        </pc:sldMkLst>
        <pc:spChg chg="mod">
          <ac:chgData name="Ožbot, Miha" userId="5fdfeab2-e3ac-40dc-9f9d-ac602c9b72a8" providerId="ADAL" clId="{B69DA118-5076-4EF4-B604-E3375EDC9439}" dt="2022-04-12T16:26:21.003" v="1840" actId="20577"/>
          <ac:spMkLst>
            <pc:docMk/>
            <pc:sldMk cId="1777168465" sldId="277"/>
            <ac:spMk id="3" creationId="{354E9BDB-FFAF-4691-A07B-B175C22DE297}"/>
          </ac:spMkLst>
        </pc:spChg>
        <pc:picChg chg="add mod">
          <ac:chgData name="Ožbot, Miha" userId="5fdfeab2-e3ac-40dc-9f9d-ac602c9b72a8" providerId="ADAL" clId="{B69DA118-5076-4EF4-B604-E3375EDC9439}" dt="2022-04-12T16:24:22.283" v="1829" actId="1076"/>
          <ac:picMkLst>
            <pc:docMk/>
            <pc:sldMk cId="1777168465" sldId="277"/>
            <ac:picMk id="5" creationId="{9285C982-D10D-4F3A-8964-EB41CAA88E0D}"/>
          </ac:picMkLst>
        </pc:picChg>
        <pc:picChg chg="mod">
          <ac:chgData name="Ožbot, Miha" userId="5fdfeab2-e3ac-40dc-9f9d-ac602c9b72a8" providerId="ADAL" clId="{B69DA118-5076-4EF4-B604-E3375EDC9439}" dt="2022-04-12T16:24:18.226" v="1825" actId="1076"/>
          <ac:picMkLst>
            <pc:docMk/>
            <pc:sldMk cId="1777168465" sldId="277"/>
            <ac:picMk id="8" creationId="{A291E1AF-4115-4282-B2FE-8F606C019ADE}"/>
          </ac:picMkLst>
        </pc:picChg>
        <pc:picChg chg="mod">
          <ac:chgData name="Ožbot, Miha" userId="5fdfeab2-e3ac-40dc-9f9d-ac602c9b72a8" providerId="ADAL" clId="{B69DA118-5076-4EF4-B604-E3375EDC9439}" dt="2022-04-12T16:24:19.035" v="1826" actId="1076"/>
          <ac:picMkLst>
            <pc:docMk/>
            <pc:sldMk cId="1777168465" sldId="277"/>
            <ac:picMk id="9" creationId="{08397847-3EC8-41A8-845B-2FBD81FACC24}"/>
          </ac:picMkLst>
        </pc:picChg>
        <pc:picChg chg="mod">
          <ac:chgData name="Ožbot, Miha" userId="5fdfeab2-e3ac-40dc-9f9d-ac602c9b72a8" providerId="ADAL" clId="{B69DA118-5076-4EF4-B604-E3375EDC9439}" dt="2022-04-12T16:24:20.643" v="1827" actId="1076"/>
          <ac:picMkLst>
            <pc:docMk/>
            <pc:sldMk cId="1777168465" sldId="277"/>
            <ac:picMk id="11" creationId="{034D35BE-C44A-447B-BBD7-5C6D40613EAE}"/>
          </ac:picMkLst>
        </pc:picChg>
        <pc:picChg chg="add mod">
          <ac:chgData name="Ožbot, Miha" userId="5fdfeab2-e3ac-40dc-9f9d-ac602c9b72a8" providerId="ADAL" clId="{B69DA118-5076-4EF4-B604-E3375EDC9439}" dt="2022-04-12T16:26:11.738" v="1837" actId="1076"/>
          <ac:picMkLst>
            <pc:docMk/>
            <pc:sldMk cId="1777168465" sldId="277"/>
            <ac:picMk id="15" creationId="{A72A30FA-8B45-42DA-8F3F-0D95941C3C0D}"/>
          </ac:picMkLst>
        </pc:picChg>
        <pc:picChg chg="del">
          <ac:chgData name="Ožbot, Miha" userId="5fdfeab2-e3ac-40dc-9f9d-ac602c9b72a8" providerId="ADAL" clId="{B69DA118-5076-4EF4-B604-E3375EDC9439}" dt="2022-04-12T16:26:06.475" v="1833" actId="478"/>
          <ac:picMkLst>
            <pc:docMk/>
            <pc:sldMk cId="1777168465" sldId="277"/>
            <ac:picMk id="18" creationId="{9DFB01B6-DD71-4F77-AD95-DD3784B05FF2}"/>
          </ac:picMkLst>
        </pc:picChg>
      </pc:sldChg>
      <pc:sldChg chg="addSp modSp mod addCm">
        <pc:chgData name="Ožbot, Miha" userId="5fdfeab2-e3ac-40dc-9f9d-ac602c9b72a8" providerId="ADAL" clId="{B69DA118-5076-4EF4-B604-E3375EDC9439}" dt="2022-04-12T17:47:15.682" v="2361"/>
        <pc:sldMkLst>
          <pc:docMk/>
          <pc:sldMk cId="2849575153" sldId="279"/>
        </pc:sldMkLst>
        <pc:spChg chg="mod">
          <ac:chgData name="Ožbot, Miha" userId="5fdfeab2-e3ac-40dc-9f9d-ac602c9b72a8" providerId="ADAL" clId="{B69DA118-5076-4EF4-B604-E3375EDC9439}" dt="2022-04-12T17:46:51.286" v="2352" actId="1076"/>
          <ac:spMkLst>
            <pc:docMk/>
            <pc:sldMk cId="2849575153" sldId="279"/>
            <ac:spMk id="2" creationId="{5DD53BE2-3A1A-408D-AF5E-B16509C26E3D}"/>
          </ac:spMkLst>
        </pc:spChg>
        <pc:spChg chg="mod">
          <ac:chgData name="Ožbot, Miha" userId="5fdfeab2-e3ac-40dc-9f9d-ac602c9b72a8" providerId="ADAL" clId="{B69DA118-5076-4EF4-B604-E3375EDC9439}" dt="2022-04-12T17:46:56.902" v="2355" actId="1076"/>
          <ac:spMkLst>
            <pc:docMk/>
            <pc:sldMk cId="2849575153" sldId="279"/>
            <ac:spMk id="3" creationId="{9B7BDED3-60BE-4F4C-8872-B171FE820D8D}"/>
          </ac:spMkLst>
        </pc:spChg>
        <pc:picChg chg="mod">
          <ac:chgData name="Ožbot, Miha" userId="5fdfeab2-e3ac-40dc-9f9d-ac602c9b72a8" providerId="ADAL" clId="{B69DA118-5076-4EF4-B604-E3375EDC9439}" dt="2022-04-12T17:46:54.645" v="2353" actId="1076"/>
          <ac:picMkLst>
            <pc:docMk/>
            <pc:sldMk cId="2849575153" sldId="279"/>
            <ac:picMk id="4" creationId="{05AE727E-5F2F-448B-B67B-8E426C9AD95E}"/>
          </ac:picMkLst>
        </pc:picChg>
        <pc:picChg chg="mod">
          <ac:chgData name="Ožbot, Miha" userId="5fdfeab2-e3ac-40dc-9f9d-ac602c9b72a8" providerId="ADAL" clId="{B69DA118-5076-4EF4-B604-E3375EDC9439}" dt="2022-04-12T17:46:54.645" v="2353" actId="1076"/>
          <ac:picMkLst>
            <pc:docMk/>
            <pc:sldMk cId="2849575153" sldId="279"/>
            <ac:picMk id="5" creationId="{4C194844-4B49-488E-95FC-55F500B7250E}"/>
          </ac:picMkLst>
        </pc:picChg>
        <pc:picChg chg="mod">
          <ac:chgData name="Ožbot, Miha" userId="5fdfeab2-e3ac-40dc-9f9d-ac602c9b72a8" providerId="ADAL" clId="{B69DA118-5076-4EF4-B604-E3375EDC9439}" dt="2022-04-12T17:46:54.645" v="2353" actId="1076"/>
          <ac:picMkLst>
            <pc:docMk/>
            <pc:sldMk cId="2849575153" sldId="279"/>
            <ac:picMk id="6" creationId="{D299FABD-8B15-4E2C-B0B2-06D58E33344B}"/>
          </ac:picMkLst>
        </pc:picChg>
        <pc:picChg chg="mod">
          <ac:chgData name="Ožbot, Miha" userId="5fdfeab2-e3ac-40dc-9f9d-ac602c9b72a8" providerId="ADAL" clId="{B69DA118-5076-4EF4-B604-E3375EDC9439}" dt="2022-04-12T17:46:59.436" v="2356" actId="1076"/>
          <ac:picMkLst>
            <pc:docMk/>
            <pc:sldMk cId="2849575153" sldId="279"/>
            <ac:picMk id="7" creationId="{B8D96EC5-A7EA-4DD7-9156-AA907DF54DEE}"/>
          </ac:picMkLst>
        </pc:picChg>
        <pc:picChg chg="add mod">
          <ac:chgData name="Ožbot, Miha" userId="5fdfeab2-e3ac-40dc-9f9d-ac602c9b72a8" providerId="ADAL" clId="{B69DA118-5076-4EF4-B604-E3375EDC9439}" dt="2022-04-12T15:51:53.733" v="1311" actId="1076"/>
          <ac:picMkLst>
            <pc:docMk/>
            <pc:sldMk cId="2849575153" sldId="279"/>
            <ac:picMk id="10" creationId="{78C6B1A8-541D-468B-A2E2-1A29D3A6CE43}"/>
          </ac:picMkLst>
        </pc:picChg>
        <pc:picChg chg="add mod">
          <ac:chgData name="Ožbot, Miha" userId="5fdfeab2-e3ac-40dc-9f9d-ac602c9b72a8" providerId="ADAL" clId="{B69DA118-5076-4EF4-B604-E3375EDC9439}" dt="2022-04-12T15:52:04.453" v="1313" actId="1076"/>
          <ac:picMkLst>
            <pc:docMk/>
            <pc:sldMk cId="2849575153" sldId="279"/>
            <ac:picMk id="12" creationId="{8E30AE7B-FC11-425D-8493-C870E16D44C0}"/>
          </ac:picMkLst>
        </pc:picChg>
        <pc:picChg chg="add mod">
          <ac:chgData name="Ožbot, Miha" userId="5fdfeab2-e3ac-40dc-9f9d-ac602c9b72a8" providerId="ADAL" clId="{B69DA118-5076-4EF4-B604-E3375EDC9439}" dt="2022-04-12T17:47:04.165" v="2360" actId="1076"/>
          <ac:picMkLst>
            <pc:docMk/>
            <pc:sldMk cId="2849575153" sldId="279"/>
            <ac:picMk id="14" creationId="{5CCB4BE9-CBDD-45AF-AA81-7DCEE4C1DEE0}"/>
          </ac:picMkLst>
        </pc:picChg>
      </pc:sldChg>
      <pc:sldChg chg="modSp mod">
        <pc:chgData name="Ožbot, Miha" userId="5fdfeab2-e3ac-40dc-9f9d-ac602c9b72a8" providerId="ADAL" clId="{B69DA118-5076-4EF4-B604-E3375EDC9439}" dt="2022-04-12T15:55:33.294" v="1428" actId="20577"/>
        <pc:sldMkLst>
          <pc:docMk/>
          <pc:sldMk cId="2584916931" sldId="280"/>
        </pc:sldMkLst>
        <pc:spChg chg="mod">
          <ac:chgData name="Ožbot, Miha" userId="5fdfeab2-e3ac-40dc-9f9d-ac602c9b72a8" providerId="ADAL" clId="{B69DA118-5076-4EF4-B604-E3375EDC9439}" dt="2022-04-12T15:55:33.294" v="1428" actId="20577"/>
          <ac:spMkLst>
            <pc:docMk/>
            <pc:sldMk cId="2584916931" sldId="280"/>
            <ac:spMk id="3" creationId="{12886D7A-D4E7-495E-908F-E15497B16D57}"/>
          </ac:spMkLst>
        </pc:spChg>
      </pc:sldChg>
      <pc:sldChg chg="addSp modSp mod setBg">
        <pc:chgData name="Ožbot, Miha" userId="5fdfeab2-e3ac-40dc-9f9d-ac602c9b72a8" providerId="ADAL" clId="{B69DA118-5076-4EF4-B604-E3375EDC9439}" dt="2022-04-12T16:36:36.227" v="1991" actId="113"/>
        <pc:sldMkLst>
          <pc:docMk/>
          <pc:sldMk cId="3904152926" sldId="281"/>
        </pc:sldMkLst>
        <pc:spChg chg="mod">
          <ac:chgData name="Ožbot, Miha" userId="5fdfeab2-e3ac-40dc-9f9d-ac602c9b72a8" providerId="ADAL" clId="{B69DA118-5076-4EF4-B604-E3375EDC9439}" dt="2022-04-12T16:35:20.042" v="1915" actId="20577"/>
          <ac:spMkLst>
            <pc:docMk/>
            <pc:sldMk cId="3904152926" sldId="281"/>
            <ac:spMk id="2" creationId="{EBCEABC0-1914-41D7-80CD-2099FA5A140A}"/>
          </ac:spMkLst>
        </pc:spChg>
        <pc:spChg chg="mod">
          <ac:chgData name="Ožbot, Miha" userId="5fdfeab2-e3ac-40dc-9f9d-ac602c9b72a8" providerId="ADAL" clId="{B69DA118-5076-4EF4-B604-E3375EDC9439}" dt="2022-04-12T16:36:36.227" v="1991" actId="113"/>
          <ac:spMkLst>
            <pc:docMk/>
            <pc:sldMk cId="3904152926" sldId="281"/>
            <ac:spMk id="3" creationId="{FF9CEB20-11ED-49A7-A1FC-827249F25E3F}"/>
          </ac:spMkLst>
        </pc:spChg>
        <pc:spChg chg="add">
          <ac:chgData name="Ožbot, Miha" userId="5fdfeab2-e3ac-40dc-9f9d-ac602c9b72a8" providerId="ADAL" clId="{B69DA118-5076-4EF4-B604-E3375EDC9439}" dt="2022-04-12T16:34:25.250" v="1848" actId="26606"/>
          <ac:spMkLst>
            <pc:docMk/>
            <pc:sldMk cId="3904152926" sldId="281"/>
            <ac:spMk id="15" creationId="{32AEEBC8-9D30-42EF-95F2-386C2653FBF0}"/>
          </ac:spMkLst>
        </pc:spChg>
        <pc:spChg chg="add">
          <ac:chgData name="Ožbot, Miha" userId="5fdfeab2-e3ac-40dc-9f9d-ac602c9b72a8" providerId="ADAL" clId="{B69DA118-5076-4EF4-B604-E3375EDC9439}" dt="2022-04-12T16:34:25.250" v="1848" actId="26606"/>
          <ac:spMkLst>
            <pc:docMk/>
            <pc:sldMk cId="3904152926" sldId="281"/>
            <ac:spMk id="17" creationId="{2E92FA66-67D7-4CB4-94D3-E643A9AD4757}"/>
          </ac:spMkLst>
        </pc:spChg>
        <pc:picChg chg="mod">
          <ac:chgData name="Ožbot, Miha" userId="5fdfeab2-e3ac-40dc-9f9d-ac602c9b72a8" providerId="ADAL" clId="{B69DA118-5076-4EF4-B604-E3375EDC9439}" dt="2022-04-12T16:35:10.682" v="1891" actId="1076"/>
          <ac:picMkLst>
            <pc:docMk/>
            <pc:sldMk cId="3904152926" sldId="281"/>
            <ac:picMk id="5" creationId="{85FA5BB3-5F27-498A-A5B1-638AB5C57B3F}"/>
          </ac:picMkLst>
        </pc:picChg>
      </pc:sldChg>
      <pc:sldChg chg="addSp delSp modSp mod setBg modNotesTx">
        <pc:chgData name="Ožbot, Miha" userId="5fdfeab2-e3ac-40dc-9f9d-ac602c9b72a8" providerId="ADAL" clId="{B69DA118-5076-4EF4-B604-E3375EDC9439}" dt="2022-04-12T16:05:49.703" v="1757" actId="113"/>
        <pc:sldMkLst>
          <pc:docMk/>
          <pc:sldMk cId="877783051" sldId="282"/>
        </pc:sldMkLst>
        <pc:spChg chg="mod">
          <ac:chgData name="Ožbot, Miha" userId="5fdfeab2-e3ac-40dc-9f9d-ac602c9b72a8" providerId="ADAL" clId="{B69DA118-5076-4EF4-B604-E3375EDC9439}" dt="2022-04-12T16:02:46.871" v="1668" actId="26606"/>
          <ac:spMkLst>
            <pc:docMk/>
            <pc:sldMk cId="877783051" sldId="282"/>
            <ac:spMk id="2" creationId="{08293A48-0358-45D5-99AB-1890A56BBB06}"/>
          </ac:spMkLst>
        </pc:spChg>
        <pc:spChg chg="mod">
          <ac:chgData name="Ožbot, Miha" userId="5fdfeab2-e3ac-40dc-9f9d-ac602c9b72a8" providerId="ADAL" clId="{B69DA118-5076-4EF4-B604-E3375EDC9439}" dt="2022-04-12T16:05:49.703" v="1757" actId="113"/>
          <ac:spMkLst>
            <pc:docMk/>
            <pc:sldMk cId="877783051" sldId="282"/>
            <ac:spMk id="3" creationId="{09770A0F-0E9E-4F08-871D-40BE89BE243D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12" creationId="{6ECA6DCB-B7E1-40A9-9524-540C6DA40B1B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16" creationId="{D2542E1A-076E-4A34-BB67-2BF961754E0C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18" creationId="{3873B707-463F-40B0-8227-E8CC6C67EB25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19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20" creationId="{C13237C8-E62C-4F0D-A318-BD6FB6C2D138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21" creationId="{395ECC94-3D5E-46A7-A7A1-DE807E1563B4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22" creationId="{19C9EAEA-39D0-4B0E-A0EB-51E7B26740B1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23" creationId="{7E549738-9961-462D-81B7-4A7A44691102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24" creationId="{8CB5D2D7-DF65-4E86-BFBA-FFB9B5ACEB64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26" creationId="{AAAE94E3-A7DB-4868-B1E3-E49703488BBC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0" creationId="{3873B707-463F-40B0-8227-E8CC6C67EB25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1" creationId="{C13237C8-E62C-4F0D-A318-BD6FB6C2D138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2" creationId="{19C9EAEA-39D0-4B0E-A0EB-51E7B26740B1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3" creationId="{8CB5D2D7-DF65-4E86-BFBA-FFB9B5ACEB64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5" creationId="{8F7AFB9A-7364-478C-B48B-8523CDD9AE8D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6" creationId="{36678033-86B6-40E6-BE90-78D8ED4E3A31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7" creationId="{75C56826-D4E5-42ED-8529-079651CB3005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8" creationId="{82095FCE-EF05-4443-B97A-85DEE3A5CA17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40" creationId="{922F19F4-FE70-43DC-856F-2CE5F521DC48}"/>
          </ac:spMkLst>
        </pc:spChg>
        <pc:spChg chg="add del">
          <ac:chgData name="Ožbot, Miha" userId="5fdfeab2-e3ac-40dc-9f9d-ac602c9b72a8" providerId="ADAL" clId="{B69DA118-5076-4EF4-B604-E3375EDC9439}" dt="2022-04-12T16:02:46.866" v="1667" actId="26606"/>
          <ac:spMkLst>
            <pc:docMk/>
            <pc:sldMk cId="877783051" sldId="282"/>
            <ac:spMk id="44" creationId="{2B566528-1B12-4246-9431-5C2D7D081168}"/>
          </ac:spMkLst>
        </pc:spChg>
        <pc:spChg chg="add">
          <ac:chgData name="Ožbot, Miha" userId="5fdfeab2-e3ac-40dc-9f9d-ac602c9b72a8" providerId="ADAL" clId="{B69DA118-5076-4EF4-B604-E3375EDC9439}" dt="2022-04-12T16:02:46.871" v="1668" actId="26606"/>
          <ac:spMkLst>
            <pc:docMk/>
            <pc:sldMk cId="877783051" sldId="282"/>
            <ac:spMk id="52" creationId="{352BEC0E-22F8-46D0-9632-375DB541B06C}"/>
          </ac:spMkLst>
        </pc:spChg>
        <pc:spChg chg="add">
          <ac:chgData name="Ožbot, Miha" userId="5fdfeab2-e3ac-40dc-9f9d-ac602c9b72a8" providerId="ADAL" clId="{B69DA118-5076-4EF4-B604-E3375EDC9439}" dt="2022-04-12T16:02:46.871" v="1668" actId="26606"/>
          <ac:spMkLst>
            <pc:docMk/>
            <pc:sldMk cId="877783051" sldId="282"/>
            <ac:spMk id="53" creationId="{3FCFB1DE-0B7E-48CC-BA90-B2AB0889F9D6}"/>
          </ac:spMkLst>
        </pc:spChg>
        <pc:grpChg chg="add del">
          <ac:chgData name="Ožbot, Miha" userId="5fdfeab2-e3ac-40dc-9f9d-ac602c9b72a8" providerId="ADAL" clId="{B69DA118-5076-4EF4-B604-E3375EDC9439}" dt="2022-04-12T16:02:39.724" v="1659" actId="26606"/>
          <ac:grpSpMkLst>
            <pc:docMk/>
            <pc:sldMk cId="877783051" sldId="282"/>
            <ac:grpSpMk id="14" creationId="{1DE889C7-FAD6-4397-98E2-05D503484459}"/>
          </ac:grpSpMkLst>
        </pc:grpChg>
        <pc:grpChg chg="add del">
          <ac:chgData name="Ožbot, Miha" userId="5fdfeab2-e3ac-40dc-9f9d-ac602c9b72a8" providerId="ADAL" clId="{B69DA118-5076-4EF4-B604-E3375EDC9439}" dt="2022-04-12T16:02:42.260" v="1661" actId="26606"/>
          <ac:grpSpMkLst>
            <pc:docMk/>
            <pc:sldMk cId="877783051" sldId="282"/>
            <ac:grpSpMk id="27" creationId="{1DE889C7-FAD6-4397-98E2-05D503484459}"/>
          </ac:grpSpMkLst>
        </pc:grpChg>
        <pc:grpChg chg="add del">
          <ac:chgData name="Ožbot, Miha" userId="5fdfeab2-e3ac-40dc-9f9d-ac602c9b72a8" providerId="ADAL" clId="{B69DA118-5076-4EF4-B604-E3375EDC9439}" dt="2022-04-12T16:02:45.700" v="1665" actId="26606"/>
          <ac:grpSpMkLst>
            <pc:docMk/>
            <pc:sldMk cId="877783051" sldId="282"/>
            <ac:grpSpMk id="41" creationId="{AE1C45F0-260A-458C-96ED-C1F6D2151219}"/>
          </ac:grpSpMkLst>
        </pc:grpChg>
        <pc:grpChg chg="add del">
          <ac:chgData name="Ožbot, Miha" userId="5fdfeab2-e3ac-40dc-9f9d-ac602c9b72a8" providerId="ADAL" clId="{B69DA118-5076-4EF4-B604-E3375EDC9439}" dt="2022-04-12T16:02:46.866" v="1667" actId="26606"/>
          <ac:grpSpMkLst>
            <pc:docMk/>
            <pc:sldMk cId="877783051" sldId="282"/>
            <ac:grpSpMk id="45" creationId="{5995D10D-E9C9-47DB-AE7E-801FEF38F5C9}"/>
          </ac:grpSpMkLst>
        </pc:grpChg>
        <pc:grpChg chg="add del">
          <ac:chgData name="Ožbot, Miha" userId="5fdfeab2-e3ac-40dc-9f9d-ac602c9b72a8" providerId="ADAL" clId="{B69DA118-5076-4EF4-B604-E3375EDC9439}" dt="2022-04-12T16:02:46.866" v="1667" actId="26606"/>
          <ac:grpSpMkLst>
            <pc:docMk/>
            <pc:sldMk cId="877783051" sldId="282"/>
            <ac:grpSpMk id="48" creationId="{828A5161-06F1-46CF-8AD7-844680A59E13}"/>
          </ac:grpSpMkLst>
        </pc:grpChg>
        <pc:picChg chg="ord">
          <ac:chgData name="Ožbot, Miha" userId="5fdfeab2-e3ac-40dc-9f9d-ac602c9b72a8" providerId="ADAL" clId="{B69DA118-5076-4EF4-B604-E3375EDC9439}" dt="2022-04-12T16:02:46.871" v="1668" actId="26606"/>
          <ac:picMkLst>
            <pc:docMk/>
            <pc:sldMk cId="877783051" sldId="282"/>
            <ac:picMk id="5" creationId="{F6BFB80F-971E-4EED-AC4F-C5779921748D}"/>
          </ac:picMkLst>
        </pc:picChg>
        <pc:picChg chg="mod ord">
          <ac:chgData name="Ožbot, Miha" userId="5fdfeab2-e3ac-40dc-9f9d-ac602c9b72a8" providerId="ADAL" clId="{B69DA118-5076-4EF4-B604-E3375EDC9439}" dt="2022-04-12T16:02:46.871" v="1668" actId="26606"/>
          <ac:picMkLst>
            <pc:docMk/>
            <pc:sldMk cId="877783051" sldId="282"/>
            <ac:picMk id="6" creationId="{22993324-5225-4517-8700-DCDAE7E8F727}"/>
          </ac:picMkLst>
        </pc:picChg>
        <pc:picChg chg="add mod">
          <ac:chgData name="Ožbot, Miha" userId="5fdfeab2-e3ac-40dc-9f9d-ac602c9b72a8" providerId="ADAL" clId="{B69DA118-5076-4EF4-B604-E3375EDC9439}" dt="2022-04-12T16:02:46.871" v="1668" actId="26606"/>
          <ac:picMkLst>
            <pc:docMk/>
            <pc:sldMk cId="877783051" sldId="282"/>
            <ac:picMk id="7" creationId="{3AEBCE64-73E8-4850-89A4-FE6B5C372512}"/>
          </ac:picMkLst>
        </pc:picChg>
        <pc:cxnChg chg="add del">
          <ac:chgData name="Ožbot, Miha" userId="5fdfeab2-e3ac-40dc-9f9d-ac602c9b72a8" providerId="ADAL" clId="{B69DA118-5076-4EF4-B604-E3375EDC9439}" dt="2022-04-12T16:02:45.700" v="1665" actId="26606"/>
          <ac:cxnSpMkLst>
            <pc:docMk/>
            <pc:sldMk cId="877783051" sldId="282"/>
            <ac:cxnSpMk id="25" creationId="{6CF1BAF6-AD41-4082-B212-8A1F9A2E8779}"/>
          </ac:cxnSpMkLst>
        </pc:cxnChg>
      </pc:sldChg>
      <pc:sldChg chg="addSp modSp mod setBg">
        <pc:chgData name="Ožbot, Miha" userId="5fdfeab2-e3ac-40dc-9f9d-ac602c9b72a8" providerId="ADAL" clId="{B69DA118-5076-4EF4-B604-E3375EDC9439}" dt="2022-04-12T16:34:00.882" v="1847" actId="26606"/>
        <pc:sldMkLst>
          <pc:docMk/>
          <pc:sldMk cId="996068835" sldId="283"/>
        </pc:sldMkLst>
        <pc:spChg chg="mo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2" creationId="{48A86C58-8A74-461B-B93C-6CB631DC2D59}"/>
          </ac:spMkLst>
        </pc:spChg>
        <pc:spChg chg="mo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3" creationId="{937870A5-48CA-42D8-91E1-59D70059D2FD}"/>
          </ac:spMkLst>
        </pc:spChg>
        <pc:spChg chg="ad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8" creationId="{777A147A-9ED8-46B4-8660-1B3C2AA880B5}"/>
          </ac:spMkLst>
        </pc:spChg>
        <pc:spChg chg="ad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10" creationId="{5D6C15A0-C087-4593-8414-2B4EC1CDC3DE}"/>
          </ac:spMkLst>
        </pc:spChg>
      </pc:sldChg>
      <pc:sldChg chg="addSp delSp modSp mod">
        <pc:chgData name="Ožbot, Miha" userId="5fdfeab2-e3ac-40dc-9f9d-ac602c9b72a8" providerId="ADAL" clId="{B69DA118-5076-4EF4-B604-E3375EDC9439}" dt="2022-04-12T15:05:24.198" v="615" actId="21"/>
        <pc:sldMkLst>
          <pc:docMk/>
          <pc:sldMk cId="862989043" sldId="284"/>
        </pc:sldMkLst>
        <pc:graphicFrameChg chg="add del mod">
          <ac:chgData name="Ožbot, Miha" userId="5fdfeab2-e3ac-40dc-9f9d-ac602c9b72a8" providerId="ADAL" clId="{B69DA118-5076-4EF4-B604-E3375EDC9439}" dt="2022-04-12T15:05:24.198" v="615" actId="21"/>
          <ac:graphicFrameMkLst>
            <pc:docMk/>
            <pc:sldMk cId="862989043" sldId="284"/>
            <ac:graphicFrameMk id="5" creationId="{4C1ACA49-D70E-4A5C-BB89-17B29A88B3F6}"/>
          </ac:graphicFrameMkLst>
        </pc:graphicFrameChg>
      </pc:sldChg>
      <pc:sldChg chg="addSp delSp modSp new mod setBg setClrOvrMap">
        <pc:chgData name="Ožbot, Miha" userId="5fdfeab2-e3ac-40dc-9f9d-ac602c9b72a8" providerId="ADAL" clId="{B69DA118-5076-4EF4-B604-E3375EDC9439}" dt="2022-04-12T15:38:01.717" v="1058" actId="26606"/>
        <pc:sldMkLst>
          <pc:docMk/>
          <pc:sldMk cId="1239167803" sldId="285"/>
        </pc:sldMkLst>
        <pc:spChg chg="mo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2" creationId="{8028B34C-71DF-4C39-AB40-22F05570FEFC}"/>
          </ac:spMkLst>
        </pc:spChg>
        <pc:spChg chg="add del mod">
          <ac:chgData name="Ožbot, Miha" userId="5fdfeab2-e3ac-40dc-9f9d-ac602c9b72a8" providerId="ADAL" clId="{B69DA118-5076-4EF4-B604-E3375EDC9439}" dt="2022-04-12T15:33:13.941" v="905" actId="26606"/>
          <ac:spMkLst>
            <pc:docMk/>
            <pc:sldMk cId="1239167803" sldId="285"/>
            <ac:spMk id="3" creationId="{B8D13A2C-0815-46E8-A56B-7231923908FB}"/>
          </ac:spMkLst>
        </pc:spChg>
        <pc:spChg chg="add del mod">
          <ac:chgData name="Ožbot, Miha" userId="5fdfeab2-e3ac-40dc-9f9d-ac602c9b72a8" providerId="ADAL" clId="{B69DA118-5076-4EF4-B604-E3375EDC9439}" dt="2022-04-12T14:51:58.852" v="302"/>
          <ac:spMkLst>
            <pc:docMk/>
            <pc:sldMk cId="1239167803" sldId="285"/>
            <ac:spMk id="5" creationId="{402A41AE-B35C-43E7-B64E-C9ACC36EBE6B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8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9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0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1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2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3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4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5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6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7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8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9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20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21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23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5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6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7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8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3:02.653" v="890" actId="26606"/>
          <ac:spMkLst>
            <pc:docMk/>
            <pc:sldMk cId="1239167803" sldId="285"/>
            <ac:spMk id="30" creationId="{9228552E-C8B1-4A80-8448-0787CE0FC704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4" creationId="{20DF329D-CBE0-415E-A38F-7D44AF613845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5" creationId="{1466BE98-0341-4CFA-8601-3E68FB730704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6" creationId="{663E89A1-984A-4500-9453-4203AD1B83BE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7" creationId="{B3FD642B-C569-4ABB-AE20-EFA6BC995903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8" creationId="{AA92FED3-1F18-4138-B4E4-627D78B00203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1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2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3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4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6" creationId="{1E234CF4-802C-4AA1-B540-36C3B838C462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7" creationId="{A5271697-90F1-4A23-8EF2-0179F2EAFACB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8" creationId="{D9F5512A-48E1-4C07-B75E-3CCC517B6804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9" creationId="{9D800584-727A-48CF-8223-244AD9717CAA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66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6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7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8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9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80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81" creationId="{38FAA1A1-D861-433F-88FA-1E9D6FD31D11}"/>
          </ac:spMkLst>
        </pc:spChg>
        <pc:spChg chg="add del mod">
          <ac:chgData name="Ožbot, Miha" userId="5fdfeab2-e3ac-40dc-9f9d-ac602c9b72a8" providerId="ADAL" clId="{B69DA118-5076-4EF4-B604-E3375EDC9439}" dt="2022-04-12T15:37:38.929" v="1056" actId="26606"/>
          <ac:spMkLst>
            <pc:docMk/>
            <pc:sldMk cId="1239167803" sldId="285"/>
            <ac:spMk id="82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5:21.658" v="986" actId="26606"/>
          <ac:spMkLst>
            <pc:docMk/>
            <pc:sldMk cId="1239167803" sldId="285"/>
            <ac:spMk id="8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5:21.658" v="986" actId="26606"/>
          <ac:spMkLst>
            <pc:docMk/>
            <pc:sldMk cId="1239167803" sldId="285"/>
            <ac:spMk id="89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5:21.658" v="986" actId="26606"/>
          <ac:spMkLst>
            <pc:docMk/>
            <pc:sldMk cId="1239167803" sldId="285"/>
            <ac:spMk id="91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96" creationId="{DAF1966E-FD40-4A4A-B61B-C4DF7FA05F06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98" creationId="{047BFA19-D45E-416B-A404-7AF2F3F27017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100" creationId="{8E0105E7-23DB-4CF2-8258-FF47C7620F6E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102" creationId="{074B4F7D-14B2-478B-8BF5-01E4E0C5D263}"/>
          </ac:spMkLst>
        </pc:spChg>
        <pc:spChg chg="add del">
          <ac:chgData name="Ožbot, Miha" userId="5fdfeab2-e3ac-40dc-9f9d-ac602c9b72a8" providerId="ADAL" clId="{B69DA118-5076-4EF4-B604-E3375EDC9439}" dt="2022-04-12T15:35:21.611" v="985" actId="26606"/>
          <ac:spMkLst>
            <pc:docMk/>
            <pc:sldMk cId="1239167803" sldId="285"/>
            <ac:spMk id="103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5:35:14.574" v="983" actId="26606"/>
          <ac:spMkLst>
            <pc:docMk/>
            <pc:sldMk cId="1239167803" sldId="285"/>
            <ac:spMk id="104" creationId="{979E27D9-03C7-44E2-9FF8-15D0C8506AF7}"/>
          </ac:spMkLst>
        </pc:spChg>
        <pc:spChg chg="add del">
          <ac:chgData name="Ožbot, Miha" userId="5fdfeab2-e3ac-40dc-9f9d-ac602c9b72a8" providerId="ADAL" clId="{B69DA118-5076-4EF4-B604-E3375EDC9439}" dt="2022-04-12T15:35:14.574" v="983" actId="26606"/>
          <ac:spMkLst>
            <pc:docMk/>
            <pc:sldMk cId="1239167803" sldId="285"/>
            <ac:spMk id="105" creationId="{EEBF1590-3B36-48EE-A89D-3B6F3CB256AB}"/>
          </ac:spMkLst>
        </pc:spChg>
        <pc:spChg chg="add del">
          <ac:chgData name="Ožbot, Miha" userId="5fdfeab2-e3ac-40dc-9f9d-ac602c9b72a8" providerId="ADAL" clId="{B69DA118-5076-4EF4-B604-E3375EDC9439}" dt="2022-04-12T15:35:14.574" v="983" actId="26606"/>
          <ac:spMkLst>
            <pc:docMk/>
            <pc:sldMk cId="1239167803" sldId="285"/>
            <ac:spMk id="106" creationId="{AC8F6C8C-AB5A-4548-942D-E3FD40ACBC49}"/>
          </ac:spMkLst>
        </pc:spChg>
        <pc:spChg chg="ad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07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5:21.611" v="985" actId="26606"/>
          <ac:spMkLst>
            <pc:docMk/>
            <pc:sldMk cId="1239167803" sldId="285"/>
            <ac:spMk id="108" creationId="{B6CDA21F-E7AF-4C75-8395-33F58D5B0E45}"/>
          </ac:spMkLst>
        </pc:spChg>
        <pc:spChg chg="add del">
          <ac:chgData name="Ožbot, Miha" userId="5fdfeab2-e3ac-40dc-9f9d-ac602c9b72a8" providerId="ADAL" clId="{B69DA118-5076-4EF4-B604-E3375EDC9439}" dt="2022-04-12T15:37:16.880" v="1039" actId="26606"/>
          <ac:spMkLst>
            <pc:docMk/>
            <pc:sldMk cId="1239167803" sldId="285"/>
            <ac:spMk id="11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7:16.880" v="1039" actId="26606"/>
          <ac:spMkLst>
            <pc:docMk/>
            <pc:sldMk cId="1239167803" sldId="285"/>
            <ac:spMk id="114" creationId="{AA5CF486-D9E5-4A66-898A-F3D62B81B15E}"/>
          </ac:spMkLst>
        </pc:spChg>
        <pc:spChg chg="add del">
          <ac:chgData name="Ožbot, Miha" userId="5fdfeab2-e3ac-40dc-9f9d-ac602c9b72a8" providerId="ADAL" clId="{B69DA118-5076-4EF4-B604-E3375EDC9439}" dt="2022-04-12T15:37:38.929" v="1056" actId="26606"/>
          <ac:spMkLst>
            <pc:docMk/>
            <pc:sldMk cId="1239167803" sldId="285"/>
            <ac:spMk id="119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38.929" v="1056" actId="26606"/>
          <ac:spMkLst>
            <pc:docMk/>
            <pc:sldMk cId="1239167803" sldId="285"/>
            <ac:spMk id="121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28.585" v="1041" actId="26606"/>
          <ac:spMkLst>
            <pc:docMk/>
            <pc:sldMk cId="1239167803" sldId="285"/>
            <ac:spMk id="126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7:28.585" v="1041" actId="26606"/>
          <ac:spMkLst>
            <pc:docMk/>
            <pc:sldMk cId="1239167803" sldId="285"/>
            <ac:spMk id="128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7:29.333" v="1043" actId="26606"/>
          <ac:spMkLst>
            <pc:docMk/>
            <pc:sldMk cId="1239167803" sldId="285"/>
            <ac:spMk id="130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29.333" v="1043" actId="26606"/>
          <ac:spMkLst>
            <pc:docMk/>
            <pc:sldMk cId="1239167803" sldId="285"/>
            <ac:spMk id="131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32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7:30.805" v="1045" actId="26606"/>
          <ac:spMkLst>
            <pc:docMk/>
            <pc:sldMk cId="1239167803" sldId="285"/>
            <ac:spMk id="133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30.805" v="1045" actId="26606"/>
          <ac:spMkLst>
            <pc:docMk/>
            <pc:sldMk cId="1239167803" sldId="285"/>
            <ac:spMk id="134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36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7:31.763" v="1047" actId="26606"/>
          <ac:spMkLst>
            <pc:docMk/>
            <pc:sldMk cId="1239167803" sldId="285"/>
            <ac:spMk id="137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31.763" v="1047" actId="26606"/>
          <ac:spMkLst>
            <pc:docMk/>
            <pc:sldMk cId="1239167803" sldId="285"/>
            <ac:spMk id="138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36.220" v="1049" actId="26606"/>
          <ac:spMkLst>
            <pc:docMk/>
            <pc:sldMk cId="1239167803" sldId="285"/>
            <ac:spMk id="141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7:36.220" v="1049" actId="26606"/>
          <ac:spMkLst>
            <pc:docMk/>
            <pc:sldMk cId="1239167803" sldId="285"/>
            <ac:spMk id="142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7:36.220" v="1049" actId="26606"/>
          <ac:spMkLst>
            <pc:docMk/>
            <pc:sldMk cId="1239167803" sldId="285"/>
            <ac:spMk id="143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5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6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7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8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9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1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2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3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4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6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7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8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9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60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61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62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4" creationId="{AC17DE74-01C9-4859-B65A-85CF999E8580}"/>
          </ac:spMkLst>
        </pc:spChg>
        <pc:spChg chg="add del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5" creationId="{068C0432-0E90-4CC1-8CD3-D44A90DF07EF}"/>
          </ac:spMkLst>
        </pc:spChg>
        <pc:spChg chg="add mo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6" creationId="{B8D13A2C-0815-46E8-A56B-7231923908FB}"/>
          </ac:spMkLst>
        </pc:spChg>
        <pc:spChg chg="ad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8" creationId="{DB17E863-922E-4C26-BD64-E8FD41D28661}"/>
          </ac:spMkLst>
        </pc:spChg>
        <pc:grpChg chg="add del">
          <ac:chgData name="Ožbot, Miha" userId="5fdfeab2-e3ac-40dc-9f9d-ac602c9b72a8" providerId="ADAL" clId="{B69DA118-5076-4EF4-B604-E3375EDC9439}" dt="2022-04-12T15:33:06" v="896" actId="26606"/>
          <ac:grpSpMkLst>
            <pc:docMk/>
            <pc:sldMk cId="1239167803" sldId="285"/>
            <ac:grpSpMk id="50" creationId="{B0CED441-B73B-4907-9AF2-614CEAC6A182}"/>
          </ac:grpSpMkLst>
        </pc:grpChg>
        <pc:grpChg chg="add del">
          <ac:chgData name="Ožbot, Miha" userId="5fdfeab2-e3ac-40dc-9f9d-ac602c9b72a8" providerId="ADAL" clId="{B69DA118-5076-4EF4-B604-E3375EDC9439}" dt="2022-04-12T15:35:21.611" v="985" actId="26606"/>
          <ac:grpSpMkLst>
            <pc:docMk/>
            <pc:sldMk cId="1239167803" sldId="285"/>
            <ac:grpSpMk id="109" creationId="{AE1C45F0-260A-458C-96ED-C1F6D2151219}"/>
          </ac:grpSpMkLst>
        </pc:grpChg>
        <pc:graphicFrameChg chg="add del">
          <ac:chgData name="Ožbot, Miha" userId="5fdfeab2-e3ac-40dc-9f9d-ac602c9b72a8" providerId="ADAL" clId="{B69DA118-5076-4EF4-B604-E3375EDC9439}" dt="2022-04-12T15:32:57.892" v="884" actId="26606"/>
          <ac:graphicFrameMkLst>
            <pc:docMk/>
            <pc:sldMk cId="1239167803" sldId="285"/>
            <ac:graphicFrameMk id="6" creationId="{45CF5E35-337C-9E51-730A-B7E0021A0B9F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2.653" v="890" actId="26606"/>
          <ac:graphicFrameMkLst>
            <pc:docMk/>
            <pc:sldMk cId="1239167803" sldId="285"/>
            <ac:graphicFrameMk id="32" creationId="{5B41570E-52BE-99F4-8AA0-966316519D48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3.563" v="892" actId="26606"/>
          <ac:graphicFrameMkLst>
            <pc:docMk/>
            <pc:sldMk cId="1239167803" sldId="285"/>
            <ac:graphicFrameMk id="39" creationId="{A6EC4469-A9AC-4F9A-0899-B910D7EC8CC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7.495" v="898" actId="26606"/>
          <ac:graphicFrameMkLst>
            <pc:docMk/>
            <pc:sldMk cId="1239167803" sldId="285"/>
            <ac:graphicFrameMk id="68" creationId="{80181B2D-8722-172A-A658-6C88DD5ECC29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9.613" v="900" actId="26606"/>
          <ac:graphicFrameMkLst>
            <pc:docMk/>
            <pc:sldMk cId="1239167803" sldId="285"/>
            <ac:graphicFrameMk id="70" creationId="{EF5A104E-3464-426C-2B5B-25F18A8812E7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10.291" v="902" actId="26606"/>
          <ac:graphicFrameMkLst>
            <pc:docMk/>
            <pc:sldMk cId="1239167803" sldId="285"/>
            <ac:graphicFrameMk id="72" creationId="{68AF36F5-1FFA-98AA-43E6-0870478F19AA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13.932" v="904" actId="26606"/>
          <ac:graphicFrameMkLst>
            <pc:docMk/>
            <pc:sldMk cId="1239167803" sldId="285"/>
            <ac:graphicFrameMk id="74" creationId="{8222BD64-133D-2680-0EFF-D353E8EA845B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29.333" v="1043" actId="26606"/>
          <ac:graphicFrameMkLst>
            <pc:docMk/>
            <pc:sldMk cId="1239167803" sldId="285"/>
            <ac:graphicFrameMk id="123" creationId="{D6F497AB-F6BC-6868-A1E7-6A9AB1F8C0B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30.805" v="1045" actId="26606"/>
          <ac:graphicFrameMkLst>
            <pc:docMk/>
            <pc:sldMk cId="1239167803" sldId="285"/>
            <ac:graphicFrameMk id="135" creationId="{4335ED69-46B9-99C4-D971-AC679A84432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31.763" v="1047" actId="26606"/>
          <ac:graphicFrameMkLst>
            <pc:docMk/>
            <pc:sldMk cId="1239167803" sldId="285"/>
            <ac:graphicFrameMk id="139" creationId="{3F135CDC-2B55-6199-B14D-3C61A460CA93}"/>
          </ac:graphicFrameMkLst>
        </pc:graphicFrameChg>
        <pc:picChg chg="add del">
          <ac:chgData name="Ožbot, Miha" userId="5fdfeab2-e3ac-40dc-9f9d-ac602c9b72a8" providerId="ADAL" clId="{B69DA118-5076-4EF4-B604-E3375EDC9439}" dt="2022-04-12T15:33:02.653" v="890" actId="26606"/>
          <ac:picMkLst>
            <pc:docMk/>
            <pc:sldMk cId="1239167803" sldId="285"/>
            <ac:picMk id="31" creationId="{C0EA592B-8370-10F3-8D71-8B35B7F221C9}"/>
          </ac:picMkLst>
        </pc:picChg>
        <pc:cxnChg chg="add del">
          <ac:chgData name="Ožbot, Miha" userId="5fdfeab2-e3ac-40dc-9f9d-ac602c9b72a8" providerId="ADAL" clId="{B69DA118-5076-4EF4-B604-E3375EDC9439}" dt="2022-04-12T15:35:21.611" v="985" actId="26606"/>
          <ac:cxnSpMkLst>
            <pc:docMk/>
            <pc:sldMk cId="1239167803" sldId="285"/>
            <ac:cxnSpMk id="111" creationId="{6CF1BAF6-AD41-4082-B212-8A1F9A2E8779}"/>
          </ac:cxnSpMkLst>
        </pc:cxnChg>
      </pc:sldChg>
      <pc:sldChg chg="addSp delSp modSp new mod setBg addCm">
        <pc:chgData name="Ožbot, Miha" userId="5fdfeab2-e3ac-40dc-9f9d-ac602c9b72a8" providerId="ADAL" clId="{B69DA118-5076-4EF4-B604-E3375EDC9439}" dt="2022-04-12T17:30:55.919" v="2009" actId="26606"/>
        <pc:sldMkLst>
          <pc:docMk/>
          <pc:sldMk cId="3372332676" sldId="286"/>
        </pc:sldMkLst>
        <pc:spChg chg="mo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2" creationId="{9047507C-C1F5-4A31-8837-38927F9C775B}"/>
          </ac:spMkLst>
        </pc:spChg>
        <pc:spChg chg="mod or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3" creationId="{8B963D87-ED67-48B8-B813-8E848277554D}"/>
          </ac:spMkLst>
        </pc:spChg>
        <pc:spChg chg="ad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17" creationId="{5AC1364A-3E3D-4F0D-8776-78AF3A270DD6}"/>
          </ac:spMkLst>
        </pc:spChg>
        <pc:spChg chg="ad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19" creationId="{3FCFB1DE-0B7E-48CC-BA90-B2AB0889F9D6}"/>
          </ac:spMkLst>
        </pc:spChg>
        <pc:graphicFrameChg chg="add del mod">
          <ac:chgData name="Ožbot, Miha" userId="5fdfeab2-e3ac-40dc-9f9d-ac602c9b72a8" providerId="ADAL" clId="{B69DA118-5076-4EF4-B604-E3375EDC9439}" dt="2022-04-12T15:06:39.265" v="622" actId="478"/>
          <ac:graphicFrameMkLst>
            <pc:docMk/>
            <pc:sldMk cId="3372332676" sldId="286"/>
            <ac:graphicFrameMk id="4" creationId="{EAC01CC0-AF86-4B25-BB20-9DA915DF52CC}"/>
          </ac:graphicFrameMkLst>
        </pc:graphicFrameChg>
        <pc:graphicFrameChg chg="add del mod">
          <ac:chgData name="Ožbot, Miha" userId="5fdfeab2-e3ac-40dc-9f9d-ac602c9b72a8" providerId="ADAL" clId="{B69DA118-5076-4EF4-B604-E3375EDC9439}" dt="2022-04-12T15:07:55.168" v="626" actId="478"/>
          <ac:graphicFrameMkLst>
            <pc:docMk/>
            <pc:sldMk cId="3372332676" sldId="286"/>
            <ac:graphicFrameMk id="5" creationId="{4EB68358-9019-4CEB-99FA-5A11ACD2978F}"/>
          </ac:graphicFrameMkLst>
        </pc:graphicFrameChg>
        <pc:picChg chg="add mod ord">
          <ac:chgData name="Ožbot, Miha" userId="5fdfeab2-e3ac-40dc-9f9d-ac602c9b72a8" providerId="ADAL" clId="{B69DA118-5076-4EF4-B604-E3375EDC9439}" dt="2022-04-12T17:30:55.919" v="2009" actId="26606"/>
          <ac:picMkLst>
            <pc:docMk/>
            <pc:sldMk cId="3372332676" sldId="286"/>
            <ac:picMk id="10" creationId="{2EE79E24-625E-4E2A-8A73-BDF3D154713C}"/>
          </ac:picMkLst>
        </pc:picChg>
        <pc:picChg chg="add mod">
          <ac:chgData name="Ožbot, Miha" userId="5fdfeab2-e3ac-40dc-9f9d-ac602c9b72a8" providerId="ADAL" clId="{B69DA118-5076-4EF4-B604-E3375EDC9439}" dt="2022-04-12T17:30:55.919" v="2009" actId="26606"/>
          <ac:picMkLst>
            <pc:docMk/>
            <pc:sldMk cId="3372332676" sldId="286"/>
            <ac:picMk id="12" creationId="{0659CA1E-78AE-4B20-B988-09B42C7E702A}"/>
          </ac:picMkLst>
        </pc:picChg>
      </pc:sldChg>
      <pc:sldChg chg="addSp delSp modSp new del mod">
        <pc:chgData name="Ožbot, Miha" userId="5fdfeab2-e3ac-40dc-9f9d-ac602c9b72a8" providerId="ADAL" clId="{B69DA118-5076-4EF4-B604-E3375EDC9439}" dt="2022-04-12T16:59:55.284" v="2000" actId="47"/>
        <pc:sldMkLst>
          <pc:docMk/>
          <pc:sldMk cId="2101805588" sldId="287"/>
        </pc:sldMkLst>
        <pc:spChg chg="del">
          <ac:chgData name="Ožbot, Miha" userId="5fdfeab2-e3ac-40dc-9f9d-ac602c9b72a8" providerId="ADAL" clId="{B69DA118-5076-4EF4-B604-E3375EDC9439}" dt="2022-04-12T15:09:38.567" v="640"/>
          <ac:spMkLst>
            <pc:docMk/>
            <pc:sldMk cId="2101805588" sldId="287"/>
            <ac:spMk id="3" creationId="{2362F61F-2F9C-4FC2-8B28-0DFA5862533F}"/>
          </ac:spMkLst>
        </pc:spChg>
        <pc:spChg chg="add mod">
          <ac:chgData name="Ožbot, Miha" userId="5fdfeab2-e3ac-40dc-9f9d-ac602c9b72a8" providerId="ADAL" clId="{B69DA118-5076-4EF4-B604-E3375EDC9439}" dt="2022-04-12T16:59:51.806" v="1999" actId="21"/>
          <ac:spMkLst>
            <pc:docMk/>
            <pc:sldMk cId="2101805588" sldId="287"/>
            <ac:spMk id="6" creationId="{AE86D832-3641-406E-B0E1-DCFEDD5C7A83}"/>
          </ac:spMkLst>
        </pc:spChg>
        <pc:picChg chg="add del mod">
          <ac:chgData name="Ožbot, Miha" userId="5fdfeab2-e3ac-40dc-9f9d-ac602c9b72a8" providerId="ADAL" clId="{B69DA118-5076-4EF4-B604-E3375EDC9439}" dt="2022-04-12T16:59:51.806" v="1999" actId="21"/>
          <ac:picMkLst>
            <pc:docMk/>
            <pc:sldMk cId="2101805588" sldId="287"/>
            <ac:picMk id="4" creationId="{29155C17-F409-4DCF-A663-979D24DDCB95}"/>
          </ac:picMkLst>
        </pc:picChg>
      </pc:sldChg>
      <pc:sldChg chg="addSp delSp modSp new del mod">
        <pc:chgData name="Ožbot, Miha" userId="5fdfeab2-e3ac-40dc-9f9d-ac602c9b72a8" providerId="ADAL" clId="{B69DA118-5076-4EF4-B604-E3375EDC9439}" dt="2022-04-12T15:09:26.813" v="636" actId="47"/>
        <pc:sldMkLst>
          <pc:docMk/>
          <pc:sldMk cId="3155948732" sldId="287"/>
        </pc:sldMkLst>
        <pc:graphicFrameChg chg="add del mod">
          <ac:chgData name="Ožbot, Miha" userId="5fdfeab2-e3ac-40dc-9f9d-ac602c9b72a8" providerId="ADAL" clId="{B69DA118-5076-4EF4-B604-E3375EDC9439}" dt="2022-04-12T15:09:10.417" v="630" actId="478"/>
          <ac:graphicFrameMkLst>
            <pc:docMk/>
            <pc:sldMk cId="3155948732" sldId="287"/>
            <ac:graphicFrameMk id="5" creationId="{16C1AA27-DEAC-4555-B9AE-9F27A02C7DE5}"/>
          </ac:graphicFrameMkLst>
        </pc:graphicFrameChg>
        <pc:picChg chg="add del mod">
          <ac:chgData name="Ožbot, Miha" userId="5fdfeab2-e3ac-40dc-9f9d-ac602c9b72a8" providerId="ADAL" clId="{B69DA118-5076-4EF4-B604-E3375EDC9439}" dt="2022-04-12T15:09:25.398" v="635" actId="21"/>
          <ac:picMkLst>
            <pc:docMk/>
            <pc:sldMk cId="3155948732" sldId="287"/>
            <ac:picMk id="7" creationId="{6AFBD17B-E5F2-4918-B14C-197EF2CA8A49}"/>
          </ac:picMkLst>
        </pc:picChg>
      </pc:sldChg>
    </pc:docChg>
  </pc:docChgLst>
  <pc:docChgLst>
    <pc:chgData name="Ožbot, Miha" userId="5fdfeab2-e3ac-40dc-9f9d-ac602c9b72a8" providerId="ADAL" clId="{AE99531F-D73C-4103-9623-9BB2A0EB9D18}"/>
    <pc:docChg chg="undo custSel addSld delSld modSld sldOrd">
      <pc:chgData name="Ožbot, Miha" userId="5fdfeab2-e3ac-40dc-9f9d-ac602c9b72a8" providerId="ADAL" clId="{AE99531F-D73C-4103-9623-9BB2A0EB9D18}" dt="2022-04-12T14:38:17.330" v="15679" actId="478"/>
      <pc:docMkLst>
        <pc:docMk/>
      </pc:docMkLst>
      <pc:sldChg chg="del">
        <pc:chgData name="Ožbot, Miha" userId="5fdfeab2-e3ac-40dc-9f9d-ac602c9b72a8" providerId="ADAL" clId="{AE99531F-D73C-4103-9623-9BB2A0EB9D18}" dt="2022-04-11T12:18:47.391" v="126" actId="47"/>
        <pc:sldMkLst>
          <pc:docMk/>
          <pc:sldMk cId="3043493099" sldId="256"/>
        </pc:sldMkLst>
      </pc:sldChg>
      <pc:sldChg chg="del">
        <pc:chgData name="Ožbot, Miha" userId="5fdfeab2-e3ac-40dc-9f9d-ac602c9b72a8" providerId="ADAL" clId="{AE99531F-D73C-4103-9623-9BB2A0EB9D18}" dt="2022-04-11T12:18:10.034" v="96" actId="47"/>
        <pc:sldMkLst>
          <pc:docMk/>
          <pc:sldMk cId="1257919980" sldId="257"/>
        </pc:sldMkLst>
      </pc:sldChg>
      <pc:sldChg chg="del">
        <pc:chgData name="Ožbot, Miha" userId="5fdfeab2-e3ac-40dc-9f9d-ac602c9b72a8" providerId="ADAL" clId="{AE99531F-D73C-4103-9623-9BB2A0EB9D18}" dt="2022-04-11T12:18:43.201" v="124" actId="47"/>
        <pc:sldMkLst>
          <pc:docMk/>
          <pc:sldMk cId="2052123652" sldId="258"/>
        </pc:sldMkLst>
      </pc:sldChg>
      <pc:sldChg chg="del">
        <pc:chgData name="Ožbot, Miha" userId="5fdfeab2-e3ac-40dc-9f9d-ac602c9b72a8" providerId="ADAL" clId="{AE99531F-D73C-4103-9623-9BB2A0EB9D18}" dt="2022-04-11T12:18:41.681" v="119" actId="47"/>
        <pc:sldMkLst>
          <pc:docMk/>
          <pc:sldMk cId="2128968485" sldId="260"/>
        </pc:sldMkLst>
      </pc:sldChg>
      <pc:sldChg chg="del">
        <pc:chgData name="Ožbot, Miha" userId="5fdfeab2-e3ac-40dc-9f9d-ac602c9b72a8" providerId="ADAL" clId="{AE99531F-D73C-4103-9623-9BB2A0EB9D18}" dt="2022-04-11T12:18:42.881" v="123" actId="47"/>
        <pc:sldMkLst>
          <pc:docMk/>
          <pc:sldMk cId="1218702890" sldId="261"/>
        </pc:sldMkLst>
      </pc:sldChg>
      <pc:sldChg chg="del">
        <pc:chgData name="Ožbot, Miha" userId="5fdfeab2-e3ac-40dc-9f9d-ac602c9b72a8" providerId="ADAL" clId="{AE99531F-D73C-4103-9623-9BB2A0EB9D18}" dt="2022-04-11T12:18:42.275" v="121" actId="47"/>
        <pc:sldMkLst>
          <pc:docMk/>
          <pc:sldMk cId="2306990913" sldId="262"/>
        </pc:sldMkLst>
      </pc:sldChg>
      <pc:sldChg chg="del">
        <pc:chgData name="Ožbot, Miha" userId="5fdfeab2-e3ac-40dc-9f9d-ac602c9b72a8" providerId="ADAL" clId="{AE99531F-D73C-4103-9623-9BB2A0EB9D18}" dt="2022-04-11T12:18:41.968" v="120" actId="47"/>
        <pc:sldMkLst>
          <pc:docMk/>
          <pc:sldMk cId="3658886467" sldId="263"/>
        </pc:sldMkLst>
      </pc:sldChg>
      <pc:sldChg chg="del">
        <pc:chgData name="Ožbot, Miha" userId="5fdfeab2-e3ac-40dc-9f9d-ac602c9b72a8" providerId="ADAL" clId="{AE99531F-D73C-4103-9623-9BB2A0EB9D18}" dt="2022-04-11T12:18:41.395" v="118" actId="47"/>
        <pc:sldMkLst>
          <pc:docMk/>
          <pc:sldMk cId="2194279594" sldId="264"/>
        </pc:sldMkLst>
      </pc:sldChg>
      <pc:sldChg chg="del">
        <pc:chgData name="Ožbot, Miha" userId="5fdfeab2-e3ac-40dc-9f9d-ac602c9b72a8" providerId="ADAL" clId="{AE99531F-D73C-4103-9623-9BB2A0EB9D18}" dt="2022-04-11T12:18:42.497" v="122" actId="47"/>
        <pc:sldMkLst>
          <pc:docMk/>
          <pc:sldMk cId="654290338" sldId="265"/>
        </pc:sldMkLst>
      </pc:sldChg>
      <pc:sldChg chg="del">
        <pc:chgData name="Ožbot, Miha" userId="5fdfeab2-e3ac-40dc-9f9d-ac602c9b72a8" providerId="ADAL" clId="{AE99531F-D73C-4103-9623-9BB2A0EB9D18}" dt="2022-04-11T12:12:50.287" v="10" actId="47"/>
        <pc:sldMkLst>
          <pc:docMk/>
          <pc:sldMk cId="1342890208" sldId="266"/>
        </pc:sldMkLst>
      </pc:sldChg>
      <pc:sldChg chg="addSp delSp modSp new mod">
        <pc:chgData name="Ožbot, Miha" userId="5fdfeab2-e3ac-40dc-9f9d-ac602c9b72a8" providerId="ADAL" clId="{AE99531F-D73C-4103-9623-9BB2A0EB9D18}" dt="2022-04-11T12:21:15.434" v="145" actId="1076"/>
        <pc:sldMkLst>
          <pc:docMk/>
          <pc:sldMk cId="64491679" sldId="267"/>
        </pc:sldMkLst>
        <pc:spChg chg="del">
          <ac:chgData name="Ožbot, Miha" userId="5fdfeab2-e3ac-40dc-9f9d-ac602c9b72a8" providerId="ADAL" clId="{AE99531F-D73C-4103-9623-9BB2A0EB9D18}" dt="2022-04-11T12:12:41.515" v="2" actId="478"/>
          <ac:spMkLst>
            <pc:docMk/>
            <pc:sldMk cId="64491679" sldId="267"/>
            <ac:spMk id="2" creationId="{5DB060A0-EA4A-46F6-9F59-D6CE6E51B172}"/>
          </ac:spMkLst>
        </pc:spChg>
        <pc:spChg chg="del">
          <ac:chgData name="Ožbot, Miha" userId="5fdfeab2-e3ac-40dc-9f9d-ac602c9b72a8" providerId="ADAL" clId="{AE99531F-D73C-4103-9623-9BB2A0EB9D18}" dt="2022-04-11T12:12:42.698" v="3" actId="478"/>
          <ac:spMkLst>
            <pc:docMk/>
            <pc:sldMk cId="64491679" sldId="267"/>
            <ac:spMk id="3" creationId="{86A925F4-ADC4-45D0-AA82-00D62B23D711}"/>
          </ac:spMkLst>
        </pc:spChg>
        <pc:spChg chg="add del mod">
          <ac:chgData name="Ožbot, Miha" userId="5fdfeab2-e3ac-40dc-9f9d-ac602c9b72a8" providerId="ADAL" clId="{AE99531F-D73C-4103-9623-9BB2A0EB9D18}" dt="2022-04-11T12:12:45.913" v="5" actId="478"/>
          <ac:spMkLst>
            <pc:docMk/>
            <pc:sldMk cId="64491679" sldId="267"/>
            <ac:spMk id="4" creationId="{04E6C53B-41BE-4C48-9BC5-53AC5066BB8E}"/>
          </ac:spMkLst>
        </pc:spChg>
        <pc:spChg chg="add mod">
          <ac:chgData name="Ožbot, Miha" userId="5fdfeab2-e3ac-40dc-9f9d-ac602c9b72a8" providerId="ADAL" clId="{AE99531F-D73C-4103-9623-9BB2A0EB9D18}" dt="2022-04-11T12:12:53.855" v="11" actId="20577"/>
          <ac:spMkLst>
            <pc:docMk/>
            <pc:sldMk cId="64491679" sldId="267"/>
            <ac:spMk id="5" creationId="{454E3BB4-99D4-4D73-914D-9E311F546EFE}"/>
          </ac:spMkLst>
        </pc:spChg>
        <pc:spChg chg="add mod">
          <ac:chgData name="Ožbot, Miha" userId="5fdfeab2-e3ac-40dc-9f9d-ac602c9b72a8" providerId="ADAL" clId="{AE99531F-D73C-4103-9623-9BB2A0EB9D18}" dt="2022-04-11T12:15:47.537" v="37" actId="1076"/>
          <ac:spMkLst>
            <pc:docMk/>
            <pc:sldMk cId="64491679" sldId="267"/>
            <ac:spMk id="6" creationId="{E82744B7-692C-4BF4-9CDE-E39040EB63DB}"/>
          </ac:spMkLst>
        </pc:spChg>
        <pc:spChg chg="add mod">
          <ac:chgData name="Ožbot, Miha" userId="5fdfeab2-e3ac-40dc-9f9d-ac602c9b72a8" providerId="ADAL" clId="{AE99531F-D73C-4103-9623-9BB2A0EB9D18}" dt="2022-04-11T12:15:48.874" v="38" actId="1076"/>
          <ac:spMkLst>
            <pc:docMk/>
            <pc:sldMk cId="64491679" sldId="267"/>
            <ac:spMk id="7" creationId="{C6D9A6BD-2F85-4AC9-8AA3-AFA6C58DCEBF}"/>
          </ac:spMkLst>
        </pc:spChg>
        <pc:spChg chg="add mod">
          <ac:chgData name="Ožbot, Miha" userId="5fdfeab2-e3ac-40dc-9f9d-ac602c9b72a8" providerId="ADAL" clId="{AE99531F-D73C-4103-9623-9BB2A0EB9D18}" dt="2022-04-11T12:15:50.754" v="39" actId="1076"/>
          <ac:spMkLst>
            <pc:docMk/>
            <pc:sldMk cId="64491679" sldId="267"/>
            <ac:spMk id="9" creationId="{6DA218C9-C330-4154-AE98-7F01B3DE7357}"/>
          </ac:spMkLst>
        </pc:spChg>
        <pc:spChg chg="add mod">
          <ac:chgData name="Ožbot, Miha" userId="5fdfeab2-e3ac-40dc-9f9d-ac602c9b72a8" providerId="ADAL" clId="{AE99531F-D73C-4103-9623-9BB2A0EB9D18}" dt="2022-04-11T12:17:54.458" v="94" actId="20577"/>
          <ac:spMkLst>
            <pc:docMk/>
            <pc:sldMk cId="64491679" sldId="267"/>
            <ac:spMk id="13" creationId="{D1708218-1CC5-4DF6-926B-EA887227088E}"/>
          </ac:spMkLst>
        </pc:spChg>
        <pc:picChg chg="add mod">
          <ac:chgData name="Ožbot, Miha" userId="5fdfeab2-e3ac-40dc-9f9d-ac602c9b72a8" providerId="ADAL" clId="{AE99531F-D73C-4103-9623-9BB2A0EB9D18}" dt="2022-04-11T12:20:42.466" v="136" actId="1076"/>
          <ac:picMkLst>
            <pc:docMk/>
            <pc:sldMk cId="64491679" sldId="267"/>
            <ac:picMk id="8" creationId="{A74E07DE-D6ED-4615-9AC8-958D66DC1066}"/>
          </ac:picMkLst>
        </pc:picChg>
        <pc:picChg chg="add del mod">
          <ac:chgData name="Ožbot, Miha" userId="5fdfeab2-e3ac-40dc-9f9d-ac602c9b72a8" providerId="ADAL" clId="{AE99531F-D73C-4103-9623-9BB2A0EB9D18}" dt="2022-04-11T12:20:35.167" v="134" actId="21"/>
          <ac:picMkLst>
            <pc:docMk/>
            <pc:sldMk cId="64491679" sldId="267"/>
            <ac:picMk id="11" creationId="{81252083-FE6D-43B6-BE37-A51DE426954B}"/>
          </ac:picMkLst>
        </pc:picChg>
        <pc:picChg chg="add mod">
          <ac:chgData name="Ožbot, Miha" userId="5fdfeab2-e3ac-40dc-9f9d-ac602c9b72a8" providerId="ADAL" clId="{AE99531F-D73C-4103-9623-9BB2A0EB9D18}" dt="2022-04-11T12:21:15.434" v="145" actId="1076"/>
          <ac:picMkLst>
            <pc:docMk/>
            <pc:sldMk cId="64491679" sldId="267"/>
            <ac:picMk id="15" creationId="{AC4A757F-79FE-4EAF-B0B9-7FF99122315D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1T15:02:44.935" v="3739" actId="27636"/>
        <pc:sldMkLst>
          <pc:docMk/>
          <pc:sldMk cId="3904398675" sldId="268"/>
        </pc:sldMkLst>
        <pc:spChg chg="mod">
          <ac:chgData name="Ožbot, Miha" userId="5fdfeab2-e3ac-40dc-9f9d-ac602c9b72a8" providerId="ADAL" clId="{AE99531F-D73C-4103-9623-9BB2A0EB9D18}" dt="2022-04-11T12:18:21.258" v="115" actId="20577"/>
          <ac:spMkLst>
            <pc:docMk/>
            <pc:sldMk cId="3904398675" sldId="268"/>
            <ac:spMk id="2" creationId="{8136DCA3-1C99-4E16-B8D6-3B1003181FA6}"/>
          </ac:spMkLst>
        </pc:spChg>
        <pc:spChg chg="mod">
          <ac:chgData name="Ožbot, Miha" userId="5fdfeab2-e3ac-40dc-9f9d-ac602c9b72a8" providerId="ADAL" clId="{AE99531F-D73C-4103-9623-9BB2A0EB9D18}" dt="2022-04-11T15:02:44.935" v="3739" actId="27636"/>
          <ac:spMkLst>
            <pc:docMk/>
            <pc:sldMk cId="3904398675" sldId="268"/>
            <ac:spMk id="3" creationId="{E0BEF5DF-8F40-4BAD-97E9-BA7D1BA9D39E}"/>
          </ac:spMkLst>
        </pc:spChg>
        <pc:picChg chg="add del mod">
          <ac:chgData name="Ožbot, Miha" userId="5fdfeab2-e3ac-40dc-9f9d-ac602c9b72a8" providerId="ADAL" clId="{AE99531F-D73C-4103-9623-9BB2A0EB9D18}" dt="2022-04-11T12:21:23.659" v="147" actId="478"/>
          <ac:picMkLst>
            <pc:docMk/>
            <pc:sldMk cId="3904398675" sldId="268"/>
            <ac:picMk id="4" creationId="{06340C11-340A-4A90-B514-1B2F5CEEE48B}"/>
          </ac:picMkLst>
        </pc:picChg>
        <pc:picChg chg="add mod">
          <ac:chgData name="Ožbot, Miha" userId="5fdfeab2-e3ac-40dc-9f9d-ac602c9b72a8" providerId="ADAL" clId="{AE99531F-D73C-4103-9623-9BB2A0EB9D18}" dt="2022-04-11T12:21:22.787" v="146"/>
          <ac:picMkLst>
            <pc:docMk/>
            <pc:sldMk cId="3904398675" sldId="268"/>
            <ac:picMk id="5" creationId="{38EB6AD1-FCB2-43A6-AD58-F89A152F9079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4:07:27.335" v="14003" actId="27636"/>
        <pc:sldMkLst>
          <pc:docMk/>
          <pc:sldMk cId="2374509314" sldId="269"/>
        </pc:sldMkLst>
        <pc:spChg chg="mod">
          <ac:chgData name="Ožbot, Miha" userId="5fdfeab2-e3ac-40dc-9f9d-ac602c9b72a8" providerId="ADAL" clId="{AE99531F-D73C-4103-9623-9BB2A0EB9D18}" dt="2022-04-11T12:37:56.418" v="1196" actId="21"/>
          <ac:spMkLst>
            <pc:docMk/>
            <pc:sldMk cId="2374509314" sldId="269"/>
            <ac:spMk id="2" creationId="{9217D8F9-7FCF-404B-BCF5-61A08D8AAA49}"/>
          </ac:spMkLst>
        </pc:spChg>
        <pc:spChg chg="add del mod">
          <ac:chgData name="Ožbot, Miha" userId="5fdfeab2-e3ac-40dc-9f9d-ac602c9b72a8" providerId="ADAL" clId="{AE99531F-D73C-4103-9623-9BB2A0EB9D18}" dt="2022-04-12T14:07:27.335" v="14003" actId="27636"/>
          <ac:spMkLst>
            <pc:docMk/>
            <pc:sldMk cId="2374509314" sldId="269"/>
            <ac:spMk id="3" creationId="{E5C10B8F-0F49-47BB-9E2B-012BBFAC83C1}"/>
          </ac:spMkLst>
        </pc:spChg>
        <pc:picChg chg="add del mod">
          <ac:chgData name="Ožbot, Miha" userId="5fdfeab2-e3ac-40dc-9f9d-ac602c9b72a8" providerId="ADAL" clId="{AE99531F-D73C-4103-9623-9BB2A0EB9D18}" dt="2022-04-11T12:21:04.189" v="143"/>
          <ac:picMkLst>
            <pc:docMk/>
            <pc:sldMk cId="2374509314" sldId="269"/>
            <ac:picMk id="4" creationId="{8B4C682C-B54C-49C9-B840-37A2EF1E9A94}"/>
          </ac:picMkLst>
        </pc:picChg>
        <pc:picChg chg="add mod">
          <ac:chgData name="Ožbot, Miha" userId="5fdfeab2-e3ac-40dc-9f9d-ac602c9b72a8" providerId="ADAL" clId="{AE99531F-D73C-4103-9623-9BB2A0EB9D18}" dt="2022-04-11T12:21:27.421" v="148"/>
          <ac:picMkLst>
            <pc:docMk/>
            <pc:sldMk cId="2374509314" sldId="269"/>
            <ac:picMk id="5" creationId="{08FDF37F-0021-4CC2-AEFF-B61E5E42F869}"/>
          </ac:picMkLst>
        </pc:picChg>
      </pc:sldChg>
      <pc:sldChg chg="new del">
        <pc:chgData name="Ožbot, Miha" userId="5fdfeab2-e3ac-40dc-9f9d-ac602c9b72a8" providerId="ADAL" clId="{AE99531F-D73C-4103-9623-9BB2A0EB9D18}" dt="2022-04-11T12:18:40.931" v="117" actId="47"/>
        <pc:sldMkLst>
          <pc:docMk/>
          <pc:sldMk cId="4097501460" sldId="269"/>
        </pc:sldMkLst>
      </pc:sldChg>
      <pc:sldChg chg="addSp delSp modSp new del mod">
        <pc:chgData name="Ožbot, Miha" userId="5fdfeab2-e3ac-40dc-9f9d-ac602c9b72a8" providerId="ADAL" clId="{AE99531F-D73C-4103-9623-9BB2A0EB9D18}" dt="2022-04-12T13:53:58.853" v="13817" actId="47"/>
        <pc:sldMkLst>
          <pc:docMk/>
          <pc:sldMk cId="386065714" sldId="270"/>
        </pc:sldMkLst>
        <pc:spChg chg="mod">
          <ac:chgData name="Ožbot, Miha" userId="5fdfeab2-e3ac-40dc-9f9d-ac602c9b72a8" providerId="ADAL" clId="{AE99531F-D73C-4103-9623-9BB2A0EB9D18}" dt="2022-04-12T13:53:11.562" v="13783" actId="21"/>
          <ac:spMkLst>
            <pc:docMk/>
            <pc:sldMk cId="386065714" sldId="270"/>
            <ac:spMk id="3" creationId="{7389EECA-5815-48D2-921D-56090B8A3BCC}"/>
          </ac:spMkLst>
        </pc:spChg>
        <pc:spChg chg="add del">
          <ac:chgData name="Ožbot, Miha" userId="5fdfeab2-e3ac-40dc-9f9d-ac602c9b72a8" providerId="ADAL" clId="{AE99531F-D73C-4103-9623-9BB2A0EB9D18}" dt="2022-04-12T06:30:28.666" v="4278" actId="478"/>
          <ac:spMkLst>
            <pc:docMk/>
            <pc:sldMk cId="386065714" sldId="270"/>
            <ac:spMk id="4" creationId="{D41D86BC-E8FE-452E-8F5E-BEB0F17BAB97}"/>
          </ac:spMkLst>
        </pc:spChg>
        <pc:picChg chg="add mod">
          <ac:chgData name="Ožbot, Miha" userId="5fdfeab2-e3ac-40dc-9f9d-ac602c9b72a8" providerId="ADAL" clId="{AE99531F-D73C-4103-9623-9BB2A0EB9D18}" dt="2022-04-12T08:23:29.794" v="4508"/>
          <ac:picMkLst>
            <pc:docMk/>
            <pc:sldMk cId="386065714" sldId="270"/>
            <ac:picMk id="5" creationId="{D42873DE-740E-4EC2-B105-303491C6DD7D}"/>
          </ac:picMkLst>
        </pc:picChg>
      </pc:sldChg>
      <pc:sldChg chg="addSp delSp modSp mod">
        <pc:chgData name="Ožbot, Miha" userId="5fdfeab2-e3ac-40dc-9f9d-ac602c9b72a8" providerId="ADAL" clId="{AE99531F-D73C-4103-9623-9BB2A0EB9D18}" dt="2022-04-12T14:38:17.330" v="15679" actId="478"/>
        <pc:sldMkLst>
          <pc:docMk/>
          <pc:sldMk cId="4184736895" sldId="271"/>
        </pc:sldMkLst>
        <pc:spChg chg="mod">
          <ac:chgData name="Ožbot, Miha" userId="5fdfeab2-e3ac-40dc-9f9d-ac602c9b72a8" providerId="ADAL" clId="{AE99531F-D73C-4103-9623-9BB2A0EB9D18}" dt="2022-04-12T13:53:54.999" v="13816" actId="20577"/>
          <ac:spMkLst>
            <pc:docMk/>
            <pc:sldMk cId="4184736895" sldId="271"/>
            <ac:spMk id="3" creationId="{5C52BD9D-B5F3-48BF-8D2A-ED3911753E0F}"/>
          </ac:spMkLst>
        </pc:spChg>
        <pc:spChg chg="add del">
          <ac:chgData name="Ožbot, Miha" userId="5fdfeab2-e3ac-40dc-9f9d-ac602c9b72a8" providerId="ADAL" clId="{AE99531F-D73C-4103-9623-9BB2A0EB9D18}" dt="2022-04-12T09:55:57" v="5906" actId="478"/>
          <ac:spMkLst>
            <pc:docMk/>
            <pc:sldMk cId="4184736895" sldId="271"/>
            <ac:spMk id="4" creationId="{6D0A2A85-DDA9-4C70-AF8B-CEE69AA64A1D}"/>
          </ac:spMkLst>
        </pc:spChg>
        <pc:picChg chg="add del">
          <ac:chgData name="Ožbot, Miha" userId="5fdfeab2-e3ac-40dc-9f9d-ac602c9b72a8" providerId="ADAL" clId="{AE99531F-D73C-4103-9623-9BB2A0EB9D18}" dt="2022-04-12T14:38:17.330" v="15679" actId="478"/>
          <ac:picMkLst>
            <pc:docMk/>
            <pc:sldMk cId="4184736895" sldId="271"/>
            <ac:picMk id="6" creationId="{044E37DC-952F-47C6-9513-12B4C27CCDDE}"/>
          </ac:picMkLst>
        </pc:picChg>
      </pc:sldChg>
      <pc:sldChg chg="addSp delSp modSp mod">
        <pc:chgData name="Ožbot, Miha" userId="5fdfeab2-e3ac-40dc-9f9d-ac602c9b72a8" providerId="ADAL" clId="{AE99531F-D73C-4103-9623-9BB2A0EB9D18}" dt="2022-04-12T10:58:35.672" v="8592"/>
        <pc:sldMkLst>
          <pc:docMk/>
          <pc:sldMk cId="4208559629" sldId="272"/>
        </pc:sldMkLst>
        <pc:spChg chg="add del mod">
          <ac:chgData name="Ožbot, Miha" userId="5fdfeab2-e3ac-40dc-9f9d-ac602c9b72a8" providerId="ADAL" clId="{AE99531F-D73C-4103-9623-9BB2A0EB9D18}" dt="2022-04-12T10:35:33.397" v="7077" actId="20577"/>
          <ac:spMkLst>
            <pc:docMk/>
            <pc:sldMk cId="4208559629" sldId="272"/>
            <ac:spMk id="3" creationId="{1531599C-9051-4E2D-A5D8-F217221C0753}"/>
          </ac:spMkLst>
        </pc:spChg>
        <pc:spChg chg="add del mod">
          <ac:chgData name="Ožbot, Miha" userId="5fdfeab2-e3ac-40dc-9f9d-ac602c9b72a8" providerId="ADAL" clId="{AE99531F-D73C-4103-9623-9BB2A0EB9D18}" dt="2022-04-12T10:27:41.640" v="6493" actId="478"/>
          <ac:spMkLst>
            <pc:docMk/>
            <pc:sldMk cId="4208559629" sldId="272"/>
            <ac:spMk id="5" creationId="{BC0CED76-0B3B-46F2-A279-A19CBC692497}"/>
          </ac:spMkLst>
        </pc:spChg>
        <pc:picChg chg="add mod">
          <ac:chgData name="Ožbot, Miha" userId="5fdfeab2-e3ac-40dc-9f9d-ac602c9b72a8" providerId="ADAL" clId="{AE99531F-D73C-4103-9623-9BB2A0EB9D18}" dt="2022-04-12T10:58:35.672" v="8592"/>
          <ac:picMkLst>
            <pc:docMk/>
            <pc:sldMk cId="4208559629" sldId="272"/>
            <ac:picMk id="6" creationId="{3DED62EC-E77A-468D-B37A-2F368BA5C786}"/>
          </ac:picMkLst>
        </pc:picChg>
      </pc:sldChg>
      <pc:sldChg chg="addSp modSp new mod modNotesTx">
        <pc:chgData name="Ožbot, Miha" userId="5fdfeab2-e3ac-40dc-9f9d-ac602c9b72a8" providerId="ADAL" clId="{AE99531F-D73C-4103-9623-9BB2A0EB9D18}" dt="2022-04-12T13:52:54.968" v="13780" actId="20577"/>
        <pc:sldMkLst>
          <pc:docMk/>
          <pc:sldMk cId="3240517478" sldId="273"/>
        </pc:sldMkLst>
        <pc:spChg chg="mod">
          <ac:chgData name="Ožbot, Miha" userId="5fdfeab2-e3ac-40dc-9f9d-ac602c9b72a8" providerId="ADAL" clId="{AE99531F-D73C-4103-9623-9BB2A0EB9D18}" dt="2022-04-12T10:25:55.773" v="6471" actId="20577"/>
          <ac:spMkLst>
            <pc:docMk/>
            <pc:sldMk cId="3240517478" sldId="273"/>
            <ac:spMk id="2" creationId="{57EC456E-D405-4E59-BBB5-E6494BC69DF5}"/>
          </ac:spMkLst>
        </pc:spChg>
        <pc:spChg chg="mod">
          <ac:chgData name="Ožbot, Miha" userId="5fdfeab2-e3ac-40dc-9f9d-ac602c9b72a8" providerId="ADAL" clId="{AE99531F-D73C-4103-9623-9BB2A0EB9D18}" dt="2022-04-12T13:52:54.968" v="13780" actId="20577"/>
          <ac:spMkLst>
            <pc:docMk/>
            <pc:sldMk cId="3240517478" sldId="273"/>
            <ac:spMk id="3" creationId="{0C8395A6-C043-47BC-A1BA-EF142E98D3BB}"/>
          </ac:spMkLst>
        </pc:spChg>
        <pc:picChg chg="add mod">
          <ac:chgData name="Ožbot, Miha" userId="5fdfeab2-e3ac-40dc-9f9d-ac602c9b72a8" providerId="ADAL" clId="{AE99531F-D73C-4103-9623-9BB2A0EB9D18}" dt="2022-04-12T10:27:13.278" v="6486" actId="1076"/>
          <ac:picMkLst>
            <pc:docMk/>
            <pc:sldMk cId="3240517478" sldId="273"/>
            <ac:picMk id="4" creationId="{3F3AFED0-7D85-4DB1-B837-435F27380387}"/>
          </ac:picMkLst>
        </pc:picChg>
        <pc:picChg chg="add mod">
          <ac:chgData name="Ožbot, Miha" userId="5fdfeab2-e3ac-40dc-9f9d-ac602c9b72a8" providerId="ADAL" clId="{AE99531F-D73C-4103-9623-9BB2A0EB9D18}" dt="2022-04-12T10:36:12.357" v="7079" actId="1076"/>
          <ac:picMkLst>
            <pc:docMk/>
            <pc:sldMk cId="3240517478" sldId="273"/>
            <ac:picMk id="5" creationId="{1D4D3090-ED42-4EC5-AC6F-CCF606B54EEB}"/>
          </ac:picMkLst>
        </pc:picChg>
        <pc:picChg chg="add mod">
          <ac:chgData name="Ožbot, Miha" userId="5fdfeab2-e3ac-40dc-9f9d-ac602c9b72a8" providerId="ADAL" clId="{AE99531F-D73C-4103-9623-9BB2A0EB9D18}" dt="2022-04-12T10:36:09.597" v="7078" actId="1076"/>
          <ac:picMkLst>
            <pc:docMk/>
            <pc:sldMk cId="3240517478" sldId="273"/>
            <ac:picMk id="6" creationId="{4F997FC4-9C57-4852-A953-44E701F3313F}"/>
          </ac:picMkLst>
        </pc:picChg>
        <pc:picChg chg="add mod">
          <ac:chgData name="Ožbot, Miha" userId="5fdfeab2-e3ac-40dc-9f9d-ac602c9b72a8" providerId="ADAL" clId="{AE99531F-D73C-4103-9623-9BB2A0EB9D18}" dt="2022-04-12T10:58:37.767" v="8593"/>
          <ac:picMkLst>
            <pc:docMk/>
            <pc:sldMk cId="3240517478" sldId="273"/>
            <ac:picMk id="7" creationId="{49B23FB3-161C-4BD6-AD9B-09220DB3C249}"/>
          </ac:picMkLst>
        </pc:picChg>
      </pc:sldChg>
      <pc:sldChg chg="addSp delSp modSp new mod ord">
        <pc:chgData name="Ožbot, Miha" userId="5fdfeab2-e3ac-40dc-9f9d-ac602c9b72a8" providerId="ADAL" clId="{AE99531F-D73C-4103-9623-9BB2A0EB9D18}" dt="2022-04-12T13:52:37.387" v="13776" actId="21"/>
        <pc:sldMkLst>
          <pc:docMk/>
          <pc:sldMk cId="888014937" sldId="274"/>
        </pc:sldMkLst>
        <pc:spChg chg="mod">
          <ac:chgData name="Ožbot, Miha" userId="5fdfeab2-e3ac-40dc-9f9d-ac602c9b72a8" providerId="ADAL" clId="{AE99531F-D73C-4103-9623-9BB2A0EB9D18}" dt="2022-04-12T10:36:25.749" v="7098" actId="20577"/>
          <ac:spMkLst>
            <pc:docMk/>
            <pc:sldMk cId="888014937" sldId="274"/>
            <ac:spMk id="2" creationId="{FB044FD0-1EE5-42EF-861C-E6A70CA8DEBE}"/>
          </ac:spMkLst>
        </pc:spChg>
        <pc:spChg chg="mod">
          <ac:chgData name="Ožbot, Miha" userId="5fdfeab2-e3ac-40dc-9f9d-ac602c9b72a8" providerId="ADAL" clId="{AE99531F-D73C-4103-9623-9BB2A0EB9D18}" dt="2022-04-12T13:52:37.387" v="13776" actId="21"/>
          <ac:spMkLst>
            <pc:docMk/>
            <pc:sldMk cId="888014937" sldId="274"/>
            <ac:spMk id="3" creationId="{FDC65FC8-07E2-4ADE-BD82-136E54F8BF01}"/>
          </ac:spMkLst>
        </pc:spChg>
        <pc:spChg chg="add del">
          <ac:chgData name="Ožbot, Miha" userId="5fdfeab2-e3ac-40dc-9f9d-ac602c9b72a8" providerId="ADAL" clId="{AE99531F-D73C-4103-9623-9BB2A0EB9D18}" dt="2022-04-12T10:46:18.232" v="7744"/>
          <ac:spMkLst>
            <pc:docMk/>
            <pc:sldMk cId="888014937" sldId="274"/>
            <ac:spMk id="4" creationId="{02AE4DCD-EA0F-4C13-AF1F-DB0B7FEF7F6C}"/>
          </ac:spMkLst>
        </pc:spChg>
        <pc:picChg chg="add mod">
          <ac:chgData name="Ožbot, Miha" userId="5fdfeab2-e3ac-40dc-9f9d-ac602c9b72a8" providerId="ADAL" clId="{AE99531F-D73C-4103-9623-9BB2A0EB9D18}" dt="2022-04-12T10:58:56.792" v="8595"/>
          <ac:picMkLst>
            <pc:docMk/>
            <pc:sldMk cId="888014937" sldId="274"/>
            <ac:picMk id="5" creationId="{065E7503-2AA0-4D7F-93AE-7C63C0457B05}"/>
          </ac:picMkLst>
        </pc:picChg>
      </pc:sldChg>
      <pc:sldChg chg="addSp modSp new mod modNotesTx">
        <pc:chgData name="Ožbot, Miha" userId="5fdfeab2-e3ac-40dc-9f9d-ac602c9b72a8" providerId="ADAL" clId="{AE99531F-D73C-4103-9623-9BB2A0EB9D18}" dt="2022-04-12T13:52:42.939" v="13778"/>
        <pc:sldMkLst>
          <pc:docMk/>
          <pc:sldMk cId="605482339" sldId="275"/>
        </pc:sldMkLst>
        <pc:spChg chg="mod">
          <ac:chgData name="Ožbot, Miha" userId="5fdfeab2-e3ac-40dc-9f9d-ac602c9b72a8" providerId="ADAL" clId="{AE99531F-D73C-4103-9623-9BB2A0EB9D18}" dt="2022-04-12T12:55:19.035" v="11918" actId="20577"/>
          <ac:spMkLst>
            <pc:docMk/>
            <pc:sldMk cId="605482339" sldId="275"/>
            <ac:spMk id="2" creationId="{4CF62523-0C75-4FB1-8825-13E7EE36684A}"/>
          </ac:spMkLst>
        </pc:spChg>
        <pc:spChg chg="mod">
          <ac:chgData name="Ožbot, Miha" userId="5fdfeab2-e3ac-40dc-9f9d-ac602c9b72a8" providerId="ADAL" clId="{AE99531F-D73C-4103-9623-9BB2A0EB9D18}" dt="2022-04-12T13:52:42.939" v="13778"/>
          <ac:spMkLst>
            <pc:docMk/>
            <pc:sldMk cId="605482339" sldId="275"/>
            <ac:spMk id="3" creationId="{2EBF0C0C-9362-444A-A2F4-408EE67818B7}"/>
          </ac:spMkLst>
        </pc:spChg>
        <pc:picChg chg="add mod">
          <ac:chgData name="Ožbot, Miha" userId="5fdfeab2-e3ac-40dc-9f9d-ac602c9b72a8" providerId="ADAL" clId="{AE99531F-D73C-4103-9623-9BB2A0EB9D18}" dt="2022-04-12T10:58:59.065" v="8596"/>
          <ac:picMkLst>
            <pc:docMk/>
            <pc:sldMk cId="605482339" sldId="275"/>
            <ac:picMk id="4" creationId="{A036C96C-10F7-41BB-B7D6-F69A405F64CB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4:04:01.734" v="13987" actId="20577"/>
        <pc:sldMkLst>
          <pc:docMk/>
          <pc:sldMk cId="1974032223" sldId="276"/>
        </pc:sldMkLst>
        <pc:spChg chg="mod">
          <ac:chgData name="Ožbot, Miha" userId="5fdfeab2-e3ac-40dc-9f9d-ac602c9b72a8" providerId="ADAL" clId="{AE99531F-D73C-4103-9623-9BB2A0EB9D18}" dt="2022-04-12T10:47:39.892" v="7905" actId="20577"/>
          <ac:spMkLst>
            <pc:docMk/>
            <pc:sldMk cId="1974032223" sldId="276"/>
            <ac:spMk id="2" creationId="{DDEFDC10-7C15-4C14-A50B-D3AC13E6CE14}"/>
          </ac:spMkLst>
        </pc:spChg>
        <pc:spChg chg="add del mod">
          <ac:chgData name="Ožbot, Miha" userId="5fdfeab2-e3ac-40dc-9f9d-ac602c9b72a8" providerId="ADAL" clId="{AE99531F-D73C-4103-9623-9BB2A0EB9D18}" dt="2022-04-12T14:04:01.734" v="13987" actId="20577"/>
          <ac:spMkLst>
            <pc:docMk/>
            <pc:sldMk cId="1974032223" sldId="276"/>
            <ac:spMk id="3" creationId="{03DBCEB0-1B80-4DF7-B8D5-E463545749EC}"/>
          </ac:spMkLst>
        </pc:spChg>
        <pc:spChg chg="add del mod">
          <ac:chgData name="Ožbot, Miha" userId="5fdfeab2-e3ac-40dc-9f9d-ac602c9b72a8" providerId="ADAL" clId="{AE99531F-D73C-4103-9623-9BB2A0EB9D18}" dt="2022-04-12T10:48:08.295" v="7909"/>
          <ac:spMkLst>
            <pc:docMk/>
            <pc:sldMk cId="1974032223" sldId="276"/>
            <ac:spMk id="4" creationId="{2EA42C01-9498-4104-9072-3BED6526C38A}"/>
          </ac:spMkLst>
        </pc:spChg>
        <pc:spChg chg="add del mod">
          <ac:chgData name="Ožbot, Miha" userId="5fdfeab2-e3ac-40dc-9f9d-ac602c9b72a8" providerId="ADAL" clId="{AE99531F-D73C-4103-9623-9BB2A0EB9D18}" dt="2022-04-12T10:48:13.671" v="7911"/>
          <ac:spMkLst>
            <pc:docMk/>
            <pc:sldMk cId="1974032223" sldId="276"/>
            <ac:spMk id="5" creationId="{C965F877-2311-430B-AD19-1AC22BB66F1C}"/>
          </ac:spMkLst>
        </pc:spChg>
        <pc:spChg chg="add del">
          <ac:chgData name="Ožbot, Miha" userId="5fdfeab2-e3ac-40dc-9f9d-ac602c9b72a8" providerId="ADAL" clId="{AE99531F-D73C-4103-9623-9BB2A0EB9D18}" dt="2022-04-12T10:52:38.052" v="8298" actId="478"/>
          <ac:spMkLst>
            <pc:docMk/>
            <pc:sldMk cId="1974032223" sldId="276"/>
            <ac:spMk id="6" creationId="{03B77AB1-8F5C-4139-AF82-DE5D5716FCFD}"/>
          </ac:spMkLst>
        </pc:spChg>
        <pc:spChg chg="add del">
          <ac:chgData name="Ožbot, Miha" userId="5fdfeab2-e3ac-40dc-9f9d-ac602c9b72a8" providerId="ADAL" clId="{AE99531F-D73C-4103-9623-9BB2A0EB9D18}" dt="2022-04-12T10:52:51.060" v="8303" actId="478"/>
          <ac:spMkLst>
            <pc:docMk/>
            <pc:sldMk cId="1974032223" sldId="276"/>
            <ac:spMk id="7" creationId="{E9FC9278-F880-4CF0-9291-D6E7C3A10313}"/>
          </ac:spMkLst>
        </pc:spChg>
        <pc:picChg chg="add mod">
          <ac:chgData name="Ožbot, Miha" userId="5fdfeab2-e3ac-40dc-9f9d-ac602c9b72a8" providerId="ADAL" clId="{AE99531F-D73C-4103-9623-9BB2A0EB9D18}" dt="2022-04-12T10:58:40.952" v="8594"/>
          <ac:picMkLst>
            <pc:docMk/>
            <pc:sldMk cId="1974032223" sldId="276"/>
            <ac:picMk id="8" creationId="{3087ADEC-0877-4E2C-892B-C7B672B98F29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2:08:44.097" v="10186"/>
        <pc:sldMkLst>
          <pc:docMk/>
          <pc:sldMk cId="1777168465" sldId="277"/>
        </pc:sldMkLst>
        <pc:spChg chg="mod">
          <ac:chgData name="Ožbot, Miha" userId="5fdfeab2-e3ac-40dc-9f9d-ac602c9b72a8" providerId="ADAL" clId="{AE99531F-D73C-4103-9623-9BB2A0EB9D18}" dt="2022-04-12T11:10:08.899" v="9215" actId="20577"/>
          <ac:spMkLst>
            <pc:docMk/>
            <pc:sldMk cId="1777168465" sldId="277"/>
            <ac:spMk id="2" creationId="{29C4D673-7BFA-4229-B881-FE238058D6F7}"/>
          </ac:spMkLst>
        </pc:spChg>
        <pc:spChg chg="add del mod">
          <ac:chgData name="Ožbot, Miha" userId="5fdfeab2-e3ac-40dc-9f9d-ac602c9b72a8" providerId="ADAL" clId="{AE99531F-D73C-4103-9623-9BB2A0EB9D18}" dt="2022-04-12T12:08:16.222" v="10184" actId="20577"/>
          <ac:spMkLst>
            <pc:docMk/>
            <pc:sldMk cId="1777168465" sldId="277"/>
            <ac:spMk id="3" creationId="{354E9BDB-FFAF-4691-A07B-B175C22DE297}"/>
          </ac:spMkLst>
        </pc:spChg>
        <pc:spChg chg="add del">
          <ac:chgData name="Ožbot, Miha" userId="5fdfeab2-e3ac-40dc-9f9d-ac602c9b72a8" providerId="ADAL" clId="{AE99531F-D73C-4103-9623-9BB2A0EB9D18}" dt="2022-04-12T11:11:50.530" v="9267" actId="478"/>
          <ac:spMkLst>
            <pc:docMk/>
            <pc:sldMk cId="1777168465" sldId="277"/>
            <ac:spMk id="4" creationId="{21034DEB-C3FD-48AA-9496-5907DBEA53CB}"/>
          </ac:spMkLst>
        </pc:spChg>
        <pc:spChg chg="add del mod">
          <ac:chgData name="Ožbot, Miha" userId="5fdfeab2-e3ac-40dc-9f9d-ac602c9b72a8" providerId="ADAL" clId="{AE99531F-D73C-4103-9623-9BB2A0EB9D18}" dt="2022-04-12T11:11:48.533" v="9266" actId="478"/>
          <ac:spMkLst>
            <pc:docMk/>
            <pc:sldMk cId="1777168465" sldId="277"/>
            <ac:spMk id="5" creationId="{9BC61C9D-0844-4A6F-9C51-537727FC5667}"/>
          </ac:spMkLst>
        </pc:spChg>
        <pc:picChg chg="add mod">
          <ac:chgData name="Ožbot, Miha" userId="5fdfeab2-e3ac-40dc-9f9d-ac602c9b72a8" providerId="ADAL" clId="{AE99531F-D73C-4103-9623-9BB2A0EB9D18}" dt="2022-04-12T11:23:03.354" v="9591" actId="1076"/>
          <ac:picMkLst>
            <pc:docMk/>
            <pc:sldMk cId="1777168465" sldId="277"/>
            <ac:picMk id="6" creationId="{E9FA8733-898D-4316-BA85-8FDE057BA093}"/>
          </ac:picMkLst>
        </pc:picChg>
        <pc:picChg chg="add del mod">
          <ac:chgData name="Ožbot, Miha" userId="5fdfeab2-e3ac-40dc-9f9d-ac602c9b72a8" providerId="ADAL" clId="{AE99531F-D73C-4103-9623-9BB2A0EB9D18}" dt="2022-04-12T11:22:02.097" v="9585" actId="478"/>
          <ac:picMkLst>
            <pc:docMk/>
            <pc:sldMk cId="1777168465" sldId="277"/>
            <ac:picMk id="7" creationId="{3030CBE3-C0D0-4A02-9277-D11465858C7A}"/>
          </ac:picMkLst>
        </pc:picChg>
        <pc:picChg chg="add mod">
          <ac:chgData name="Ožbot, Miha" userId="5fdfeab2-e3ac-40dc-9f9d-ac602c9b72a8" providerId="ADAL" clId="{AE99531F-D73C-4103-9623-9BB2A0EB9D18}" dt="2022-04-12T11:15:24.401" v="9490" actId="1076"/>
          <ac:picMkLst>
            <pc:docMk/>
            <pc:sldMk cId="1777168465" sldId="277"/>
            <ac:picMk id="8" creationId="{A291E1AF-4115-4282-B2FE-8F606C019ADE}"/>
          </ac:picMkLst>
        </pc:picChg>
        <pc:picChg chg="add mod">
          <ac:chgData name="Ožbot, Miha" userId="5fdfeab2-e3ac-40dc-9f9d-ac602c9b72a8" providerId="ADAL" clId="{AE99531F-D73C-4103-9623-9BB2A0EB9D18}" dt="2022-04-12T11:20:55.738" v="9581" actId="1076"/>
          <ac:picMkLst>
            <pc:docMk/>
            <pc:sldMk cId="1777168465" sldId="277"/>
            <ac:picMk id="9" creationId="{08397847-3EC8-41A8-845B-2FBD81FACC24}"/>
          </ac:picMkLst>
        </pc:picChg>
        <pc:picChg chg="add del mod">
          <ac:chgData name="Ožbot, Miha" userId="5fdfeab2-e3ac-40dc-9f9d-ac602c9b72a8" providerId="ADAL" clId="{AE99531F-D73C-4103-9623-9BB2A0EB9D18}" dt="2022-04-12T11:15:33.106" v="9493" actId="478"/>
          <ac:picMkLst>
            <pc:docMk/>
            <pc:sldMk cId="1777168465" sldId="277"/>
            <ac:picMk id="10" creationId="{56421948-B7A2-4BB1-A930-13ADEEFE3E08}"/>
          </ac:picMkLst>
        </pc:picChg>
        <pc:picChg chg="add mod">
          <ac:chgData name="Ožbot, Miha" userId="5fdfeab2-e3ac-40dc-9f9d-ac602c9b72a8" providerId="ADAL" clId="{AE99531F-D73C-4103-9623-9BB2A0EB9D18}" dt="2022-04-12T11:20:56.866" v="9582" actId="1076"/>
          <ac:picMkLst>
            <pc:docMk/>
            <pc:sldMk cId="1777168465" sldId="277"/>
            <ac:picMk id="11" creationId="{034D35BE-C44A-447B-BBD7-5C6D40613EAE}"/>
          </ac:picMkLst>
        </pc:picChg>
        <pc:picChg chg="add mod">
          <ac:chgData name="Ožbot, Miha" userId="5fdfeab2-e3ac-40dc-9f9d-ac602c9b72a8" providerId="ADAL" clId="{AE99531F-D73C-4103-9623-9BB2A0EB9D18}" dt="2022-04-12T11:20:51.913" v="9579" actId="1076"/>
          <ac:picMkLst>
            <pc:docMk/>
            <pc:sldMk cId="1777168465" sldId="277"/>
            <ac:picMk id="12" creationId="{9E3844B7-9FB4-4EC3-B021-7666C8705B2C}"/>
          </ac:picMkLst>
        </pc:picChg>
        <pc:picChg chg="add mod">
          <ac:chgData name="Ožbot, Miha" userId="5fdfeab2-e3ac-40dc-9f9d-ac602c9b72a8" providerId="ADAL" clId="{AE99531F-D73C-4103-9623-9BB2A0EB9D18}" dt="2022-04-12T11:20:53.961" v="9580" actId="1076"/>
          <ac:picMkLst>
            <pc:docMk/>
            <pc:sldMk cId="1777168465" sldId="277"/>
            <ac:picMk id="13" creationId="{7E163A39-C47C-4ABB-8365-825A3596D2EF}"/>
          </ac:picMkLst>
        </pc:picChg>
        <pc:picChg chg="add del mod">
          <ac:chgData name="Ožbot, Miha" userId="5fdfeab2-e3ac-40dc-9f9d-ac602c9b72a8" providerId="ADAL" clId="{AE99531F-D73C-4103-9623-9BB2A0EB9D18}" dt="2022-04-12T11:22:44.129" v="9588" actId="478"/>
          <ac:picMkLst>
            <pc:docMk/>
            <pc:sldMk cId="1777168465" sldId="277"/>
            <ac:picMk id="14" creationId="{A6D3086A-9EAF-4DCE-AD62-A47A4077196E}"/>
          </ac:picMkLst>
        </pc:picChg>
        <pc:picChg chg="add mod">
          <ac:chgData name="Ožbot, Miha" userId="5fdfeab2-e3ac-40dc-9f9d-ac602c9b72a8" providerId="ADAL" clId="{AE99531F-D73C-4103-9623-9BB2A0EB9D18}" dt="2022-04-12T11:22:04.561" v="9587" actId="1076"/>
          <ac:picMkLst>
            <pc:docMk/>
            <pc:sldMk cId="1777168465" sldId="277"/>
            <ac:picMk id="16" creationId="{C0305A5C-8631-4428-868E-2FC70A2C8434}"/>
          </ac:picMkLst>
        </pc:picChg>
        <pc:picChg chg="add mod">
          <ac:chgData name="Ožbot, Miha" userId="5fdfeab2-e3ac-40dc-9f9d-ac602c9b72a8" providerId="ADAL" clId="{AE99531F-D73C-4103-9623-9BB2A0EB9D18}" dt="2022-04-12T11:22:59.369" v="9590" actId="1076"/>
          <ac:picMkLst>
            <pc:docMk/>
            <pc:sldMk cId="1777168465" sldId="277"/>
            <ac:picMk id="18" creationId="{9DFB01B6-DD71-4F77-AD95-DD3784B05FF2}"/>
          </ac:picMkLst>
        </pc:picChg>
        <pc:picChg chg="add mod">
          <ac:chgData name="Ožbot, Miha" userId="5fdfeab2-e3ac-40dc-9f9d-ac602c9b72a8" providerId="ADAL" clId="{AE99531F-D73C-4103-9623-9BB2A0EB9D18}" dt="2022-04-12T12:08:44.097" v="10186"/>
          <ac:picMkLst>
            <pc:docMk/>
            <pc:sldMk cId="1777168465" sldId="277"/>
            <ac:picMk id="19" creationId="{EF5E848B-295A-44F2-9B66-D5AFFC6585D7}"/>
          </ac:picMkLst>
        </pc:picChg>
      </pc:sldChg>
      <pc:sldChg chg="addSp modSp new mod">
        <pc:chgData name="Ožbot, Miha" userId="5fdfeab2-e3ac-40dc-9f9d-ac602c9b72a8" providerId="ADAL" clId="{AE99531F-D73C-4103-9623-9BB2A0EB9D18}" dt="2022-04-12T13:55:19.319" v="13852" actId="20577"/>
        <pc:sldMkLst>
          <pc:docMk/>
          <pc:sldMk cId="3461412227" sldId="278"/>
        </pc:sldMkLst>
        <pc:spChg chg="mod">
          <ac:chgData name="Ožbot, Miha" userId="5fdfeab2-e3ac-40dc-9f9d-ac602c9b72a8" providerId="ADAL" clId="{AE99531F-D73C-4103-9623-9BB2A0EB9D18}" dt="2022-04-12T12:04:38.339" v="10110" actId="21"/>
          <ac:spMkLst>
            <pc:docMk/>
            <pc:sldMk cId="3461412227" sldId="278"/>
            <ac:spMk id="2" creationId="{40538893-6351-49B8-BAF9-656D373F7196}"/>
          </ac:spMkLst>
        </pc:spChg>
        <pc:spChg chg="mod">
          <ac:chgData name="Ožbot, Miha" userId="5fdfeab2-e3ac-40dc-9f9d-ac602c9b72a8" providerId="ADAL" clId="{AE99531F-D73C-4103-9623-9BB2A0EB9D18}" dt="2022-04-12T13:55:19.319" v="13852" actId="20577"/>
          <ac:spMkLst>
            <pc:docMk/>
            <pc:sldMk cId="3461412227" sldId="278"/>
            <ac:spMk id="3" creationId="{5F43D92A-C5DA-4436-A6F4-4FE1EACAF22B}"/>
          </ac:spMkLst>
        </pc:spChg>
        <pc:picChg chg="add mod">
          <ac:chgData name="Ožbot, Miha" userId="5fdfeab2-e3ac-40dc-9f9d-ac602c9b72a8" providerId="ADAL" clId="{AE99531F-D73C-4103-9623-9BB2A0EB9D18}" dt="2022-04-12T13:28:08.864" v="13151" actId="1076"/>
          <ac:picMkLst>
            <pc:docMk/>
            <pc:sldMk cId="3461412227" sldId="278"/>
            <ac:picMk id="4" creationId="{36793C1F-057D-4B6B-9D4A-9F59918B829B}"/>
          </ac:picMkLst>
        </pc:picChg>
        <pc:picChg chg="add mod">
          <ac:chgData name="Ožbot, Miha" userId="5fdfeab2-e3ac-40dc-9f9d-ac602c9b72a8" providerId="ADAL" clId="{AE99531F-D73C-4103-9623-9BB2A0EB9D18}" dt="2022-04-12T13:28:08.224" v="13150" actId="1076"/>
          <ac:picMkLst>
            <pc:docMk/>
            <pc:sldMk cId="3461412227" sldId="278"/>
            <ac:picMk id="5" creationId="{D2C874A5-9A3A-423F-80E9-B6066E1F20A5}"/>
          </ac:picMkLst>
        </pc:picChg>
        <pc:picChg chg="add mod">
          <ac:chgData name="Ožbot, Miha" userId="5fdfeab2-e3ac-40dc-9f9d-ac602c9b72a8" providerId="ADAL" clId="{AE99531F-D73C-4103-9623-9BB2A0EB9D18}" dt="2022-04-12T12:08:47.891" v="10188"/>
          <ac:picMkLst>
            <pc:docMk/>
            <pc:sldMk cId="3461412227" sldId="278"/>
            <ac:picMk id="6" creationId="{D55EECF9-C2AE-49D0-9E53-EC859609BA5F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2:08:45.746" v="10187"/>
        <pc:sldMkLst>
          <pc:docMk/>
          <pc:sldMk cId="2849575153" sldId="279"/>
        </pc:sldMkLst>
        <pc:spChg chg="mod">
          <ac:chgData name="Ožbot, Miha" userId="5fdfeab2-e3ac-40dc-9f9d-ac602c9b72a8" providerId="ADAL" clId="{AE99531F-D73C-4103-9623-9BB2A0EB9D18}" dt="2022-04-12T11:24:14.625" v="9614" actId="20577"/>
          <ac:spMkLst>
            <pc:docMk/>
            <pc:sldMk cId="2849575153" sldId="279"/>
            <ac:spMk id="2" creationId="{5DD53BE2-3A1A-408D-AF5E-B16509C26E3D}"/>
          </ac:spMkLst>
        </pc:spChg>
        <pc:spChg chg="mod">
          <ac:chgData name="Ožbot, Miha" userId="5fdfeab2-e3ac-40dc-9f9d-ac602c9b72a8" providerId="ADAL" clId="{AE99531F-D73C-4103-9623-9BB2A0EB9D18}" dt="2022-04-12T11:39:47.249" v="9675" actId="20577"/>
          <ac:spMkLst>
            <pc:docMk/>
            <pc:sldMk cId="2849575153" sldId="279"/>
            <ac:spMk id="3" creationId="{9B7BDED3-60BE-4F4C-8872-B171FE820D8D}"/>
          </ac:spMkLst>
        </pc:spChg>
        <pc:picChg chg="add mod">
          <ac:chgData name="Ožbot, Miha" userId="5fdfeab2-e3ac-40dc-9f9d-ac602c9b72a8" providerId="ADAL" clId="{AE99531F-D73C-4103-9623-9BB2A0EB9D18}" dt="2022-04-12T12:08:22.950" v="10185" actId="1076"/>
          <ac:picMkLst>
            <pc:docMk/>
            <pc:sldMk cId="2849575153" sldId="279"/>
            <ac:picMk id="4" creationId="{05AE727E-5F2F-448B-B67B-8E426C9AD95E}"/>
          </ac:picMkLst>
        </pc:picChg>
        <pc:picChg chg="add mod">
          <ac:chgData name="Ožbot, Miha" userId="5fdfeab2-e3ac-40dc-9f9d-ac602c9b72a8" providerId="ADAL" clId="{AE99531F-D73C-4103-9623-9BB2A0EB9D18}" dt="2022-04-12T12:08:22.950" v="10185" actId="1076"/>
          <ac:picMkLst>
            <pc:docMk/>
            <pc:sldMk cId="2849575153" sldId="279"/>
            <ac:picMk id="5" creationId="{4C194844-4B49-488E-95FC-55F500B7250E}"/>
          </ac:picMkLst>
        </pc:picChg>
        <pc:picChg chg="add mod">
          <ac:chgData name="Ožbot, Miha" userId="5fdfeab2-e3ac-40dc-9f9d-ac602c9b72a8" providerId="ADAL" clId="{AE99531F-D73C-4103-9623-9BB2A0EB9D18}" dt="2022-04-12T12:08:22.950" v="10185" actId="1076"/>
          <ac:picMkLst>
            <pc:docMk/>
            <pc:sldMk cId="2849575153" sldId="279"/>
            <ac:picMk id="6" creationId="{D299FABD-8B15-4E2C-B0B2-06D58E33344B}"/>
          </ac:picMkLst>
        </pc:picChg>
        <pc:picChg chg="add mod">
          <ac:chgData name="Ožbot, Miha" userId="5fdfeab2-e3ac-40dc-9f9d-ac602c9b72a8" providerId="ADAL" clId="{AE99531F-D73C-4103-9623-9BB2A0EB9D18}" dt="2022-04-12T11:56:14.055" v="9692" actId="1076"/>
          <ac:picMkLst>
            <pc:docMk/>
            <pc:sldMk cId="2849575153" sldId="279"/>
            <ac:picMk id="7" creationId="{B8D96EC5-A7EA-4DD7-9156-AA907DF54DEE}"/>
          </ac:picMkLst>
        </pc:picChg>
        <pc:picChg chg="add del mod">
          <ac:chgData name="Ožbot, Miha" userId="5fdfeab2-e3ac-40dc-9f9d-ac602c9b72a8" providerId="ADAL" clId="{AE99531F-D73C-4103-9623-9BB2A0EB9D18}" dt="2022-04-12T11:55:06.479" v="9689" actId="478"/>
          <ac:picMkLst>
            <pc:docMk/>
            <pc:sldMk cId="2849575153" sldId="279"/>
            <ac:picMk id="8" creationId="{97FDED00-151B-402A-BD32-AF2152CF3820}"/>
          </ac:picMkLst>
        </pc:picChg>
        <pc:picChg chg="add mod">
          <ac:chgData name="Ožbot, Miha" userId="5fdfeab2-e3ac-40dc-9f9d-ac602c9b72a8" providerId="ADAL" clId="{AE99531F-D73C-4103-9623-9BB2A0EB9D18}" dt="2022-04-12T12:08:45.746" v="10187"/>
          <ac:picMkLst>
            <pc:docMk/>
            <pc:sldMk cId="2849575153" sldId="279"/>
            <ac:picMk id="9" creationId="{61AB9704-DDE9-431A-8EAA-398DAB228CCF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3:27:55.803" v="13149" actId="404"/>
        <pc:sldMkLst>
          <pc:docMk/>
          <pc:sldMk cId="2584916931" sldId="280"/>
        </pc:sldMkLst>
        <pc:spChg chg="mod">
          <ac:chgData name="Ožbot, Miha" userId="5fdfeab2-e3ac-40dc-9f9d-ac602c9b72a8" providerId="ADAL" clId="{AE99531F-D73C-4103-9623-9BB2A0EB9D18}" dt="2022-04-12T12:04:44.863" v="10117" actId="20577"/>
          <ac:spMkLst>
            <pc:docMk/>
            <pc:sldMk cId="2584916931" sldId="280"/>
            <ac:spMk id="2" creationId="{1D5CB862-DD5F-49D0-8566-F38BA2AA6CE5}"/>
          </ac:spMkLst>
        </pc:spChg>
        <pc:spChg chg="mod">
          <ac:chgData name="Ožbot, Miha" userId="5fdfeab2-e3ac-40dc-9f9d-ac602c9b72a8" providerId="ADAL" clId="{AE99531F-D73C-4103-9623-9BB2A0EB9D18}" dt="2022-04-12T13:27:55.803" v="13149" actId="404"/>
          <ac:spMkLst>
            <pc:docMk/>
            <pc:sldMk cId="2584916931" sldId="280"/>
            <ac:spMk id="3" creationId="{12886D7A-D4E7-495E-908F-E15497B16D57}"/>
          </ac:spMkLst>
        </pc:spChg>
        <pc:spChg chg="add del">
          <ac:chgData name="Ožbot, Miha" userId="5fdfeab2-e3ac-40dc-9f9d-ac602c9b72a8" providerId="ADAL" clId="{AE99531F-D73C-4103-9623-9BB2A0EB9D18}" dt="2022-04-12T12:19:06.830" v="11081" actId="478"/>
          <ac:spMkLst>
            <pc:docMk/>
            <pc:sldMk cId="2584916931" sldId="280"/>
            <ac:spMk id="5" creationId="{025E45C4-5116-49DB-AFD5-EC8D98ADFF65}"/>
          </ac:spMkLst>
        </pc:spChg>
        <pc:spChg chg="add del">
          <ac:chgData name="Ožbot, Miha" userId="5fdfeab2-e3ac-40dc-9f9d-ac602c9b72a8" providerId="ADAL" clId="{AE99531F-D73C-4103-9623-9BB2A0EB9D18}" dt="2022-04-12T12:20:05.964" v="11228" actId="478"/>
          <ac:spMkLst>
            <pc:docMk/>
            <pc:sldMk cId="2584916931" sldId="280"/>
            <ac:spMk id="6" creationId="{F762F0AE-73F1-416A-94BF-20FF8C77B321}"/>
          </ac:spMkLst>
        </pc:spChg>
        <pc:picChg chg="add mod">
          <ac:chgData name="Ožbot, Miha" userId="5fdfeab2-e3ac-40dc-9f9d-ac602c9b72a8" providerId="ADAL" clId="{AE99531F-D73C-4103-9623-9BB2A0EB9D18}" dt="2022-04-12T12:08:49.393" v="10189"/>
          <ac:picMkLst>
            <pc:docMk/>
            <pc:sldMk cId="2584916931" sldId="280"/>
            <ac:picMk id="4" creationId="{6372B4F0-06F5-438E-A44C-05CBF48F2354}"/>
          </ac:picMkLst>
        </pc:picChg>
        <pc:picChg chg="add mod">
          <ac:chgData name="Ožbot, Miha" userId="5fdfeab2-e3ac-40dc-9f9d-ac602c9b72a8" providerId="ADAL" clId="{AE99531F-D73C-4103-9623-9BB2A0EB9D18}" dt="2022-04-12T12:21:49.212" v="11350" actId="1076"/>
          <ac:picMkLst>
            <pc:docMk/>
            <pc:sldMk cId="2584916931" sldId="280"/>
            <ac:picMk id="7" creationId="{3EFBE3DE-D154-408C-90ED-EB5CCA9656FB}"/>
          </ac:picMkLst>
        </pc:picChg>
        <pc:picChg chg="add mod">
          <ac:chgData name="Ožbot, Miha" userId="5fdfeab2-e3ac-40dc-9f9d-ac602c9b72a8" providerId="ADAL" clId="{AE99531F-D73C-4103-9623-9BB2A0EB9D18}" dt="2022-04-12T12:21:54.285" v="11352" actId="1076"/>
          <ac:picMkLst>
            <pc:docMk/>
            <pc:sldMk cId="2584916931" sldId="280"/>
            <ac:picMk id="8" creationId="{7DA9D3D4-84B5-4902-B19B-1A093CCC949F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4:34:13.747" v="15665" actId="20577"/>
        <pc:sldMkLst>
          <pc:docMk/>
          <pc:sldMk cId="3904152926" sldId="281"/>
        </pc:sldMkLst>
        <pc:spChg chg="mod">
          <ac:chgData name="Ožbot, Miha" userId="5fdfeab2-e3ac-40dc-9f9d-ac602c9b72a8" providerId="ADAL" clId="{AE99531F-D73C-4103-9623-9BB2A0EB9D18}" dt="2022-04-12T12:22:38.189" v="11397" actId="20577"/>
          <ac:spMkLst>
            <pc:docMk/>
            <pc:sldMk cId="3904152926" sldId="281"/>
            <ac:spMk id="2" creationId="{EBCEABC0-1914-41D7-80CD-2099FA5A140A}"/>
          </ac:spMkLst>
        </pc:spChg>
        <pc:spChg chg="add del mod">
          <ac:chgData name="Ožbot, Miha" userId="5fdfeab2-e3ac-40dc-9f9d-ac602c9b72a8" providerId="ADAL" clId="{AE99531F-D73C-4103-9623-9BB2A0EB9D18}" dt="2022-04-12T14:34:13.747" v="15665" actId="20577"/>
          <ac:spMkLst>
            <pc:docMk/>
            <pc:sldMk cId="3904152926" sldId="281"/>
            <ac:spMk id="3" creationId="{FF9CEB20-11ED-49A7-A1FC-827249F25E3F}"/>
          </ac:spMkLst>
        </pc:spChg>
        <pc:spChg chg="add del">
          <ac:chgData name="Ožbot, Miha" userId="5fdfeab2-e3ac-40dc-9f9d-ac602c9b72a8" providerId="ADAL" clId="{AE99531F-D73C-4103-9623-9BB2A0EB9D18}" dt="2022-04-12T12:25:19.372" v="11695" actId="478"/>
          <ac:spMkLst>
            <pc:docMk/>
            <pc:sldMk cId="3904152926" sldId="281"/>
            <ac:spMk id="4" creationId="{4F2A0CB8-07DB-4867-AD3C-7A83E213974B}"/>
          </ac:spMkLst>
        </pc:spChg>
        <pc:spChg chg="add del">
          <ac:chgData name="Ožbot, Miha" userId="5fdfeab2-e3ac-40dc-9f9d-ac602c9b72a8" providerId="ADAL" clId="{AE99531F-D73C-4103-9623-9BB2A0EB9D18}" dt="2022-04-12T13:08:19.322" v="12301" actId="478"/>
          <ac:spMkLst>
            <pc:docMk/>
            <pc:sldMk cId="3904152926" sldId="281"/>
            <ac:spMk id="6" creationId="{367E6364-44EB-4AD6-B05B-36DD1A0EBF6C}"/>
          </ac:spMkLst>
        </pc:spChg>
        <pc:spChg chg="add del mod">
          <ac:chgData name="Ožbot, Miha" userId="5fdfeab2-e3ac-40dc-9f9d-ac602c9b72a8" providerId="ADAL" clId="{AE99531F-D73C-4103-9623-9BB2A0EB9D18}" dt="2022-04-12T13:08:18.553" v="12300" actId="478"/>
          <ac:spMkLst>
            <pc:docMk/>
            <pc:sldMk cId="3904152926" sldId="281"/>
            <ac:spMk id="7" creationId="{AC1D56FC-F508-4178-A044-A4140ADCD738}"/>
          </ac:spMkLst>
        </pc:spChg>
        <pc:spChg chg="add del mod">
          <ac:chgData name="Ožbot, Miha" userId="5fdfeab2-e3ac-40dc-9f9d-ac602c9b72a8" providerId="ADAL" clId="{AE99531F-D73C-4103-9623-9BB2A0EB9D18}" dt="2022-04-12T13:08:11.277" v="12296" actId="478"/>
          <ac:spMkLst>
            <pc:docMk/>
            <pc:sldMk cId="3904152926" sldId="281"/>
            <ac:spMk id="8" creationId="{B5157D7F-0F0D-42D9-A7AF-5FE61A06B514}"/>
          </ac:spMkLst>
        </pc:spChg>
        <pc:spChg chg="add del mod">
          <ac:chgData name="Ožbot, Miha" userId="5fdfeab2-e3ac-40dc-9f9d-ac602c9b72a8" providerId="ADAL" clId="{AE99531F-D73C-4103-9623-9BB2A0EB9D18}" dt="2022-04-12T13:08:23.929" v="12304" actId="478"/>
          <ac:spMkLst>
            <pc:docMk/>
            <pc:sldMk cId="3904152926" sldId="281"/>
            <ac:spMk id="9" creationId="{650619ED-05E8-43F8-92D9-44B9B7EA31B7}"/>
          </ac:spMkLst>
        </pc:spChg>
        <pc:picChg chg="add mod">
          <ac:chgData name="Ožbot, Miha" userId="5fdfeab2-e3ac-40dc-9f9d-ac602c9b72a8" providerId="ADAL" clId="{AE99531F-D73C-4103-9623-9BB2A0EB9D18}" dt="2022-04-12T14:33:38.866" v="15655" actId="1076"/>
          <ac:picMkLst>
            <pc:docMk/>
            <pc:sldMk cId="3904152926" sldId="281"/>
            <ac:picMk id="5" creationId="{85FA5BB3-5F27-498A-A5B1-638AB5C57B3F}"/>
          </ac:picMkLst>
        </pc:picChg>
        <pc:picChg chg="add mod">
          <ac:chgData name="Ožbot, Miha" userId="5fdfeab2-e3ac-40dc-9f9d-ac602c9b72a8" providerId="ADAL" clId="{AE99531F-D73C-4103-9623-9BB2A0EB9D18}" dt="2022-04-12T13:11:09.647" v="12338"/>
          <ac:picMkLst>
            <pc:docMk/>
            <pc:sldMk cId="3904152926" sldId="281"/>
            <ac:picMk id="10" creationId="{0B61EA95-4EAE-46A4-BC11-7E20A4889CD2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4:18:25.060" v="14991" actId="1076"/>
        <pc:sldMkLst>
          <pc:docMk/>
          <pc:sldMk cId="877783051" sldId="282"/>
        </pc:sldMkLst>
        <pc:spChg chg="mod">
          <ac:chgData name="Ožbot, Miha" userId="5fdfeab2-e3ac-40dc-9f9d-ac602c9b72a8" providerId="ADAL" clId="{AE99531F-D73C-4103-9623-9BB2A0EB9D18}" dt="2022-04-12T13:19:20.873" v="12538" actId="20577"/>
          <ac:spMkLst>
            <pc:docMk/>
            <pc:sldMk cId="877783051" sldId="282"/>
            <ac:spMk id="2" creationId="{08293A48-0358-45D5-99AB-1890A56BBB06}"/>
          </ac:spMkLst>
        </pc:spChg>
        <pc:spChg chg="add del mod">
          <ac:chgData name="Ožbot, Miha" userId="5fdfeab2-e3ac-40dc-9f9d-ac602c9b72a8" providerId="ADAL" clId="{AE99531F-D73C-4103-9623-9BB2A0EB9D18}" dt="2022-04-12T14:18:22.965" v="14990" actId="5793"/>
          <ac:spMkLst>
            <pc:docMk/>
            <pc:sldMk cId="877783051" sldId="282"/>
            <ac:spMk id="3" creationId="{09770A0F-0E9E-4F08-871D-40BE89BE243D}"/>
          </ac:spMkLst>
        </pc:spChg>
        <pc:picChg chg="add del mod">
          <ac:chgData name="Ožbot, Miha" userId="5fdfeab2-e3ac-40dc-9f9d-ac602c9b72a8" providerId="ADAL" clId="{AE99531F-D73C-4103-9623-9BB2A0EB9D18}" dt="2022-04-12T13:11:12.541" v="12340"/>
          <ac:picMkLst>
            <pc:docMk/>
            <pc:sldMk cId="877783051" sldId="282"/>
            <ac:picMk id="4" creationId="{46876A8D-6827-43C1-BB80-E8BDBCDCBC0C}"/>
          </ac:picMkLst>
        </pc:picChg>
        <pc:picChg chg="add mod">
          <ac:chgData name="Ožbot, Miha" userId="5fdfeab2-e3ac-40dc-9f9d-ac602c9b72a8" providerId="ADAL" clId="{AE99531F-D73C-4103-9623-9BB2A0EB9D18}" dt="2022-04-12T13:11:13.388" v="12341"/>
          <ac:picMkLst>
            <pc:docMk/>
            <pc:sldMk cId="877783051" sldId="282"/>
            <ac:picMk id="5" creationId="{F6BFB80F-971E-4EED-AC4F-C5779921748D}"/>
          </ac:picMkLst>
        </pc:picChg>
        <pc:picChg chg="add mod">
          <ac:chgData name="Ožbot, Miha" userId="5fdfeab2-e3ac-40dc-9f9d-ac602c9b72a8" providerId="ADAL" clId="{AE99531F-D73C-4103-9623-9BB2A0EB9D18}" dt="2022-04-12T14:18:25.060" v="14991" actId="1076"/>
          <ac:picMkLst>
            <pc:docMk/>
            <pc:sldMk cId="877783051" sldId="282"/>
            <ac:picMk id="6" creationId="{22993324-5225-4517-8700-DCDAE7E8F727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4:33:24.692" v="15654" actId="20577"/>
        <pc:sldMkLst>
          <pc:docMk/>
          <pc:sldMk cId="996068835" sldId="283"/>
        </pc:sldMkLst>
        <pc:spChg chg="mod">
          <ac:chgData name="Ožbot, Miha" userId="5fdfeab2-e3ac-40dc-9f9d-ac602c9b72a8" providerId="ADAL" clId="{AE99531F-D73C-4103-9623-9BB2A0EB9D18}" dt="2022-04-12T13:57:08.599" v="13983" actId="20577"/>
          <ac:spMkLst>
            <pc:docMk/>
            <pc:sldMk cId="996068835" sldId="283"/>
            <ac:spMk id="2" creationId="{48A86C58-8A74-461B-B93C-6CB631DC2D59}"/>
          </ac:spMkLst>
        </pc:spChg>
        <pc:spChg chg="add del mod">
          <ac:chgData name="Ožbot, Miha" userId="5fdfeab2-e3ac-40dc-9f9d-ac602c9b72a8" providerId="ADAL" clId="{AE99531F-D73C-4103-9623-9BB2A0EB9D18}" dt="2022-04-12T14:33:24.692" v="15654" actId="20577"/>
          <ac:spMkLst>
            <pc:docMk/>
            <pc:sldMk cId="996068835" sldId="283"/>
            <ac:spMk id="3" creationId="{937870A5-48CA-42D8-91E1-59D70059D2FD}"/>
          </ac:spMkLst>
        </pc:spChg>
        <pc:spChg chg="add del mod">
          <ac:chgData name="Ožbot, Miha" userId="5fdfeab2-e3ac-40dc-9f9d-ac602c9b72a8" providerId="ADAL" clId="{AE99531F-D73C-4103-9623-9BB2A0EB9D18}" dt="2022-04-12T14:20:45.204" v="15143" actId="478"/>
          <ac:spMkLst>
            <pc:docMk/>
            <pc:sldMk cId="996068835" sldId="283"/>
            <ac:spMk id="4" creationId="{68F47EE7-2478-4717-842A-E149A8C59B2A}"/>
          </ac:spMkLst>
        </pc:spChg>
        <pc:spChg chg="add del mod">
          <ac:chgData name="Ožbot, Miha" userId="5fdfeab2-e3ac-40dc-9f9d-ac602c9b72a8" providerId="ADAL" clId="{AE99531F-D73C-4103-9623-9BB2A0EB9D18}" dt="2022-04-12T14:20:41.334" v="15141" actId="478"/>
          <ac:spMkLst>
            <pc:docMk/>
            <pc:sldMk cId="996068835" sldId="283"/>
            <ac:spMk id="5" creationId="{F7847674-97D1-47C5-BE22-0C01F1851DCC}"/>
          </ac:spMkLst>
        </pc:spChg>
        <pc:spChg chg="add del">
          <ac:chgData name="Ožbot, Miha" userId="5fdfeab2-e3ac-40dc-9f9d-ac602c9b72a8" providerId="ADAL" clId="{AE99531F-D73C-4103-9623-9BB2A0EB9D18}" dt="2022-04-12T14:23:39.284" v="15274" actId="478"/>
          <ac:spMkLst>
            <pc:docMk/>
            <pc:sldMk cId="996068835" sldId="283"/>
            <ac:spMk id="6" creationId="{39CFD043-B3D5-4B3C-87E7-1C4CA40CC0A1}"/>
          </ac:spMkLst>
        </pc:spChg>
      </pc:sldChg>
      <pc:sldChg chg="addSp delSp modSp new mod">
        <pc:chgData name="Ožbot, Miha" userId="5fdfeab2-e3ac-40dc-9f9d-ac602c9b72a8" providerId="ADAL" clId="{AE99531F-D73C-4103-9623-9BB2A0EB9D18}" dt="2022-04-12T14:37:22.131" v="15677" actId="1076"/>
        <pc:sldMkLst>
          <pc:docMk/>
          <pc:sldMk cId="862989043" sldId="284"/>
        </pc:sldMkLst>
        <pc:graphicFrameChg chg="add mod">
          <ac:chgData name="Ožbot, Miha" userId="5fdfeab2-e3ac-40dc-9f9d-ac602c9b72a8" providerId="ADAL" clId="{AE99531F-D73C-4103-9623-9BB2A0EB9D18}" dt="2022-04-12T14:37:22.131" v="15677" actId="1076"/>
          <ac:graphicFrameMkLst>
            <pc:docMk/>
            <pc:sldMk cId="862989043" sldId="284"/>
            <ac:graphicFrameMk id="7" creationId="{C90C24EF-A9AF-4456-89A1-749796B2A5DF}"/>
          </ac:graphicFrameMkLst>
        </pc:graphicFrameChg>
        <pc:picChg chg="add mod">
          <ac:chgData name="Ožbot, Miha" userId="5fdfeab2-e3ac-40dc-9f9d-ac602c9b72a8" providerId="ADAL" clId="{AE99531F-D73C-4103-9623-9BB2A0EB9D18}" dt="2022-04-12T14:36:02.555" v="15668" actId="1076"/>
          <ac:picMkLst>
            <pc:docMk/>
            <pc:sldMk cId="862989043" sldId="284"/>
            <ac:picMk id="4" creationId="{C088F720-0C4B-497B-AD63-5833701D8B02}"/>
          </ac:picMkLst>
        </pc:picChg>
        <pc:picChg chg="add del mod">
          <ac:chgData name="Ožbot, Miha" userId="5fdfeab2-e3ac-40dc-9f9d-ac602c9b72a8" providerId="ADAL" clId="{AE99531F-D73C-4103-9623-9BB2A0EB9D18}" dt="2022-04-12T14:36:11.075" v="15672" actId="478"/>
          <ac:picMkLst>
            <pc:docMk/>
            <pc:sldMk cId="862989043" sldId="284"/>
            <ac:picMk id="5" creationId="{7733F6F5-200F-4AA8-A2B6-03AA5E788B14}"/>
          </ac:picMkLst>
        </pc:picChg>
        <pc:picChg chg="add del mod">
          <ac:chgData name="Ožbot, Miha" userId="5fdfeab2-e3ac-40dc-9f9d-ac602c9b72a8" providerId="ADAL" clId="{AE99531F-D73C-4103-9623-9BB2A0EB9D18}" dt="2022-04-12T14:36:51.506" v="15675" actId="478"/>
          <ac:picMkLst>
            <pc:docMk/>
            <pc:sldMk cId="862989043" sldId="284"/>
            <ac:picMk id="6" creationId="{D65F68C2-13EB-4709-BBE5-335D7C438BA3}"/>
          </ac:picMkLst>
        </pc:picChg>
      </pc:sldChg>
    </pc:docChg>
  </pc:docChgLst>
</pc:chgInfo>
</file>

<file path=ppt/comments/modernComment_11E_C901B68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B79C7F-8E82-4164-9AE7-7A097CECB875}" authorId="{C6F2067D-C351-4052-C3C5-B9A94ED1B56D}" created="2022-04-12T16:13:3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72332676" sldId="286"/>
      <ac:picMk id="12" creationId="{0659CA1E-78AE-4B20-B988-09B42C7E702A}"/>
    </ac:deMkLst>
    <p188:txBody>
      <a:bodyPr/>
      <a:lstStyle/>
      <a:p>
        <a:r>
          <a:rPr lang="sl-SI"/>
          <a:t>Denfis [4]</a:t>
        </a:r>
      </a:p>
    </p188:txBody>
  </p188:cm>
</p188:cmLst>
</file>

<file path=ppt/comments/modernComment_110_FAD986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44E817-808F-4523-B883-0874CBD4704C}" authorId="{C6F2067D-C351-4052-C3C5-B9A94ED1B56D}" created="2022-04-12T16:11:00.51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7" creationId="{B716A637-5B18-4C90-97D1-63B8180BAB81}"/>
    </ac:deMkLst>
    <p188:txBody>
      <a:bodyPr/>
      <a:lstStyle/>
      <a:p>
        <a:r>
          <a:rPr lang="sl-SI"/>
          <a:t>46
</a:t>
        </a:r>
      </a:p>
    </p188:txBody>
  </p188:cm>
  <p188:cm id="{06E3FE7A-ABE1-4FF3-A33E-FAEC788A9C11}" authorId="{C6F2067D-C351-4052-C3C5-B9A94ED1B56D}" created="2022-04-12T16:18:09.50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9" creationId="{57EAB7B9-C178-4EC6-9A26-2FCA9232B392}"/>
    </ac:deMkLst>
    <p188:txBody>
      <a:bodyPr/>
      <a:lstStyle/>
      <a:p>
        <a:r>
          <a:rPr lang="sl-SI"/>
          <a:t>[41]</a:t>
        </a:r>
      </a:p>
    </p188:txBody>
  </p188:cm>
  <p188:cm id="{B794C31B-EBBA-4FCA-A5B0-4CB0F73937F1}" authorId="{C6F2067D-C351-4052-C3C5-B9A94ED1B56D}" created="2022-04-12T16:33:41.99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11" creationId="{908DF426-1E34-4908-A0BC-B039426CE6CD}"/>
    </ac:deMkLst>
    <p188:txBody>
      <a:bodyPr/>
      <a:lstStyle/>
      <a:p>
        <a:r>
          <a:rPr lang="sl-SI"/>
          <a:t>11</a:t>
        </a:r>
      </a:p>
    </p188:txBody>
  </p188:cm>
</p188:cmLst>
</file>

<file path=ppt/comments/modernComment_111_C1265F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73C6D95-56EE-451E-A879-8E0F9F496636}" authorId="{C6F2067D-C351-4052-C3C5-B9A94ED1B56D}" created="2022-04-12T16:20:58.99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40517478" sldId="273"/>
      <ac:picMk id="4" creationId="{3F3AFED0-7D85-4DB1-B837-435F27380387}"/>
    </ac:deMkLst>
    <p188:txBody>
      <a:bodyPr/>
      <a:lstStyle/>
      <a:p>
        <a:r>
          <a:rPr lang="sl-SI"/>
          <a:t>39</a:t>
        </a:r>
      </a:p>
    </p188:txBody>
  </p188:cm>
  <p188:cm id="{65752A01-A1D0-461E-9A7E-19C2166987E8}" authorId="{C6F2067D-C351-4052-C3C5-B9A94ED1B56D}" created="2022-04-12T16:21:17.0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40517478" sldId="273"/>
      <ac:picMk id="8" creationId="{F057BFDF-3E42-4BB8-8623-4B77CC94745D}"/>
    </ac:deMkLst>
    <p188:txBody>
      <a:bodyPr/>
      <a:lstStyle/>
      <a:p>
        <a:r>
          <a:rPr lang="sl-SI"/>
          <a:t>43</a:t>
        </a:r>
      </a:p>
    </p188:txBody>
  </p188:cm>
  <p188:cm id="{67BAB4CA-5082-4971-A6E0-DBAAACD38A52}" authorId="{C6F2067D-C351-4052-C3C5-B9A94ED1B56D}" created="2022-04-12T16:21:32.22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40517478" sldId="273"/>
      <ac:picMk id="10" creationId="{BF923FA1-C63D-4DCE-AC80-BFEF56607D14}"/>
    </ac:deMkLst>
    <p188:txBody>
      <a:bodyPr/>
      <a:lstStyle/>
      <a:p>
        <a:r>
          <a:rPr lang="sl-SI"/>
          <a:t>49</a:t>
        </a:r>
      </a:p>
    </p188:txBody>
  </p188:cm>
</p188:cmLst>
</file>

<file path=ppt/comments/modernComment_115_69ED70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C4C2E6-4913-41E6-854C-6CAC8D2131D8}" authorId="{C6F2067D-C351-4052-C3C5-B9A94ED1B56D}" created="2022-04-12T16:24:39.43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5" creationId="{9285C982-D10D-4F3A-8964-EB41CAA88E0D}"/>
    </ac:deMkLst>
    <p188:txBody>
      <a:bodyPr/>
      <a:lstStyle/>
      <a:p>
        <a:r>
          <a:rPr lang="sl-SI"/>
          <a:t>14
</a:t>
        </a:r>
      </a:p>
    </p188:txBody>
  </p188:cm>
  <p188:cm id="{3FBC24A3-B015-45B9-9D3D-F5849B005377}" authorId="{C6F2067D-C351-4052-C3C5-B9A94ED1B56D}" created="2022-04-12T16:25:01.09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8" creationId="{A291E1AF-4115-4282-B2FE-8F606C019ADE}"/>
    </ac:deMkLst>
    <p188:txBody>
      <a:bodyPr/>
      <a:lstStyle/>
      <a:p>
        <a:r>
          <a:rPr lang="sl-SI"/>
          <a:t>17
</a:t>
        </a:r>
      </a:p>
    </p188:txBody>
  </p188:cm>
  <p188:cm id="{593CAC7E-0FFC-4E94-BC8D-66433D54D19E}" authorId="{C6F2067D-C351-4052-C3C5-B9A94ED1B56D}" created="2022-04-12T16:25:30.7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16" creationId="{C0305A5C-8631-4428-868E-2FC70A2C8434}"/>
    </ac:deMkLst>
    <p188:txBody>
      <a:bodyPr/>
      <a:lstStyle/>
      <a:p>
        <a:r>
          <a:rPr lang="sl-SI"/>
          <a:t>6</a:t>
        </a:r>
      </a:p>
    </p188:txBody>
  </p188:cm>
  <p188:cm id="{1A1CB9AD-C111-470A-A8E6-EBC28EF31568}" authorId="{C6F2067D-C351-4052-C3C5-B9A94ED1B56D}" created="2022-04-12T16:33:34.74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9" creationId="{08397847-3EC8-41A8-845B-2FBD81FACC24}"/>
    </ac:deMkLst>
    <p188:txBody>
      <a:bodyPr/>
      <a:lstStyle/>
      <a:p>
        <a:r>
          <a:rPr lang="sl-SI"/>
          <a:t>20
</a:t>
        </a:r>
      </a:p>
    </p188:txBody>
  </p188:cm>
</p188:cmLst>
</file>

<file path=ppt/comments/modernComment_117_A9D910F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929065-FE77-4949-A180-D8BB560F99C7}" authorId="{C6F2067D-C351-4052-C3C5-B9A94ED1B56D}" created="2022-04-12T17:47:15.6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849575153" sldId="279"/>
      <ac:picMk id="14" creationId="{5CCB4BE9-CBDD-45AF-AA81-7DCEE4C1DEE0}"/>
    </ac:deMkLst>
    <p188:txBody>
      <a:bodyPr/>
      <a:lstStyle/>
      <a:p>
        <a:r>
          <a:rPr lang="sl-SI"/>
          <a:t>[50]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glav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3" name="Označba mesta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7146C8-862D-42FE-A0BD-CFE330564DFF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4" name="Označba mesta stranske slik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l-SI"/>
          </a:p>
        </p:txBody>
      </p:sp>
      <p:sp>
        <p:nvSpPr>
          <p:cNvPr id="5" name="Označba mesta opomb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05F0E0-E88B-4C5C-8D43-68FAFD3B86B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112552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200" b="1" dirty="0" err="1">
                <a:effectLst/>
                <a:ea typeface="Calibri" panose="020F0502020204030204" pitchFamily="34" charset="0"/>
              </a:rPr>
              <a:t>Samorazvijajoči</a:t>
            </a:r>
            <a:r>
              <a:rPr lang="sl-SI" sz="1200" b="1" dirty="0">
                <a:effectLst/>
                <a:ea typeface="Calibri" panose="020F0502020204030204" pitchFamily="34" charset="0"/>
              </a:rPr>
              <a:t> se (</a:t>
            </a:r>
            <a:r>
              <a:rPr lang="sl-SI" sz="1200" b="1" dirty="0"/>
              <a:t>inteligentni</a:t>
            </a:r>
            <a:r>
              <a:rPr lang="sl-SI" sz="1200" b="1" dirty="0">
                <a:effectLst/>
                <a:ea typeface="Calibri" panose="020F0502020204030204" pitchFamily="34" charset="0"/>
              </a:rPr>
              <a:t>) sistemi </a:t>
            </a:r>
            <a:r>
              <a:rPr lang="sl-SI" sz="1200" dirty="0">
                <a:effectLst/>
                <a:ea typeface="Calibri" panose="020F0502020204030204" pitchFamily="34" charset="0"/>
              </a:rPr>
              <a:t>(</a:t>
            </a:r>
            <a:r>
              <a:rPr lang="en-US" sz="1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evolving </a:t>
            </a:r>
            <a:r>
              <a:rPr lang="sl-SI" sz="1200" i="1" dirty="0"/>
              <a:t>inteligent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adaptirajo (</a:t>
            </a:r>
            <a:r>
              <a:rPr lang="en-US" sz="1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adapt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tako </a:t>
            </a:r>
            <a:r>
              <a:rPr lang="sl-SI" sz="1200" dirty="0">
                <a:ea typeface="Calibri" panose="020F0502020204030204" pitchFamily="34" charset="0"/>
                <a:cs typeface="Times New Roman" panose="02020603050405020304" pitchFamily="18" charset="0"/>
              </a:rPr>
              <a:t>svoje </a:t>
            </a:r>
            <a:r>
              <a:rPr lang="sl-SI" sz="1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parametre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kot tudi </a:t>
            </a:r>
            <a:r>
              <a:rPr lang="sl-SI" sz="1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strukturo</a:t>
            </a: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200" dirty="0">
                <a:ea typeface="Calibri" panose="020F0502020204030204" pitchFamily="34" charset="0"/>
                <a:cs typeface="Times New Roman" panose="02020603050405020304" pitchFamily="18" charset="0"/>
              </a:rPr>
              <a:t>z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enkratnim prehodom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200" dirty="0">
                <a:ea typeface="Calibri" panose="020F0502020204030204" pitchFamily="34" charset="0"/>
                <a:cs typeface="Times New Roman" panose="02020603050405020304" pitchFamily="18" charset="0"/>
              </a:rPr>
              <a:t>čez podatke </a:t>
            </a:r>
            <a:r>
              <a:rPr lang="sl-SI" sz="1200" i="1" dirty="0"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single-pass</a:t>
            </a:r>
            <a:r>
              <a:rPr lang="sl-SI" sz="1200" dirty="0"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1200" dirty="0"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] in </a:t>
            </a:r>
            <a:r>
              <a:rPr lang="sl-SI" sz="1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 realnem času 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real time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[43].</a:t>
            </a:r>
            <a:r>
              <a:rPr lang="sl-SI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200" dirty="0" err="1">
                <a:ea typeface="Calibri" panose="020F0502020204030204" pitchFamily="34" charset="0"/>
                <a:cs typeface="Times New Roman" panose="02020603050405020304" pitchFamily="18" charset="0"/>
              </a:rPr>
              <a:t>Samorazvijajoče</a:t>
            </a:r>
            <a:r>
              <a:rPr lang="sl-SI" sz="1200" dirty="0">
                <a:ea typeface="Calibri" panose="020F0502020204030204" pitchFamily="34" charset="0"/>
                <a:cs typeface="Times New Roman" panose="02020603050405020304" pitchFamily="18" charset="0"/>
              </a:rPr>
              <a:t> se modele lahko razdelimo v različne kategorije gleda na njihovo strukturo, način učenja, nivo avtonomije adaptacije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</a:t>
            </a:r>
            <a:endParaRPr lang="sl-SI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Okolje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environment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v katerem gradimo</a:t>
            </a:r>
            <a:r>
              <a:rPr lang="sl-SI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samorazvijajoči</a:t>
            </a:r>
            <a:r>
              <a:rPr lang="sl-SI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 je </a:t>
            </a:r>
            <a:r>
              <a:rPr lang="sl-SI" sz="12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nezanano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model je </a:t>
            </a:r>
            <a:r>
              <a:rPr lang="sl-SI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zgrajen </a:t>
            </a:r>
            <a:r>
              <a:rPr lang="sl-SI" sz="1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brez </a:t>
            </a:r>
            <a:r>
              <a:rPr lang="sl-SI" sz="12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apriori</a:t>
            </a:r>
            <a:r>
              <a:rPr lang="sl-SI" sz="1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informacij</a:t>
            </a:r>
            <a:r>
              <a:rPr lang="sl-SI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(položaja rojev, števila pravil itd.).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Monografije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Evolving Connectionist Systems (2007)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Evolving Intelligent System – Methodology and Applications (2010</a:t>
            </a:r>
            <a:r>
              <a:rPr lang="sl-SI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Evolving Fuzzy Systems Methodologies, Advanced Concepts and Applications (2011)</a:t>
            </a:r>
            <a:endParaRPr lang="sl-SI" dirty="0"/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29116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lnSpc>
                <a:spcPct val="107000"/>
              </a:lnSpc>
              <a:spcAft>
                <a:spcPts val="800"/>
              </a:spcAft>
              <a:buNone/>
            </a:pPr>
            <a:endParaRPr lang="sl-SI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sl-SI" sz="12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Množični podatki Velike baze podatkov 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Big Data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potrebujemo metode učenja z enkratnim upoštevanjem podatkov (</a:t>
            </a:r>
            <a:r>
              <a:rPr lang="sl-SI" sz="1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single-pass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4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408595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 err="1"/>
              <a:t>incremental</a:t>
            </a:r>
            <a:r>
              <a:rPr lang="sl-SI" sz="1800" dirty="0"/>
              <a:t> </a:t>
            </a:r>
            <a:r>
              <a:rPr lang="sl-SI" sz="1800" dirty="0" err="1"/>
              <a:t>fuzzy</a:t>
            </a:r>
            <a:r>
              <a:rPr lang="sl-SI" sz="1800" dirty="0"/>
              <a:t> C-</a:t>
            </a:r>
            <a:r>
              <a:rPr lang="sl-SI" sz="1800" dirty="0" err="1"/>
              <a:t>regression</a:t>
            </a:r>
            <a:r>
              <a:rPr lang="sl-SI" sz="1800" dirty="0"/>
              <a:t> </a:t>
            </a:r>
            <a:r>
              <a:rPr lang="sl-SI" sz="1800" dirty="0" err="1"/>
              <a:t>clustering</a:t>
            </a:r>
            <a:r>
              <a:rPr lang="sl-SI" sz="1800" dirty="0"/>
              <a:t> -&gt;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parameters of the consequent part are the prototypes used in clustering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Hyperplane parameters can be shared between in the premise and consequent part of the locally linear models.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  <a:p>
            <a:r>
              <a:rPr lang="sl-SI" sz="1200" dirty="0" err="1"/>
              <a:t>Subtractive</a:t>
            </a:r>
            <a:r>
              <a:rPr lang="sl-SI" sz="1200" dirty="0"/>
              <a:t> </a:t>
            </a:r>
            <a:r>
              <a:rPr lang="sl-SI" sz="1200" dirty="0" err="1"/>
              <a:t>Clustering</a:t>
            </a:r>
            <a:r>
              <a:rPr lang="sl-SI" sz="1200" dirty="0"/>
              <a:t>  a </a:t>
            </a:r>
            <a:r>
              <a:rPr lang="sl-SI" sz="1200" dirty="0" err="1"/>
              <a:t>version</a:t>
            </a:r>
            <a:r>
              <a:rPr lang="sl-SI" sz="1200" dirty="0"/>
              <a:t> </a:t>
            </a:r>
            <a:r>
              <a:rPr lang="sl-SI" sz="1200" dirty="0" err="1"/>
              <a:t>of</a:t>
            </a:r>
            <a:r>
              <a:rPr lang="sl-SI" sz="1200" dirty="0"/>
              <a:t> </a:t>
            </a:r>
            <a:r>
              <a:rPr lang="sl-SI" sz="1200" dirty="0" err="1"/>
              <a:t>mountain</a:t>
            </a:r>
            <a:r>
              <a:rPr lang="sl-SI" sz="1200" dirty="0"/>
              <a:t> </a:t>
            </a:r>
            <a:r>
              <a:rPr lang="sl-SI" sz="1200" dirty="0" err="1"/>
              <a:t>clustering</a:t>
            </a:r>
            <a:endParaRPr lang="sl-SI" sz="1200" dirty="0"/>
          </a:p>
          <a:p>
            <a:endParaRPr lang="sl-SI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Stability refers to the long-term solution convergence and Plasticity to the dynamic concept change handling [12, 49]</a:t>
            </a:r>
            <a:endParaRPr lang="sl-SI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8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951862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sz="1200" dirty="0"/>
              <a:t>Razločljivost (</a:t>
            </a:r>
            <a:r>
              <a:rPr lang="en-US" sz="1200" dirty="0"/>
              <a:t>Distinguishability </a:t>
            </a:r>
            <a:r>
              <a:rPr lang="sl-SI" sz="1200" dirty="0"/>
              <a:t>) – brez prekrivanja (</a:t>
            </a:r>
            <a:r>
              <a:rPr lang="sl-SI" sz="1200" dirty="0" err="1"/>
              <a:t>overlapping</a:t>
            </a:r>
            <a:r>
              <a:rPr lang="sl-SI" sz="1200" dirty="0"/>
              <a:t>), brez odvečnih struktur</a:t>
            </a:r>
            <a:r>
              <a:rPr lang="en-US" sz="1200" dirty="0"/>
              <a:t> [12]</a:t>
            </a:r>
            <a:endParaRPr lang="sl-SI" sz="1200" dirty="0"/>
          </a:p>
          <a:p>
            <a:r>
              <a:rPr lang="sl-SI" sz="1200" dirty="0"/>
              <a:t>Preprostost (</a:t>
            </a:r>
            <a:r>
              <a:rPr lang="en-US" sz="1200" dirty="0"/>
              <a:t>simplicity </a:t>
            </a:r>
            <a:r>
              <a:rPr lang="sl-SI" sz="1200" dirty="0"/>
              <a:t>) – čim manj rojev, kompromis med natančnostjo in </a:t>
            </a:r>
            <a:r>
              <a:rPr lang="sl-SI" sz="1200" dirty="0" err="1"/>
              <a:t>kompleksnotjo</a:t>
            </a:r>
            <a:endParaRPr lang="sl-SI" sz="1200" dirty="0"/>
          </a:p>
          <a:p>
            <a:r>
              <a:rPr lang="sl-SI" sz="1200" dirty="0"/>
              <a:t>Konsistentnost (</a:t>
            </a:r>
            <a:r>
              <a:rPr lang="en-US" sz="1200" dirty="0"/>
              <a:t>consistency</a:t>
            </a:r>
            <a:r>
              <a:rPr lang="sl-SI" sz="1200" dirty="0"/>
              <a:t>) – roji z različnimi posledičnimi deli morajo biti ločeni</a:t>
            </a:r>
          </a:p>
          <a:p>
            <a:r>
              <a:rPr lang="sl-SI" sz="1200" dirty="0"/>
              <a:t>Pokritost (c</a:t>
            </a:r>
            <a:r>
              <a:rPr lang="en-US" sz="1200" dirty="0"/>
              <a:t>overage</a:t>
            </a:r>
            <a:r>
              <a:rPr lang="sl-SI" sz="1200" dirty="0"/>
              <a:t>)</a:t>
            </a:r>
            <a:r>
              <a:rPr lang="en-US" sz="1200" dirty="0"/>
              <a:t> </a:t>
            </a:r>
            <a:r>
              <a:rPr lang="sl-SI" sz="1200" dirty="0"/>
              <a:t>in popolnost modela (</a:t>
            </a:r>
            <a:r>
              <a:rPr lang="en-US" sz="1200" dirty="0"/>
              <a:t>completeness</a:t>
            </a:r>
            <a:r>
              <a:rPr lang="sl-SI" sz="1200" dirty="0"/>
              <a:t>) - celoten prostor naj bi bil pokrit z roji </a:t>
            </a:r>
          </a:p>
          <a:p>
            <a:r>
              <a:rPr lang="sl-SI" sz="1200" dirty="0" err="1"/>
              <a:t>Interpretabilnost</a:t>
            </a:r>
            <a:r>
              <a:rPr lang="sl-SI" sz="1200" dirty="0"/>
              <a:t> posledičnega dela</a:t>
            </a:r>
          </a:p>
          <a:p>
            <a:r>
              <a:rPr lang="sl-SI" sz="1200" dirty="0"/>
              <a:t>Pomembnost </a:t>
            </a:r>
            <a:r>
              <a:rPr lang="sl-SI" sz="1200" dirty="0" err="1"/>
              <a:t>značilk</a:t>
            </a:r>
            <a:endParaRPr lang="sl-SI" sz="1200" dirty="0"/>
          </a:p>
          <a:p>
            <a:r>
              <a:rPr lang="sl-SI" sz="1200" dirty="0"/>
              <a:t>Pomembnost pravil </a:t>
            </a:r>
          </a:p>
          <a:p>
            <a:endParaRPr lang="sl-SI" sz="1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9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5205287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10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06511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Rule merging is not the same as fuzzy set merging [12] as multiple fuzzy sets can be associated with a rule depending on the formulation</a:t>
            </a:r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771137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Although the adding mechanism should not add clusters based on outlier data, this can still happen. </a:t>
            </a:r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15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2283664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auxiliary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 – Replacing an unmeasurable variable (like the noise) in the regressor/information matrix by using an estimation of the variable instead of the real value.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Hierhical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principle – decomposes the system into multiple where multiple regressors are used in every optimization. ( used to identify multivariable systems or noise transfer functions).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Combining both approaches an unknown variable can be optimized in one optimization, used to estimate another regression variable and finally used in another optimization.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instrumental variables – the output of the system is replaced by the model prediction (both are present)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Correntropy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-  a Mercer's kernel (usually Gaussian) of the error values in the optimization criteria function used to lower the effect of outlier samples 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[47]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16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131266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200" dirty="0"/>
              <a:t>Ansambel/skupina (</a:t>
            </a:r>
            <a:r>
              <a:rPr lang="sl-SI" sz="1200" dirty="0" err="1"/>
              <a:t>Ensamble</a:t>
            </a:r>
            <a:r>
              <a:rPr lang="sl-SI" sz="1200" dirty="0"/>
              <a:t> </a:t>
            </a:r>
            <a:r>
              <a:rPr lang="sl-SI" sz="1200" dirty="0" err="1"/>
              <a:t>learning</a:t>
            </a:r>
            <a:r>
              <a:rPr lang="sl-SI" sz="1200" dirty="0"/>
              <a:t>) modelov je sestavljena iz več različnih </a:t>
            </a:r>
            <a:r>
              <a:rPr lang="sl-SI" sz="1200" dirty="0" err="1"/>
              <a:t>samorazvijajočih</a:t>
            </a:r>
            <a:r>
              <a:rPr lang="sl-SI" sz="1200" dirty="0"/>
              <a:t> se modelov, ki jih paralelno učimo na istem problemu z različnimi parametri </a:t>
            </a:r>
            <a:r>
              <a:rPr lang="en-US" sz="1200" dirty="0"/>
              <a:t>[10, 48]</a:t>
            </a:r>
            <a:r>
              <a:rPr lang="sl-SI" sz="1200" dirty="0"/>
              <a:t>. Posamezni </a:t>
            </a:r>
            <a:r>
              <a:rPr lang="sl-SI" sz="1200" dirty="0" err="1"/>
              <a:t>samorazvijajoči</a:t>
            </a:r>
            <a:r>
              <a:rPr lang="sl-SI" sz="1200" dirty="0"/>
              <a:t> se modeli v ansamblu se lahko razlikujejo po strukturi, številu parametrov, različnih omejitvah, </a:t>
            </a:r>
            <a:r>
              <a:rPr lang="sl-SI" sz="1200" dirty="0" err="1"/>
              <a:t>kriterijski</a:t>
            </a:r>
            <a:r>
              <a:rPr lang="sl-SI" sz="1200" dirty="0"/>
              <a:t> funkciji ali celo tipu modela.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Extreme Learning Machines (ELMs) (2009) </a:t>
            </a:r>
            <a:r>
              <a:rPr lang="sl-SI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(naključna inicializacija parametrov in strukture)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200" dirty="0"/>
              <a:t>Ansambli </a:t>
            </a:r>
            <a:r>
              <a:rPr lang="sl-SI" sz="1200" dirty="0" err="1"/>
              <a:t>samorazvijajočih</a:t>
            </a:r>
            <a:r>
              <a:rPr lang="sl-SI" sz="1200" dirty="0"/>
              <a:t> se modelov v obliki omrežja [44]. </a:t>
            </a: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17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86975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032CD49-A233-4197-9AA3-6F2AB65120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6EFFF0B7-57F6-4F12-9710-DE0DCE1DF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l-SI"/>
              <a:t>Kliknite, če želite urediti slog podnaslova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EF1F9E85-9961-4609-9BFB-8E81321A9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FFD832F-05F7-4F5D-8838-FF49008CB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55CF10D5-A40D-40CB-B935-71EB263D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545733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E287F75-838B-4F3A-ABD5-BC12A25C3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B890AA8-DD34-4B84-BC74-2EF1BA1CF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094F650C-4371-4B51-BC6E-7E4A20343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52374A62-E0F6-4E52-BA93-66726F3AA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DF5B07B0-9E52-4767-9ED9-BE1955BCA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933775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42EAFEA-32E3-4E21-A6BA-94F17404C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AE80980C-8223-4387-BC60-5561F9C323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4EB24716-8269-452E-B6CE-4C121479A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99B36C37-3780-48D7-AC60-CABD24E0A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753B6270-15A5-435C-BB13-75D3B2C78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199877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01E56ED-D773-4286-BBC8-F2C69EB95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DA69B248-9A4B-42B3-B12F-E708D215E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48D702F-F820-45FA-A321-19061AAAF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E0E081EC-9D76-4904-AE2D-2ADB389ED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174BB75E-5FC8-4FA1-9861-C9DFB75BD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CC7E6800-D8E2-46BE-85E6-E73C7549C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6727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0A8C428-A5CE-4DB7-A690-CB1AF51D4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A7D4574F-5753-4479-9F72-DC3E5A950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E6ECDF5F-854A-4191-BADA-CFDD05FEC7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>
            <a:extLst>
              <a:ext uri="{FF2B5EF4-FFF2-40B4-BE49-F238E27FC236}">
                <a16:creationId xmlns:a16="http://schemas.microsoft.com/office/drawing/2014/main" id="{BA781ADF-0146-4A92-A08D-81F2CA798A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6" name="Označba mesta vsebine 5">
            <a:extLst>
              <a:ext uri="{FF2B5EF4-FFF2-40B4-BE49-F238E27FC236}">
                <a16:creationId xmlns:a16="http://schemas.microsoft.com/office/drawing/2014/main" id="{DD32BB10-E956-4ABA-AF93-97659B16E8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>
            <a:extLst>
              <a:ext uri="{FF2B5EF4-FFF2-40B4-BE49-F238E27FC236}">
                <a16:creationId xmlns:a16="http://schemas.microsoft.com/office/drawing/2014/main" id="{4F4F1853-F755-49FE-92C7-C05E94666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8" name="Označba mesta noge 7">
            <a:extLst>
              <a:ext uri="{FF2B5EF4-FFF2-40B4-BE49-F238E27FC236}">
                <a16:creationId xmlns:a16="http://schemas.microsoft.com/office/drawing/2014/main" id="{45CA5D85-20D5-4074-A482-37B2F07B8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9" name="Označba mesta številke diapozitiva 8">
            <a:extLst>
              <a:ext uri="{FF2B5EF4-FFF2-40B4-BE49-F238E27FC236}">
                <a16:creationId xmlns:a16="http://schemas.microsoft.com/office/drawing/2014/main" id="{86356C8D-D158-4325-A11A-D6EEC47FF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45368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4942510-358D-421D-B330-A4C3D2E89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datuma 2">
            <a:extLst>
              <a:ext uri="{FF2B5EF4-FFF2-40B4-BE49-F238E27FC236}">
                <a16:creationId xmlns:a16="http://schemas.microsoft.com/office/drawing/2014/main" id="{826CCB1F-4755-4B16-9470-ACBAEAEAA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C3E58E3C-0FDD-4E57-9654-BA584CD9B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537F0580-4F5C-49F4-A7AB-B2F1C77E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7688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>
            <a:extLst>
              <a:ext uri="{FF2B5EF4-FFF2-40B4-BE49-F238E27FC236}">
                <a16:creationId xmlns:a16="http://schemas.microsoft.com/office/drawing/2014/main" id="{EC37822A-CF93-4C0A-AFD8-E1F34B86C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95AB7FED-11B6-4E83-8612-97305C21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B632E7EF-5D28-4FAA-B528-4F18FD677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717705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Vsebina z naslo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6A6EFB5-D777-400A-BE26-2C9492C79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49AAB80C-68F0-40AE-8673-2368356D3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E14CFEEB-A9F2-45A4-9158-ACEE4B85E5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01F79932-998F-4C26-B4D5-F1420CD56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47FB5AB7-4EC9-4C8D-A4CA-83CBC977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05E9AF04-21F2-418B-8205-B54E251DC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3054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240E261-29E2-44DE-8A7F-A26D28221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slike 2">
            <a:extLst>
              <a:ext uri="{FF2B5EF4-FFF2-40B4-BE49-F238E27FC236}">
                <a16:creationId xmlns:a16="http://schemas.microsoft.com/office/drawing/2014/main" id="{97383E1B-2DF1-43CE-85FA-60BA34A95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AC8C094A-31C6-4FFC-B2A4-54C57684D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9A7224F3-3A89-473C-8728-F03FE6231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A4C0DBE8-A3FB-446D-AF4C-43E333D5A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F6A2C9F2-BE80-4516-B2E8-B9B6E19A7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007749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DB849C1-5B3B-4800-B0C9-E43746B0B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A1835D80-44AD-4672-BA84-4FFFEE6A2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3AA05B76-4E57-4AD6-ADD3-07BADEE49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C5F1722D-4F59-4990-84FD-062757C1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897042A2-3CAB-44CA-B016-F969EA85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07370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>
            <a:extLst>
              <a:ext uri="{FF2B5EF4-FFF2-40B4-BE49-F238E27FC236}">
                <a16:creationId xmlns:a16="http://schemas.microsoft.com/office/drawing/2014/main" id="{F80D2B4E-3F88-4F5B-86B4-E1D40B14D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D82353E9-1BA0-4314-98BE-D9C63D13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F2A5E5B7-3633-4892-8DCA-D01BDF0ED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A282688-7701-40C0-9807-627A2503E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B1F78D97-010D-420D-B3A9-B035333F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9447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>
            <a:extLst>
              <a:ext uri="{FF2B5EF4-FFF2-40B4-BE49-F238E27FC236}">
                <a16:creationId xmlns:a16="http://schemas.microsoft.com/office/drawing/2014/main" id="{D8F8CC49-1378-4F3F-B59D-1A69A654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A66EA9CE-2B8E-4475-A578-66DC54FE9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01FCBD9E-58FE-4905-AA34-81D3197EB7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A2E369-372F-459A-AFC1-A07B1B21B7B4}" type="datetimeFigureOut">
              <a:rPr lang="sl-SI" smtClean="0"/>
              <a:t>12. 04. 2022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CEF538BB-7C00-44E6-9380-47D84ACD94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537BE936-F085-4911-AC60-7BE0632432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14141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1E_C901B6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10_FAD9860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18/10/relationships/comments" Target="../comments/modernComment_111_C1265F66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2.png"/><Relationship Id="rId2" Type="http://schemas.microsoft.com/office/2018/10/relationships/comments" Target="../comments/modernComment_115_69ED70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6.png"/><Relationship Id="rId10" Type="http://schemas.openxmlformats.org/officeDocument/2006/relationships/image" Target="../media/image2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.png"/><Relationship Id="rId2" Type="http://schemas.microsoft.com/office/2018/10/relationships/comments" Target="../comments/modernComment_117_A9D910F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odnaslov 2">
            <a:extLst>
              <a:ext uri="{FF2B5EF4-FFF2-40B4-BE49-F238E27FC236}">
                <a16:creationId xmlns:a16="http://schemas.microsoft.com/office/drawing/2014/main" id="{454E3BB4-99D4-4D73-914D-9E311F546EFE}"/>
              </a:ext>
            </a:extLst>
          </p:cNvPr>
          <p:cNvSpPr txBox="1">
            <a:spLocks/>
          </p:cNvSpPr>
          <p:nvPr/>
        </p:nvSpPr>
        <p:spPr>
          <a:xfrm>
            <a:off x="2895536" y="4547323"/>
            <a:ext cx="6400925" cy="918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l-SI" sz="2000" dirty="0"/>
          </a:p>
        </p:txBody>
      </p:sp>
      <p:sp>
        <p:nvSpPr>
          <p:cNvPr id="6" name="PoljeZBesedilom 5">
            <a:extLst>
              <a:ext uri="{FF2B5EF4-FFF2-40B4-BE49-F238E27FC236}">
                <a16:creationId xmlns:a16="http://schemas.microsoft.com/office/drawing/2014/main" id="{E82744B7-692C-4BF4-9CDE-E39040EB63DB}"/>
              </a:ext>
            </a:extLst>
          </p:cNvPr>
          <p:cNvSpPr txBox="1"/>
          <p:nvPr/>
        </p:nvSpPr>
        <p:spPr>
          <a:xfrm>
            <a:off x="741616" y="5304935"/>
            <a:ext cx="2153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000" b="0" i="0" u="none" strike="noStrike" baseline="0" dirty="0">
                <a:latin typeface="CMR17"/>
              </a:rPr>
              <a:t>Miha O</a:t>
            </a:r>
            <a:r>
              <a:rPr lang="en-US" sz="2000" dirty="0">
                <a:latin typeface="CMR17"/>
              </a:rPr>
              <a:t>ž</a:t>
            </a:r>
            <a:r>
              <a:rPr lang="sl-SI" sz="2000" b="0" i="0" u="none" strike="noStrike" baseline="0" dirty="0" err="1">
                <a:latin typeface="CMR17"/>
              </a:rPr>
              <a:t>bot</a:t>
            </a:r>
            <a:endParaRPr lang="sl-SI" sz="2000" dirty="0"/>
          </a:p>
        </p:txBody>
      </p:sp>
      <p:sp>
        <p:nvSpPr>
          <p:cNvPr id="7" name="PoljeZBesedilom 6">
            <a:extLst>
              <a:ext uri="{FF2B5EF4-FFF2-40B4-BE49-F238E27FC236}">
                <a16:creationId xmlns:a16="http://schemas.microsoft.com/office/drawing/2014/main" id="{C6D9A6BD-2F85-4AC9-8AA3-AFA6C58DCEBF}"/>
              </a:ext>
            </a:extLst>
          </p:cNvPr>
          <p:cNvSpPr txBox="1"/>
          <p:nvPr/>
        </p:nvSpPr>
        <p:spPr>
          <a:xfrm>
            <a:off x="741616" y="5823762"/>
            <a:ext cx="56480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000" b="0" i="0" u="none" strike="noStrike" baseline="0" dirty="0">
                <a:latin typeface="CMR12"/>
              </a:rPr>
              <a:t>Mentor: prof. dr. Igor </a:t>
            </a:r>
            <a:r>
              <a:rPr lang="en-US" sz="2000" dirty="0">
                <a:latin typeface="CMR12"/>
              </a:rPr>
              <a:t>Š</a:t>
            </a:r>
            <a:r>
              <a:rPr lang="sl-SI" sz="2000" b="0" i="0" u="none" strike="noStrike" baseline="0" dirty="0" err="1">
                <a:latin typeface="CMR12"/>
              </a:rPr>
              <a:t>krjanc</a:t>
            </a:r>
            <a:r>
              <a:rPr lang="sl-SI" sz="2000" b="0" i="0" u="none" strike="noStrike" baseline="0" dirty="0">
                <a:latin typeface="CMR12"/>
              </a:rPr>
              <a:t>, univ. dipl. In</a:t>
            </a:r>
            <a:r>
              <a:rPr lang="en-US" sz="2000" dirty="0">
                <a:latin typeface="CMR12"/>
              </a:rPr>
              <a:t>ž.</a:t>
            </a:r>
            <a:r>
              <a:rPr lang="sl-SI" sz="2000" b="0" i="0" u="none" strike="noStrike" baseline="0" dirty="0">
                <a:latin typeface="CMR12"/>
              </a:rPr>
              <a:t> el.</a:t>
            </a:r>
            <a:endParaRPr lang="sl-SI" sz="2000" dirty="0"/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A74E07DE-D6ED-4615-9AC8-958D66DC10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9611" y="445641"/>
            <a:ext cx="2180053" cy="1877765"/>
          </a:xfrm>
          <a:prstGeom prst="rect">
            <a:avLst/>
          </a:prstGeom>
        </p:spPr>
      </p:pic>
      <p:sp>
        <p:nvSpPr>
          <p:cNvPr id="9" name="PoljeZBesedilom 8">
            <a:extLst>
              <a:ext uri="{FF2B5EF4-FFF2-40B4-BE49-F238E27FC236}">
                <a16:creationId xmlns:a16="http://schemas.microsoft.com/office/drawing/2014/main" id="{6DA218C9-C330-4154-AE98-7F01B3DE7357}"/>
              </a:ext>
            </a:extLst>
          </p:cNvPr>
          <p:cNvSpPr txBox="1"/>
          <p:nvPr/>
        </p:nvSpPr>
        <p:spPr>
          <a:xfrm>
            <a:off x="9113179" y="5823762"/>
            <a:ext cx="2986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MR12"/>
              </a:rPr>
              <a:t>Ljubljana, </a:t>
            </a:r>
            <a:r>
              <a:rPr lang="sl-SI" sz="2000" dirty="0">
                <a:latin typeface="CMR12"/>
              </a:rPr>
              <a:t>14. april </a:t>
            </a:r>
            <a:r>
              <a:rPr lang="en-US" sz="2000" dirty="0">
                <a:latin typeface="CMR12"/>
              </a:rPr>
              <a:t>202</a:t>
            </a:r>
            <a:r>
              <a:rPr lang="sl-SI" sz="2000" dirty="0">
                <a:latin typeface="CMR12"/>
              </a:rPr>
              <a:t>2</a:t>
            </a:r>
            <a:endParaRPr lang="sl-SI" sz="2000" dirty="0"/>
          </a:p>
        </p:txBody>
      </p:sp>
      <p:sp>
        <p:nvSpPr>
          <p:cNvPr id="13" name="PoljeZBesedilom 12">
            <a:extLst>
              <a:ext uri="{FF2B5EF4-FFF2-40B4-BE49-F238E27FC236}">
                <a16:creationId xmlns:a16="http://schemas.microsoft.com/office/drawing/2014/main" id="{D1708218-1CC5-4DF6-926B-EA887227088E}"/>
              </a:ext>
            </a:extLst>
          </p:cNvPr>
          <p:cNvSpPr txBox="1"/>
          <p:nvPr/>
        </p:nvSpPr>
        <p:spPr>
          <a:xfrm>
            <a:off x="1053771" y="2555841"/>
            <a:ext cx="10671735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l-SI" sz="4800" dirty="0" err="1">
                <a:effectLst/>
                <a:latin typeface="+mj-lt"/>
                <a:ea typeface="Calibri" panose="020F0502020204030204" pitchFamily="34" charset="0"/>
              </a:rPr>
              <a:t>Samorazvijajoči</a:t>
            </a:r>
            <a:r>
              <a:rPr lang="sl-SI" sz="4800" dirty="0">
                <a:effectLst/>
                <a:latin typeface="+mj-lt"/>
                <a:ea typeface="Calibri" panose="020F0502020204030204" pitchFamily="34" charset="0"/>
              </a:rPr>
              <a:t> se sistemi na podlagi toka podatkov v modeliranju in vodenju</a:t>
            </a:r>
          </a:p>
          <a:p>
            <a:pPr algn="ctr"/>
            <a:br>
              <a:rPr lang="sl-SI" dirty="0"/>
            </a:br>
            <a:r>
              <a:rPr lang="sl-SI" sz="2000" dirty="0"/>
              <a:t>Seminarska naloga 1</a:t>
            </a:r>
            <a:endParaRPr lang="sl-SI" dirty="0"/>
          </a:p>
        </p:txBody>
      </p:sp>
      <p:pic>
        <p:nvPicPr>
          <p:cNvPr id="15" name="Slika 14">
            <a:extLst>
              <a:ext uri="{FF2B5EF4-FFF2-40B4-BE49-F238E27FC236}">
                <a16:creationId xmlns:a16="http://schemas.microsoft.com/office/drawing/2014/main" id="{AC4A757F-79FE-4EAF-B0B9-7FF9912231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1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8" name="Rectangle 12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8136DCA3-1C99-4E16-B8D6-3B1003181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000">
                <a:effectLst/>
                <a:latin typeface="+mj-lt"/>
                <a:ea typeface="Calibri" panose="020F0502020204030204" pitchFamily="34" charset="0"/>
              </a:rPr>
              <a:t>Samorazvijajoči se (inteligentni) sistemi</a:t>
            </a:r>
            <a:endParaRPr lang="sl-SI" sz="5000"/>
          </a:p>
        </p:txBody>
      </p:sp>
      <p:sp>
        <p:nvSpPr>
          <p:cNvPr id="12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značba mesta vsebine 2">
            <a:extLst>
              <a:ext uri="{FF2B5EF4-FFF2-40B4-BE49-F238E27FC236}">
                <a16:creationId xmlns:a16="http://schemas.microsoft.com/office/drawing/2014/main" id="{E0BEF5DF-8F40-4BAD-97E9-BA7D1BA9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sl-SI" sz="2200" b="1" dirty="0" err="1">
                <a:effectLst/>
                <a:ea typeface="Calibri" panose="020F0502020204030204" pitchFamily="34" charset="0"/>
              </a:rPr>
              <a:t>Samorazvijajoči</a:t>
            </a:r>
            <a:r>
              <a:rPr lang="sl-SI" sz="2200" b="1" dirty="0">
                <a:effectLst/>
                <a:ea typeface="Calibri" panose="020F0502020204030204" pitchFamily="34" charset="0"/>
              </a:rPr>
              <a:t> se (</a:t>
            </a:r>
            <a:r>
              <a:rPr lang="sl-SI" sz="2200" b="1" dirty="0"/>
              <a:t>inteligentni</a:t>
            </a:r>
            <a:r>
              <a:rPr lang="sl-SI" sz="2200" b="1" dirty="0">
                <a:effectLst/>
                <a:ea typeface="Calibri" panose="020F0502020204030204" pitchFamily="34" charset="0"/>
              </a:rPr>
              <a:t>) sistemi </a:t>
            </a:r>
            <a:r>
              <a:rPr lang="sl-SI" sz="2200" dirty="0">
                <a:effectLst/>
                <a:ea typeface="Calibri" panose="020F0502020204030204" pitchFamily="34" charset="0"/>
              </a:rPr>
              <a:t>(</a:t>
            </a:r>
            <a:r>
              <a:rPr lang="en-US" sz="2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evolving </a:t>
            </a:r>
            <a:r>
              <a:rPr lang="sl-SI" sz="2200" i="1" dirty="0"/>
              <a:t>inteligent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adaptirajo (</a:t>
            </a:r>
            <a:r>
              <a:rPr lang="en-US" sz="2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adapt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tako </a:t>
            </a:r>
            <a:r>
              <a:rPr lang="sl-SI" sz="2200" dirty="0">
                <a:ea typeface="Calibri" panose="020F0502020204030204" pitchFamily="34" charset="0"/>
                <a:cs typeface="Times New Roman" panose="02020603050405020304" pitchFamily="18" charset="0"/>
              </a:rPr>
              <a:t>svoje </a:t>
            </a:r>
            <a:r>
              <a:rPr lang="sl-SI" sz="2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parametre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kot tudi </a:t>
            </a:r>
            <a:r>
              <a:rPr lang="sl-SI" sz="2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strukturo</a:t>
            </a:r>
            <a:r>
              <a:rPr lang="en-US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dirty="0">
                <a:ea typeface="Calibri" panose="020F0502020204030204" pitchFamily="34" charset="0"/>
                <a:cs typeface="Times New Roman" panose="02020603050405020304" pitchFamily="18" charset="0"/>
              </a:rPr>
              <a:t>z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enkratnim prehodom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dirty="0">
                <a:ea typeface="Calibri" panose="020F0502020204030204" pitchFamily="34" charset="0"/>
                <a:cs typeface="Times New Roman" panose="02020603050405020304" pitchFamily="18" charset="0"/>
              </a:rPr>
              <a:t>čez podatke </a:t>
            </a:r>
            <a:r>
              <a:rPr lang="sl-SI" sz="2200" i="1" dirty="0"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single-pass</a:t>
            </a:r>
            <a:r>
              <a:rPr lang="sl-SI" sz="2200" dirty="0"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2200" dirty="0"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en-US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] in </a:t>
            </a:r>
            <a:r>
              <a:rPr lang="sl-SI" sz="22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 realnem času 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22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real time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[43].</a:t>
            </a:r>
            <a:r>
              <a:rPr lang="sl-SI" sz="2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Okolje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environment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v katerem gradimo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samorazvijajoči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 je </a:t>
            </a:r>
            <a:r>
              <a:rPr lang="sl-SI" sz="22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nezanano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model je 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zgrajen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brez </a:t>
            </a:r>
            <a:r>
              <a:rPr lang="sl-SI" sz="22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apriori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informacij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(središča rojev, števila pravil itd.).</a:t>
            </a:r>
            <a:endParaRPr lang="sl-SI" sz="2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Strukturo lahko sestavljajo: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mehka pravila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2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rules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)[3,5],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informacijske granule 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information</a:t>
            </a:r>
            <a:r>
              <a:rPr lang="sl-SI" sz="2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granules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[16,7,11], </a:t>
            </a:r>
            <a:r>
              <a:rPr lang="sl-SI" sz="22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neuroni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neurons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)[10],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drevesa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decision</a:t>
            </a:r>
            <a:r>
              <a:rPr lang="sl-SI" sz="2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tree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)[16,42],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intervalni modeli 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22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interval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idr. </a:t>
            </a:r>
          </a:p>
          <a:p>
            <a:pPr>
              <a:spcAft>
                <a:spcPts val="800"/>
              </a:spcAft>
            </a:pP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 strukture so uporabljene zaradi večje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transparentnosti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lingvistične </a:t>
            </a:r>
            <a:r>
              <a:rPr lang="sl-SI" sz="22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interpretabilnosti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od drugih modelov črne škatle (</a:t>
            </a:r>
            <a:r>
              <a:rPr lang="sl-SI" sz="22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black-box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[10]. </a:t>
            </a:r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38EB6AD1-FCB2-43A6-AD58-F89A152F9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398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" name="Rectangle 10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8028B34C-71DF-4C39-AB40-22F05570F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000">
                <a:effectLst/>
                <a:latin typeface="+mj-lt"/>
                <a:ea typeface="Calibri" panose="020F0502020204030204" pitchFamily="34" charset="0"/>
              </a:rPr>
              <a:t>Samorazvijajoči se (inteligentni) sistemi</a:t>
            </a:r>
            <a:endParaRPr lang="sl-SI" sz="5000"/>
          </a:p>
        </p:txBody>
      </p:sp>
      <p:sp>
        <p:nvSpPr>
          <p:cNvPr id="168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značba mesta vsebine 2">
            <a:extLst>
              <a:ext uri="{FF2B5EF4-FFF2-40B4-BE49-F238E27FC236}">
                <a16:creationId xmlns:a16="http://schemas.microsoft.com/office/drawing/2014/main" id="{B8D13A2C-0815-46E8-A56B-723192390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sl-SI" sz="2200" b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odeliranje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identifikacija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sklepanje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2200" i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inference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vodenje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napovedovanje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prediction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rojenje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(clustering),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klasifikacija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odkrivanje napak 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200" i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fault detection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detekcija anomalij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razpoznavanje slik 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200" i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recognition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)[8],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podpora odločanju 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decision support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22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programski senzor 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soft sensor</a:t>
            </a:r>
            <a:r>
              <a:rPr lang="sl-SI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sl-SI" sz="22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[12], </a:t>
            </a:r>
            <a:r>
              <a:rPr lang="sl-SI" sz="2200" b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samostojno</a:t>
            </a:r>
            <a:r>
              <a:rPr lang="sl-SI" sz="22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b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kalibriranje senzorjev</a:t>
            </a:r>
            <a:r>
              <a:rPr lang="sl-SI" sz="22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self-calibrating sensors</a:t>
            </a:r>
            <a:r>
              <a:rPr lang="sl-SI" sz="22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sl-SI" sz="2200" b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Monografije</a:t>
            </a:r>
            <a:r>
              <a:rPr lang="sl-SI" sz="22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</a:t>
            </a:r>
          </a:p>
          <a:p>
            <a:pPr lvl="1">
              <a:spcAft>
                <a:spcPts val="800"/>
              </a:spcAft>
            </a:pPr>
            <a:r>
              <a:rPr lang="en-US" sz="2200">
                <a:ea typeface="Calibri" panose="020F0502020204030204" pitchFamily="34" charset="0"/>
                <a:cs typeface="Times New Roman" panose="02020603050405020304" pitchFamily="18" charset="0"/>
              </a:rPr>
              <a:t>Evolving Connectionist Systems (2007)</a:t>
            </a:r>
            <a:r>
              <a:rPr lang="sl-SI" sz="2200"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</a:p>
          <a:p>
            <a:pPr lvl="1">
              <a:spcAft>
                <a:spcPts val="800"/>
              </a:spcAft>
            </a:pPr>
            <a:r>
              <a:rPr lang="en-US" sz="2200">
                <a:ea typeface="Calibri" panose="020F0502020204030204" pitchFamily="34" charset="0"/>
                <a:cs typeface="Times New Roman" panose="02020603050405020304" pitchFamily="18" charset="0"/>
              </a:rPr>
              <a:t>Evolving Intelligent System – Methodology and Applications (2010</a:t>
            </a:r>
            <a:r>
              <a:rPr lang="sl-SI" sz="2200"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</a:p>
          <a:p>
            <a:pPr lvl="1">
              <a:spcAft>
                <a:spcPts val="800"/>
              </a:spcAft>
            </a:pPr>
            <a:r>
              <a:rPr lang="en-US" sz="2200">
                <a:ea typeface="Calibri" panose="020F0502020204030204" pitchFamily="34" charset="0"/>
                <a:cs typeface="Times New Roman" panose="02020603050405020304" pitchFamily="18" charset="0"/>
              </a:rPr>
              <a:t>Evolving Fuzzy Systems Methodologies, Advanced Concepts and Applications </a:t>
            </a:r>
            <a:r>
              <a:rPr lang="sl-SI" sz="2200"/>
              <a:t>(</a:t>
            </a:r>
            <a:r>
              <a:rPr lang="en-US" sz="220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2011)</a:t>
            </a:r>
            <a:endParaRPr lang="sl-SI" sz="2200"/>
          </a:p>
        </p:txBody>
      </p:sp>
    </p:spTree>
    <p:extLst>
      <p:ext uri="{BB962C8B-B14F-4D97-AF65-F5344CB8AC3E}">
        <p14:creationId xmlns:p14="http://schemas.microsoft.com/office/powerpoint/2010/main" val="123916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9" name="Rectangle 248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217D8F9-7FCF-404B-BCF5-61A08D8AA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5400">
                <a:ea typeface="Calibri" panose="020F0502020204030204" pitchFamily="34" charset="0"/>
              </a:rPr>
              <a:t>T</a:t>
            </a:r>
            <a:r>
              <a:rPr lang="sl-SI" sz="5400">
                <a:effectLst/>
                <a:latin typeface="+mj-lt"/>
                <a:ea typeface="Calibri" panose="020F0502020204030204" pitchFamily="34" charset="0"/>
              </a:rPr>
              <a:t>ok podatkov</a:t>
            </a:r>
            <a:endParaRPr lang="sl-SI" sz="5400"/>
          </a:p>
        </p:txBody>
      </p:sp>
      <p:sp>
        <p:nvSpPr>
          <p:cNvPr id="251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značba mesta vsebine 2">
            <a:extLst>
              <a:ext uri="{FF2B5EF4-FFF2-40B4-BE49-F238E27FC236}">
                <a16:creationId xmlns:a16="http://schemas.microsoft.com/office/drawing/2014/main" id="{E5C10B8F-0F49-47BB-9E2B-012BBFAC8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Tok podatkov </a:t>
            </a:r>
            <a:r>
              <a:rPr lang="sl-SI" sz="1900" dirty="0">
                <a:effectLst/>
                <a:ea typeface="Calibri" panose="020F0502020204030204" pitchFamily="34" charset="0"/>
              </a:rPr>
              <a:t>(</a:t>
            </a:r>
            <a:r>
              <a:rPr lang="sl-SI" sz="1900" i="1" dirty="0">
                <a:effectLst/>
                <a:ea typeface="Calibri" panose="020F0502020204030204" pitchFamily="34" charset="0"/>
              </a:rPr>
              <a:t>data </a:t>
            </a:r>
            <a:r>
              <a:rPr lang="sl-SI" sz="1900" i="1" dirty="0" err="1">
                <a:effectLst/>
                <a:ea typeface="Calibri" panose="020F0502020204030204" pitchFamily="34" charset="0"/>
              </a:rPr>
              <a:t>stream</a:t>
            </a:r>
            <a:r>
              <a:rPr lang="sl-SI" sz="1900" dirty="0">
                <a:effectLst/>
                <a:ea typeface="Calibri" panose="020F0502020204030204" pitchFamily="34" charset="0"/>
              </a:rPr>
              <a:t>):</a:t>
            </a:r>
            <a:endParaRPr lang="sl-SI" sz="19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romanUcPeriod"/>
            </a:pP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Podatki prihajajo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sprotno 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9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online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posamično 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9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one-</a:t>
            </a:r>
            <a:r>
              <a:rPr lang="sl-SI" sz="19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by</a:t>
            </a:r>
            <a:r>
              <a:rPr lang="sl-SI" sz="19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</a:t>
            </a:r>
            <a:r>
              <a:rPr lang="sl-SI" sz="19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one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</a:p>
          <a:p>
            <a:pPr marL="342900" lvl="0" indent="-342900">
              <a:buFont typeface="+mj-lt"/>
              <a:buAutoNum type="romanUcPeriod"/>
            </a:pP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Podatki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 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generirajo dokler je proces aktiven 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njihova 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količina ni omejena</a:t>
            </a:r>
            <a:endParaRPr lang="sl-SI" sz="19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romanUcPeriod"/>
            </a:pP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Lastnosti podatkov so 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časovno spremenljive 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 podvržene konceptualnim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lezenjem 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9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drift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skočnim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pomikom 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9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shift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+mj-lt"/>
              <a:buAutoNum type="romanUcPeriod"/>
            </a:pP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Podatki so 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nemudoma zavrženi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po procesiranju</a:t>
            </a:r>
          </a:p>
          <a:p>
            <a:pPr marL="342900" lvl="0" indent="-342900">
              <a:spcAft>
                <a:spcPts val="800"/>
              </a:spcAft>
              <a:buFont typeface="+mj-lt"/>
              <a:buAutoNum type="romanUcPeriod"/>
            </a:pP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Čas procesiranja podatkov</a:t>
            </a:r>
            <a:r>
              <a:rPr lang="en-US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učinkovito 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narašča 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 velikostjo vzorcev in številom parametrov modela. 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visokofrekvenčno trgovanje </a:t>
            </a:r>
            <a:r>
              <a:rPr lang="en-US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[45],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podatkovno rudarjenje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spletna varnost 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cyber security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[31], 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medicinska prognoza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pametna proizvodnja 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</a:t>
            </a:r>
            <a:r>
              <a:rPr lang="sl-SI" sz="19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industrija 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(smart </a:t>
            </a:r>
            <a:r>
              <a:rPr lang="sl-SI" sz="19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industry</a:t>
            </a:r>
            <a:r>
              <a:rPr lang="sl-SI" sz="19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[10]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logistika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socialna omrežja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9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internet stvari 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9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internet </a:t>
            </a:r>
            <a:r>
              <a:rPr lang="sl-SI" sz="19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9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9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things</a:t>
            </a:r>
            <a:r>
              <a:rPr lang="sl-SI" sz="19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[31] idr.</a:t>
            </a:r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08FDF37F-0021-4CC2-AEFF-B61E5E42F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09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0" name="Rectangle 3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949B5B-13E9-4F18-A7CD-424C99224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400">
                <a:effectLst/>
                <a:latin typeface="+mj-lt"/>
                <a:ea typeface="Calibri" panose="020F0502020204030204" pitchFamily="34" charset="0"/>
              </a:rPr>
              <a:t>Samorazvijajoči se mehki sistemi</a:t>
            </a:r>
            <a:endParaRPr lang="sl-SI" sz="5400"/>
          </a:p>
        </p:txBody>
      </p:sp>
      <p:sp>
        <p:nvSpPr>
          <p:cNvPr id="1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2BD9D-B5F3-48BF-8D2A-ED3911753E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Mehki model:</a:t>
            </a:r>
          </a:p>
          <a:p>
            <a:pPr lvl="1">
              <a:spcAft>
                <a:spcPts val="800"/>
              </a:spcAft>
            </a:pP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mehke množice 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20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20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sets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v premisi,</a:t>
            </a:r>
          </a:p>
          <a:p>
            <a:pPr lvl="1">
              <a:spcAft>
                <a:spcPts val="800"/>
              </a:spcAft>
            </a:pP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lokalni linearni modeli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0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Local</a:t>
            </a:r>
            <a:r>
              <a:rPr lang="sl-SI" sz="20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linear</a:t>
            </a:r>
            <a:r>
              <a:rPr lang="sl-SI" sz="20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model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v posledičnem delu. </a:t>
            </a:r>
          </a:p>
          <a:p>
            <a:pPr>
              <a:spcAft>
                <a:spcPts val="800"/>
              </a:spcAft>
            </a:pP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Poglavitne naloge </a:t>
            </a:r>
            <a:r>
              <a:rPr lang="sl-SI" sz="2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samorazvijajočih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 mehkih sistemov so:</a:t>
            </a:r>
          </a:p>
          <a:p>
            <a:pPr lvl="1">
              <a:spcAft>
                <a:spcPts val="800"/>
              </a:spcAft>
            </a:pP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natančno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funkcijsko 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modeliranje s 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modeli 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tipa </a:t>
            </a:r>
            <a:r>
              <a:rPr lang="en-US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Takagi-</a:t>
            </a:r>
            <a:r>
              <a:rPr lang="en-US" sz="20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-Kan</a:t>
            </a: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</a:p>
          <a:p>
            <a:pPr lvl="1">
              <a:spcAft>
                <a:spcPts val="800"/>
              </a:spcAft>
            </a:pP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lingvistično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20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linguistic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modeliranje tipa </a:t>
            </a:r>
            <a:r>
              <a:rPr lang="en-US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Zadeh-Mamdani</a:t>
            </a:r>
            <a:endParaRPr lang="sl-SI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800"/>
              </a:spcAft>
            </a:pP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klasifikacija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Izhodno ostrenje je izvedeno z izračunom </a:t>
            </a:r>
            <a:r>
              <a:rPr lang="sl-SI" sz="20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centra gravitacije pri lingvističnih modelih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20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uteženega</a:t>
            </a:r>
            <a:r>
              <a:rPr lang="sl-SI" sz="20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povprečja 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weighted average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pri </a:t>
            </a:r>
            <a:r>
              <a:rPr lang="sl-SI" sz="20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funkcijskih modelih 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model z </a:t>
            </a:r>
            <a:r>
              <a:rPr lang="sl-SI" sz="20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največjo aktivacijo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winner-takes-all</a:t>
            </a:r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 </a:t>
            </a: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klasifikaciji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800"/>
              </a:spcAft>
            </a:pPr>
            <a:endParaRPr lang="sl-SI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sz="2000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FD157AA9-FEBF-4B62-A48E-F75786616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439" y="5938869"/>
            <a:ext cx="5970265" cy="614412"/>
          </a:xfrm>
          <a:prstGeom prst="rect">
            <a:avLst/>
          </a:prstGeom>
        </p:spPr>
      </p:pic>
      <p:pic>
        <p:nvPicPr>
          <p:cNvPr id="14" name="Slika 4">
            <a:extLst>
              <a:ext uri="{FF2B5EF4-FFF2-40B4-BE49-F238E27FC236}">
                <a16:creationId xmlns:a16="http://schemas.microsoft.com/office/drawing/2014/main" id="{3758C98A-4AE5-4C63-A403-C11C9C8A56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736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047507C-C1F5-4A31-8837-38927F9C7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sl-SI" sz="5400">
                <a:effectLst/>
                <a:latin typeface="+mj-lt"/>
                <a:ea typeface="Calibri" panose="020F0502020204030204" pitchFamily="34" charset="0"/>
              </a:rPr>
              <a:t>Samorazvijajoči se nevro-mehki sistemi</a:t>
            </a:r>
            <a:endParaRPr lang="sl-SI" sz="5400"/>
          </a:p>
        </p:txBody>
      </p:sp>
      <p:pic>
        <p:nvPicPr>
          <p:cNvPr id="12" name="Slika 11">
            <a:extLst>
              <a:ext uri="{FF2B5EF4-FFF2-40B4-BE49-F238E27FC236}">
                <a16:creationId xmlns:a16="http://schemas.microsoft.com/office/drawing/2014/main" id="{0659CA1E-78AE-4B20-B988-09B42C7E7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744486"/>
            <a:ext cx="4014216" cy="2418564"/>
          </a:xfrm>
          <a:prstGeom prst="rect">
            <a:avLst/>
          </a:pr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Slika 9">
            <a:extLst>
              <a:ext uri="{FF2B5EF4-FFF2-40B4-BE49-F238E27FC236}">
                <a16:creationId xmlns:a16="http://schemas.microsoft.com/office/drawing/2014/main" id="{2EE79E24-625E-4E2A-8A73-BDF3D1547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4634574"/>
            <a:ext cx="3995928" cy="1128849"/>
          </a:xfrm>
          <a:prstGeom prst="rect">
            <a:avLst/>
          </a:prstGeom>
        </p:spPr>
      </p:pic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8B963D87-ED67-48B8-B813-8E8482775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sl-SI" sz="22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Nevro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-mehki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model so sestavljeni in mehkih pravil v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topologiji nevronskega omrežja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nevroni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povezavami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[10]. Vedno jih lahko 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pretvorimo v mehki mode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 tako, da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roje preslikamo v mehke množice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Mehka pravila lahko sestavljajo več mehkih množic (</a:t>
            </a:r>
            <a:r>
              <a:rPr lang="sl-SI" sz="22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22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set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)[41], ampak uporaba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enega pra</a:t>
            </a:r>
            <a:r>
              <a:rPr lang="sl-SI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vila za vsak roj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 </a:t>
            </a:r>
            <a:r>
              <a:rPr lang="sl-SI" sz="22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neuro-fuzzy</a:t>
            </a:r>
            <a:r>
              <a:rPr lang="sl-SI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sistemih 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poenostavi adaptiranje strukture modela z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združevanjem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22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merging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ločevanjem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2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splitting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odstranjevanjem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2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removal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pravil. </a:t>
            </a:r>
          </a:p>
          <a:p>
            <a:pPr>
              <a:spcAft>
                <a:spcPts val="800"/>
              </a:spcAft>
            </a:pPr>
            <a:endParaRPr lang="sl-SI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endParaRPr lang="sl-SI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endParaRPr lang="sl-SI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endParaRPr lang="sl-SI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endParaRPr lang="sl-SI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endParaRPr lang="sl-SI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sz="2200" dirty="0"/>
          </a:p>
        </p:txBody>
      </p:sp>
    </p:spTree>
    <p:extLst>
      <p:ext uri="{BB962C8B-B14F-4D97-AF65-F5344CB8AC3E}">
        <p14:creationId xmlns:p14="http://schemas.microsoft.com/office/powerpoint/2010/main" val="33723326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5925DB-5F5D-4769-B365-53CAD80D0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6986015" cy="1776484"/>
          </a:xfrm>
        </p:spPr>
        <p:txBody>
          <a:bodyPr anchor="b">
            <a:normAutofit/>
          </a:bodyPr>
          <a:lstStyle/>
          <a:p>
            <a:r>
              <a:rPr lang="sl-SI" sz="5400"/>
              <a:t>Rojenje in Granulacija</a:t>
            </a:r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B716A637-5B18-4C90-97D1-63B8180BA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921" y="261991"/>
            <a:ext cx="3245012" cy="1890220"/>
          </a:xfrm>
          <a:prstGeom prst="rect">
            <a:avLst/>
          </a:prstGeom>
        </p:spPr>
      </p:pic>
      <p:sp>
        <p:nvSpPr>
          <p:cNvPr id="18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1599C-9051-4E2D-A5D8-F217221C07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04819"/>
            <a:ext cx="6986016" cy="367214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sl-SI" sz="170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sl-SI" sz="17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Dejanska porazdelitev podatkov se lahko zelo razlikuje od pripadnostnih funkciji. Najbolj pogosto so uporabljene Gaussove, trapezoidne ali trikotni pripadnostne funkcije </a:t>
            </a:r>
            <a:r>
              <a:rPr lang="en-US" sz="17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[45].</a:t>
            </a:r>
            <a:r>
              <a:rPr lang="sl-SI" sz="17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sl-SI" sz="170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sl-SI" sz="1700" b="0" i="0">
                <a:effectLst/>
              </a:rPr>
              <a:t>Predhodna (antecedent) struktura samorazvijajočih se sistemov je lahko sestavljena iz mehkih možic[3], informacijskih </a:t>
            </a:r>
            <a:r>
              <a:rPr lang="sl-SI" sz="17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granul</a:t>
            </a:r>
            <a:r>
              <a:rPr lang="en-US" sz="17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[9,11], </a:t>
            </a:r>
            <a:r>
              <a:rPr lang="sl-SI" sz="17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listov [16], nevronov, oblakov podatkov (data clouds) [41,46], rojev [5, 9], hiperravnin [16], teselacij (</a:t>
            </a:r>
            <a:r>
              <a:rPr lang="sl-SI" sz="17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sl-SI" sz="17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essellation)[45], idr. </a:t>
            </a:r>
          </a:p>
          <a:p>
            <a:r>
              <a:rPr lang="sl-SI" sz="17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informacijske granule so skupine objektov ali elementov s podobnimi lastnostmi, funkcionalnostjo [41], ali prostorsko bližino [11].  Nekateri modeli predstavijo granule v obliki oblakov podatkov brez centrov ali definiranih mej [41]. Pri tem izračunajo pripadnostne funkcije na podlagi akumuliranih podatkov.  </a:t>
            </a:r>
            <a:endParaRPr lang="sl-SI" sz="17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sl-SI" sz="170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sl-SI" sz="170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Slika 8">
            <a:extLst>
              <a:ext uri="{FF2B5EF4-FFF2-40B4-BE49-F238E27FC236}">
                <a16:creationId xmlns:a16="http://schemas.microsoft.com/office/drawing/2014/main" id="{57EAB7B9-C178-4EC6-9A26-2FCA9232B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64" y="2310086"/>
            <a:ext cx="1748453" cy="1890220"/>
          </a:xfrm>
          <a:prstGeom prst="rect">
            <a:avLst/>
          </a:prstGeom>
        </p:spPr>
      </p:pic>
      <p:pic>
        <p:nvPicPr>
          <p:cNvPr id="11" name="Slika 10">
            <a:extLst>
              <a:ext uri="{FF2B5EF4-FFF2-40B4-BE49-F238E27FC236}">
                <a16:creationId xmlns:a16="http://schemas.microsoft.com/office/drawing/2014/main" id="{908DF426-1E34-4908-A0BC-B039426CE6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150" y="4358181"/>
            <a:ext cx="2662281" cy="1890220"/>
          </a:xfrm>
          <a:prstGeom prst="rect">
            <a:avLst/>
          </a:prstGeom>
        </p:spPr>
      </p:pic>
      <p:pic>
        <p:nvPicPr>
          <p:cNvPr id="6" name="Slika 5">
            <a:extLst>
              <a:ext uri="{FF2B5EF4-FFF2-40B4-BE49-F238E27FC236}">
                <a16:creationId xmlns:a16="http://schemas.microsoft.com/office/drawing/2014/main" id="{3DED62EC-E77A-468D-B37A-2F368BA5C7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5596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, ki vsebuje besede besedilo&#10;&#10;Opis je samodejno ustvarjen">
            <a:extLst>
              <a:ext uri="{FF2B5EF4-FFF2-40B4-BE49-F238E27FC236}">
                <a16:creationId xmlns:a16="http://schemas.microsoft.com/office/drawing/2014/main" id="{F057BFDF-3E42-4BB8-8623-4B77CC947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289" y="4835923"/>
            <a:ext cx="4392420" cy="1491456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57EC456E-D405-4E59-BBB5-E6494BC69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Metode rojenja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0C8395A6-C043-47BC-A1BA-EF142E98D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l-SI" sz="1800" dirty="0">
                <a:solidFill>
                  <a:srgbClr val="FF0000"/>
                </a:solidFill>
              </a:rPr>
              <a:t>Metoda rojenja z odštevanjem </a:t>
            </a:r>
            <a:r>
              <a:rPr lang="sl-SI" sz="1800" dirty="0"/>
              <a:t>(</a:t>
            </a:r>
            <a:r>
              <a:rPr lang="sl-SI" sz="1800" i="1" dirty="0" err="1"/>
              <a:t>subtractive</a:t>
            </a:r>
            <a:r>
              <a:rPr lang="sl-SI" sz="1800" i="1" dirty="0"/>
              <a:t> </a:t>
            </a:r>
            <a:r>
              <a:rPr lang="sl-SI" sz="1800" i="1" dirty="0" err="1"/>
              <a:t>clustering</a:t>
            </a:r>
            <a:r>
              <a:rPr lang="sl-SI" sz="1800" dirty="0"/>
              <a:t>) [3, 46], mehko rojenje s C-središči (</a:t>
            </a:r>
            <a:r>
              <a:rPr lang="sl-SI" sz="1800" i="1" dirty="0" err="1"/>
              <a:t>Fuzzy</a:t>
            </a:r>
            <a:r>
              <a:rPr lang="sl-SI" sz="1800" i="1" dirty="0"/>
              <a:t> C-</a:t>
            </a:r>
            <a:r>
              <a:rPr lang="sl-SI" sz="1800" i="1" dirty="0" err="1"/>
              <a:t>means</a:t>
            </a:r>
            <a:r>
              <a:rPr lang="sl-SI" sz="1800" dirty="0"/>
              <a:t>), rekurzivno rojenje po metodi </a:t>
            </a:r>
            <a:r>
              <a:rPr lang="sl-SI" sz="1800" dirty="0" err="1"/>
              <a:t>Gustafson</a:t>
            </a:r>
            <a:r>
              <a:rPr lang="sl-SI" sz="1800" dirty="0"/>
              <a:t>–</a:t>
            </a:r>
            <a:r>
              <a:rPr lang="sl-SI" sz="1800" dirty="0" err="1"/>
              <a:t>Kessel</a:t>
            </a:r>
            <a:r>
              <a:rPr lang="sl-SI" sz="1800" dirty="0"/>
              <a:t> [3,13], rekurzivno rojenje po metodi </a:t>
            </a:r>
            <a:r>
              <a:rPr lang="sl-SI" sz="1800" dirty="0" err="1"/>
              <a:t>Gath-Geva</a:t>
            </a:r>
            <a:r>
              <a:rPr lang="sl-SI" sz="1800" dirty="0"/>
              <a:t> [14], </a:t>
            </a:r>
            <a:r>
              <a:rPr lang="sl-SI" sz="1800" dirty="0" err="1">
                <a:solidFill>
                  <a:srgbClr val="FF0000"/>
                </a:solidFill>
              </a:rPr>
              <a:t>samorazvijajoče</a:t>
            </a:r>
            <a:r>
              <a:rPr lang="sl-SI" sz="1800" dirty="0">
                <a:solidFill>
                  <a:srgbClr val="FF0000"/>
                </a:solidFill>
              </a:rPr>
              <a:t> se rojenje </a:t>
            </a:r>
            <a:r>
              <a:rPr lang="sl-SI" sz="1800" dirty="0"/>
              <a:t>(</a:t>
            </a:r>
            <a:r>
              <a:rPr lang="sl-SI" sz="1800" dirty="0" err="1"/>
              <a:t>evolving</a:t>
            </a:r>
            <a:r>
              <a:rPr lang="sl-SI" sz="1800" dirty="0"/>
              <a:t> </a:t>
            </a:r>
            <a:r>
              <a:rPr lang="sl-SI" sz="1800" dirty="0" err="1"/>
              <a:t>clustering</a:t>
            </a:r>
            <a:r>
              <a:rPr lang="sl-SI" sz="1800" dirty="0"/>
              <a:t> </a:t>
            </a:r>
            <a:r>
              <a:rPr lang="sl-SI" sz="1800" dirty="0" err="1"/>
              <a:t>method</a:t>
            </a:r>
            <a:r>
              <a:rPr lang="sl-SI" sz="1800" dirty="0"/>
              <a:t>) [4], </a:t>
            </a:r>
            <a:r>
              <a:rPr lang="sl-SI" sz="1800" dirty="0">
                <a:solidFill>
                  <a:srgbClr val="FF0000"/>
                </a:solidFill>
              </a:rPr>
              <a:t>postopna mehka C-regresija </a:t>
            </a:r>
            <a:r>
              <a:rPr lang="sl-SI" sz="1800" dirty="0"/>
              <a:t>(</a:t>
            </a:r>
            <a:r>
              <a:rPr lang="sl-SI" sz="1800" i="1" dirty="0" err="1"/>
              <a:t>incremental</a:t>
            </a:r>
            <a:r>
              <a:rPr lang="sl-SI" sz="1800" i="1" dirty="0"/>
              <a:t> </a:t>
            </a:r>
            <a:r>
              <a:rPr lang="sl-SI" sz="1800" i="1" dirty="0" err="1"/>
              <a:t>fuzzy</a:t>
            </a:r>
            <a:r>
              <a:rPr lang="sl-SI" sz="1800" i="1" dirty="0"/>
              <a:t> C-</a:t>
            </a:r>
            <a:r>
              <a:rPr lang="sl-SI" sz="1800" i="1" dirty="0" err="1"/>
              <a:t>regression</a:t>
            </a:r>
            <a:r>
              <a:rPr lang="sl-SI" sz="1800" i="1" dirty="0"/>
              <a:t> </a:t>
            </a:r>
            <a:r>
              <a:rPr lang="sl-SI" sz="1800" i="1" dirty="0" err="1"/>
              <a:t>clustering</a:t>
            </a:r>
            <a:r>
              <a:rPr lang="sl-SI" sz="1800" dirty="0"/>
              <a:t>) [31],  </a:t>
            </a:r>
            <a:r>
              <a:rPr lang="sl-SI" sz="1800" dirty="0" err="1"/>
              <a:t>eClustering</a:t>
            </a:r>
            <a:r>
              <a:rPr lang="sl-SI" sz="1800" dirty="0"/>
              <a:t> [46],  rojenje s C-možnimi roji (</a:t>
            </a:r>
            <a:r>
              <a:rPr lang="sl-SI" sz="1800" dirty="0" err="1"/>
              <a:t>possibilistic</a:t>
            </a:r>
            <a:r>
              <a:rPr lang="sl-SI" sz="1800" dirty="0"/>
              <a:t> C-</a:t>
            </a:r>
            <a:r>
              <a:rPr lang="sl-SI" sz="1800" dirty="0" err="1"/>
              <a:t>means</a:t>
            </a:r>
            <a:r>
              <a:rPr lang="sl-SI" sz="1800" dirty="0"/>
              <a:t>), </a:t>
            </a:r>
            <a:r>
              <a:rPr lang="sl-SI" sz="1800" dirty="0">
                <a:solidFill>
                  <a:srgbClr val="FF0000"/>
                </a:solidFill>
              </a:rPr>
              <a:t>rojenje na osnovi gostote </a:t>
            </a:r>
            <a:r>
              <a:rPr lang="sl-SI" sz="1800" dirty="0"/>
              <a:t>(</a:t>
            </a:r>
            <a:r>
              <a:rPr lang="sl-SI" sz="1800" dirty="0" err="1"/>
              <a:t>density-based</a:t>
            </a:r>
            <a:r>
              <a:rPr lang="sl-SI" sz="1800" dirty="0"/>
              <a:t>)[39, 41], </a:t>
            </a:r>
            <a:r>
              <a:rPr lang="sl-SI" sz="1800" dirty="0">
                <a:solidFill>
                  <a:srgbClr val="FF0000"/>
                </a:solidFill>
              </a:rPr>
              <a:t>rojenje na osnovi razpršenosti </a:t>
            </a:r>
            <a:r>
              <a:rPr lang="sl-SI" sz="1800" dirty="0"/>
              <a:t>(</a:t>
            </a:r>
            <a:r>
              <a:rPr lang="sl-SI" sz="1800" dirty="0" err="1"/>
              <a:t>scatter-based</a:t>
            </a:r>
            <a:r>
              <a:rPr lang="sl-SI" sz="1800" dirty="0"/>
              <a:t>) [8], </a:t>
            </a:r>
            <a:r>
              <a:rPr lang="sl-SI" sz="1800" dirty="0">
                <a:solidFill>
                  <a:srgbClr val="FF0000"/>
                </a:solidFill>
              </a:rPr>
              <a:t>rojenje s vektorsko kvantizacijo </a:t>
            </a:r>
            <a:r>
              <a:rPr lang="sl-SI" sz="1800" dirty="0"/>
              <a:t>(</a:t>
            </a:r>
            <a:r>
              <a:rPr lang="sl-SI" sz="1800" dirty="0" err="1"/>
              <a:t>vector</a:t>
            </a:r>
            <a:r>
              <a:rPr lang="sl-SI" sz="1800" dirty="0"/>
              <a:t> </a:t>
            </a:r>
            <a:r>
              <a:rPr lang="sl-SI" sz="1800" dirty="0" err="1"/>
              <a:t>quantization</a:t>
            </a:r>
            <a:r>
              <a:rPr lang="sl-SI" sz="1800" dirty="0"/>
              <a:t>) [49],  </a:t>
            </a:r>
            <a:r>
              <a:rPr lang="sl-SI" sz="1800" dirty="0" err="1"/>
              <a:t>eGauss</a:t>
            </a:r>
            <a:r>
              <a:rPr lang="sl-SI" sz="1800" dirty="0"/>
              <a:t>+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[43] </a:t>
            </a:r>
            <a:endParaRPr lang="sl-SI" sz="1800" dirty="0"/>
          </a:p>
        </p:txBody>
      </p:sp>
      <p:pic>
        <p:nvPicPr>
          <p:cNvPr id="4" name="Slika 3" descr="Slika, ki vsebuje besede besedilo, oranžna, antena, dan&#10;&#10;Opis je samodejno ustvarjen">
            <a:extLst>
              <a:ext uri="{FF2B5EF4-FFF2-40B4-BE49-F238E27FC236}">
                <a16:creationId xmlns:a16="http://schemas.microsoft.com/office/drawing/2014/main" id="{3F3AFED0-7D85-4DB1-B837-435F273803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064" y="5121275"/>
            <a:ext cx="3467100" cy="1190625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1D4D3090-ED42-4EC5-AC6F-CCF606B54E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012" y="3429000"/>
            <a:ext cx="3286125" cy="514350"/>
          </a:xfrm>
          <a:prstGeom prst="rect">
            <a:avLst/>
          </a:prstGeom>
        </p:spPr>
      </p:pic>
      <p:pic>
        <p:nvPicPr>
          <p:cNvPr id="6" name="Slika 5" descr="Slika, ki vsebuje besede besedilo&#10;&#10;Opis je samodejno ustvarjen">
            <a:extLst>
              <a:ext uri="{FF2B5EF4-FFF2-40B4-BE49-F238E27FC236}">
                <a16:creationId xmlns:a16="http://schemas.microsoft.com/office/drawing/2014/main" id="{4F997FC4-9C57-4852-A953-44E701F331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711" y="3900201"/>
            <a:ext cx="4848225" cy="828675"/>
          </a:xfrm>
          <a:prstGeom prst="rect">
            <a:avLst/>
          </a:prstGeom>
        </p:spPr>
      </p:pic>
      <p:pic>
        <p:nvPicPr>
          <p:cNvPr id="7" name="Slika 6">
            <a:extLst>
              <a:ext uri="{FF2B5EF4-FFF2-40B4-BE49-F238E27FC236}">
                <a16:creationId xmlns:a16="http://schemas.microsoft.com/office/drawing/2014/main" id="{49B23FB3-161C-4BD6-AD9B-09220DB3C2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9" name="Slika 8">
            <a:extLst>
              <a:ext uri="{FF2B5EF4-FFF2-40B4-BE49-F238E27FC236}">
                <a16:creationId xmlns:a16="http://schemas.microsoft.com/office/drawing/2014/main" id="{B66760BB-7A19-4077-996F-4C4F177D10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721" y="3433873"/>
            <a:ext cx="3286125" cy="514350"/>
          </a:xfrm>
          <a:prstGeom prst="rect">
            <a:avLst/>
          </a:prstGeom>
        </p:spPr>
      </p:pic>
      <p:pic>
        <p:nvPicPr>
          <p:cNvPr id="10" name="Slika 9" descr="Slika, ki vsebuje besede besedilo&#10;&#10;Opis je samodejno ustvarjen">
            <a:extLst>
              <a:ext uri="{FF2B5EF4-FFF2-40B4-BE49-F238E27FC236}">
                <a16:creationId xmlns:a16="http://schemas.microsoft.com/office/drawing/2014/main" id="{BF923FA1-C63D-4DCE-AC80-BFEF56607D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3420" y="3905074"/>
            <a:ext cx="4848225" cy="828675"/>
          </a:xfrm>
          <a:prstGeom prst="rect">
            <a:avLst/>
          </a:prstGeom>
        </p:spPr>
      </p:pic>
      <p:pic>
        <p:nvPicPr>
          <p:cNvPr id="12" name="Slika 11">
            <a:extLst>
              <a:ext uri="{FF2B5EF4-FFF2-40B4-BE49-F238E27FC236}">
                <a16:creationId xmlns:a16="http://schemas.microsoft.com/office/drawing/2014/main" id="{343D4B0F-C721-4B90-90A4-B4AE13244F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064" y="4424363"/>
            <a:ext cx="4086225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5174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2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DDEFDC10-7C15-4C14-A50B-D3AC13E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400"/>
              <a:t>Transparentnost in interpretabilnost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03DBCEB0-1B80-4DF7-B8D5-E46354574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sl-SI" sz="2200" dirty="0"/>
              <a:t>Razločljivost (d</a:t>
            </a:r>
            <a:r>
              <a:rPr lang="en-US" sz="2200" dirty="0" err="1"/>
              <a:t>istinguishability</a:t>
            </a:r>
            <a:r>
              <a:rPr lang="en-US" sz="2200" dirty="0"/>
              <a:t> </a:t>
            </a:r>
            <a:r>
              <a:rPr lang="sl-SI" sz="2200" dirty="0"/>
              <a:t>) – brez prekrivanja (</a:t>
            </a:r>
            <a:r>
              <a:rPr lang="sl-SI" sz="2200" dirty="0" err="1"/>
              <a:t>overlapping</a:t>
            </a:r>
            <a:r>
              <a:rPr lang="sl-SI" sz="2200" dirty="0"/>
              <a:t>), brez odvečnih struktur</a:t>
            </a:r>
            <a:r>
              <a:rPr lang="en-US" sz="2200" dirty="0"/>
              <a:t> [12]</a:t>
            </a:r>
            <a:endParaRPr lang="sl-SI" sz="2200" dirty="0"/>
          </a:p>
          <a:p>
            <a:r>
              <a:rPr lang="sl-SI" sz="2200" dirty="0"/>
              <a:t>Preprostost (</a:t>
            </a:r>
            <a:r>
              <a:rPr lang="en-US" sz="2200" dirty="0"/>
              <a:t>simplicity </a:t>
            </a:r>
            <a:r>
              <a:rPr lang="sl-SI" sz="2200" dirty="0"/>
              <a:t>) – čim manj rojev, kompromis med natančnostjo in </a:t>
            </a:r>
            <a:r>
              <a:rPr lang="sl-SI" sz="2200" dirty="0" err="1"/>
              <a:t>kompleksnotjo</a:t>
            </a:r>
            <a:endParaRPr lang="sl-SI" sz="2200" dirty="0"/>
          </a:p>
          <a:p>
            <a:r>
              <a:rPr lang="sl-SI" sz="2200" dirty="0"/>
              <a:t>Konsistentnost (</a:t>
            </a:r>
            <a:r>
              <a:rPr lang="en-US" sz="2200" dirty="0"/>
              <a:t>consistency</a:t>
            </a:r>
            <a:r>
              <a:rPr lang="sl-SI" sz="2200" dirty="0"/>
              <a:t>) – roji z različnimi posledičnimi deli morajo biti ločeni</a:t>
            </a:r>
          </a:p>
          <a:p>
            <a:r>
              <a:rPr lang="sl-SI" sz="2200" dirty="0"/>
              <a:t>Pokritost (c</a:t>
            </a:r>
            <a:r>
              <a:rPr lang="en-US" sz="2200" dirty="0"/>
              <a:t>overage</a:t>
            </a:r>
            <a:r>
              <a:rPr lang="sl-SI" sz="2200" dirty="0"/>
              <a:t>)</a:t>
            </a:r>
            <a:r>
              <a:rPr lang="en-US" sz="2200" dirty="0"/>
              <a:t> </a:t>
            </a:r>
            <a:r>
              <a:rPr lang="sl-SI" sz="2200" dirty="0"/>
              <a:t>in popolnost modela (</a:t>
            </a:r>
            <a:r>
              <a:rPr lang="en-US" sz="2200" dirty="0"/>
              <a:t>completeness</a:t>
            </a:r>
            <a:r>
              <a:rPr lang="sl-SI" sz="2200" dirty="0"/>
              <a:t>) - celoten prostor naj bi bil pokrit z roji </a:t>
            </a:r>
          </a:p>
          <a:p>
            <a:r>
              <a:rPr lang="sl-SI" sz="2200" dirty="0" err="1"/>
              <a:t>Interpretabilnost</a:t>
            </a:r>
            <a:r>
              <a:rPr lang="sl-SI" sz="2200" dirty="0"/>
              <a:t> posledičnega dela</a:t>
            </a:r>
          </a:p>
          <a:p>
            <a:r>
              <a:rPr lang="sl-SI" sz="2200" dirty="0"/>
              <a:t>Pomembnost </a:t>
            </a:r>
            <a:r>
              <a:rPr lang="sl-SI" sz="2200" dirty="0" err="1"/>
              <a:t>značilk</a:t>
            </a:r>
            <a:endParaRPr lang="sl-SI" sz="2200" dirty="0"/>
          </a:p>
          <a:p>
            <a:r>
              <a:rPr lang="sl-SI" sz="2200" dirty="0"/>
              <a:t>Pomembnost pravil</a:t>
            </a:r>
            <a:endParaRPr lang="sl-SI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sz="2200" dirty="0"/>
          </a:p>
          <a:p>
            <a:endParaRPr lang="sl-SI" sz="2200" dirty="0"/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3087ADEC-0877-4E2C-892B-C7B672B98F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032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B044FD0-1EE5-42EF-861C-E6A70CA8D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400"/>
              <a:t>Dodajanje rojev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FDC65FC8-07E2-4ADE-BD82-136E54F8B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sl-SI" sz="2200"/>
              <a:t>Razdalja novega vzorca (Evklidova, Mahalanobisova) do obstoječih struktur [49]</a:t>
            </a:r>
          </a:p>
          <a:p>
            <a:r>
              <a:rPr lang="sl-SI" sz="2200"/>
              <a:t>Pripadnost novega vzorca obstoječim strukturam (</a:t>
            </a:r>
            <a:r>
              <a:rPr lang="en-US" sz="2200" i="1">
                <a:effectLst/>
                <a:ea typeface="Calibri" panose="020F0502020204030204" pitchFamily="34" charset="0"/>
              </a:rPr>
              <a:t>є</a:t>
            </a:r>
            <a:r>
              <a:rPr lang="en-US" sz="2200">
                <a:effectLst/>
                <a:ea typeface="Calibri" panose="020F0502020204030204" pitchFamily="34" charset="0"/>
              </a:rPr>
              <a:t>-completeness</a:t>
            </a:r>
            <a:r>
              <a:rPr lang="sl-SI" sz="2200"/>
              <a:t>)</a:t>
            </a:r>
          </a:p>
          <a:p>
            <a:r>
              <a:rPr lang="sl-SI" sz="2200"/>
              <a:t>Potencial (</a:t>
            </a:r>
            <a:r>
              <a:rPr lang="en-US" sz="22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potential</a:t>
            </a:r>
            <a:r>
              <a:rPr lang="sl-SI" sz="2200"/>
              <a:t>) vzorca [3]</a:t>
            </a:r>
          </a:p>
          <a:p>
            <a:r>
              <a:rPr lang="sl-SI" sz="2200"/>
              <a:t>Gostota (density) vzorca [39]</a:t>
            </a:r>
          </a:p>
          <a:p>
            <a:r>
              <a:rPr lang="sl-SI" sz="2200"/>
              <a:t>Največje dovoljeno število rojev [39]</a:t>
            </a:r>
          </a:p>
          <a:p>
            <a:r>
              <a:rPr lang="sl-SI" sz="2200"/>
              <a:t>Število vzorcev od zadnjega dodanega roja [39]</a:t>
            </a:r>
          </a:p>
          <a:p>
            <a:pPr marL="0" indent="0">
              <a:buNone/>
            </a:pPr>
            <a:endParaRPr lang="sl-SI" sz="2200"/>
          </a:p>
          <a:p>
            <a:pPr marL="0" indent="0">
              <a:buNone/>
            </a:pPr>
            <a:r>
              <a:rPr lang="sl-SI" sz="2200"/>
              <a:t>Dodani roji so inicializirani z ničtimi vrednostmi ali na podlagi bližnjih rojev [45]</a:t>
            </a:r>
          </a:p>
          <a:p>
            <a:endParaRPr lang="sl-SI" sz="2200"/>
          </a:p>
          <a:p>
            <a:endParaRPr lang="sl-SI" sz="220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065E7503-2AA0-4D7F-93AE-7C63C0457B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014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CF62523-0C75-4FB1-8825-13E7EE366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4600"/>
              <a:t>Združevanje, razcep in odstranjevanje rojev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2EBF0C0C-9362-444A-A2F4-408EE6781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sl-SI" sz="2200" dirty="0"/>
              <a:t>Naključni vzorci iz toka podatkov ustvarijo </a:t>
            </a:r>
            <a:r>
              <a:rPr lang="sl-SI" sz="2200" b="1" dirty="0"/>
              <a:t>prekomerno število rojev</a:t>
            </a:r>
            <a:r>
              <a:rPr lang="sl-SI" sz="2200" dirty="0"/>
              <a:t>. </a:t>
            </a:r>
          </a:p>
          <a:p>
            <a:r>
              <a:rPr lang="sl-SI" sz="2200" dirty="0"/>
              <a:t>Z dodajanjem vzorcev ali zaradi lezenja sistema (</a:t>
            </a:r>
            <a:r>
              <a:rPr lang="sl-SI" sz="2200" dirty="0" err="1"/>
              <a:t>drift</a:t>
            </a:r>
            <a:r>
              <a:rPr lang="sl-SI" sz="2200" dirty="0"/>
              <a:t>)[6]:</a:t>
            </a:r>
          </a:p>
          <a:p>
            <a:pPr lvl="1"/>
            <a:r>
              <a:rPr lang="sl-SI" sz="2200" b="1" dirty="0"/>
              <a:t>približevanja </a:t>
            </a:r>
            <a:r>
              <a:rPr lang="sl-SI" sz="2200" dirty="0"/>
              <a:t>rojev</a:t>
            </a:r>
            <a:r>
              <a:rPr lang="sl-SI" sz="2200" b="1" dirty="0"/>
              <a:t> </a:t>
            </a:r>
            <a:r>
              <a:rPr lang="sl-SI" sz="2200" dirty="0"/>
              <a:t>(</a:t>
            </a:r>
            <a:r>
              <a:rPr lang="en-US" sz="2200" dirty="0"/>
              <a:t>coalescence</a:t>
            </a:r>
            <a:r>
              <a:rPr lang="sl-SI" sz="2200" dirty="0"/>
              <a:t>) </a:t>
            </a:r>
          </a:p>
          <a:p>
            <a:pPr lvl="1"/>
            <a:r>
              <a:rPr lang="sl-SI" sz="2200" b="1" dirty="0"/>
              <a:t>separacije </a:t>
            </a:r>
            <a:r>
              <a:rPr lang="sl-SI" sz="2200" dirty="0"/>
              <a:t>rojev</a:t>
            </a:r>
            <a:r>
              <a:rPr lang="sl-SI" sz="2200" b="1" dirty="0"/>
              <a:t> </a:t>
            </a:r>
            <a:r>
              <a:rPr lang="sl-SI" sz="2200" dirty="0"/>
              <a:t>(</a:t>
            </a:r>
            <a:r>
              <a:rPr lang="en-US" sz="2200" dirty="0"/>
              <a:t>delamination</a:t>
            </a:r>
            <a:r>
              <a:rPr lang="sl-SI" sz="2200" dirty="0"/>
              <a:t>).</a:t>
            </a:r>
          </a:p>
          <a:p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Združevanje in razcep 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rojev lahko kompenzira za slabo izbiro </a:t>
            </a:r>
            <a:r>
              <a:rPr lang="sl-SI" sz="2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hiperparametrov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metode </a:t>
            </a:r>
            <a:r>
              <a:rPr lang="en-US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[49]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sl-SI" sz="2200" dirty="0"/>
          </a:p>
          <a:p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Kompromis med</a:t>
            </a:r>
            <a:r>
              <a:rPr lang="en-US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dolgoročno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stabilnostjo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kratkoročno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plastičnostjo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plasticity</a:t>
            </a:r>
            <a:r>
              <a:rPr lang="sl-SI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2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[12, 49].</a:t>
            </a:r>
            <a:endParaRPr lang="sl-SI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sl-SI" sz="2200" dirty="0"/>
              <a:t>Z </a:t>
            </a:r>
            <a:r>
              <a:rPr lang="sl-SI" sz="2200" b="1" dirty="0"/>
              <a:t>odstranjevanjem</a:t>
            </a:r>
            <a:r>
              <a:rPr lang="sl-SI" sz="2200" dirty="0"/>
              <a:t> rojev lahko povečamo </a:t>
            </a:r>
            <a:r>
              <a:rPr lang="sl-SI" sz="2200" b="1" dirty="0"/>
              <a:t>natančnost</a:t>
            </a:r>
            <a:r>
              <a:rPr lang="sl-SI" sz="2200" dirty="0"/>
              <a:t> ali </a:t>
            </a:r>
            <a:r>
              <a:rPr lang="sl-SI" sz="2200" b="1" dirty="0"/>
              <a:t>poenostavimo strukturo </a:t>
            </a:r>
            <a:r>
              <a:rPr lang="sl-SI" sz="2200" dirty="0"/>
              <a:t>modela. Obstoječi roji so lahko napačni zaradi osamelcev ali sprememb v lastnostih sistema. </a:t>
            </a:r>
          </a:p>
          <a:p>
            <a:endParaRPr lang="sl-SI" sz="2200" dirty="0"/>
          </a:p>
        </p:txBody>
      </p:sp>
      <p:pic>
        <p:nvPicPr>
          <p:cNvPr id="4" name="Slika 3">
            <a:extLst>
              <a:ext uri="{FF2B5EF4-FFF2-40B4-BE49-F238E27FC236}">
                <a16:creationId xmlns:a16="http://schemas.microsoft.com/office/drawing/2014/main" id="{A036C96C-10F7-41BB-B7D6-F69A405F6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482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9C4D673-7BFA-4229-B881-FE238058D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Pogoji za združevanje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354E9BDB-FFAF-4691-A07B-B175C22DE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Prekrivanje in volumetrična podobnost rojev [5] (relativna entropija, </a:t>
            </a:r>
            <a:r>
              <a:rPr lang="en-US" dirty="0" err="1"/>
              <a:t>Bhattacharyy</a:t>
            </a:r>
            <a:r>
              <a:rPr lang="sl-SI" dirty="0" err="1"/>
              <a:t>eva</a:t>
            </a:r>
            <a:r>
              <a:rPr lang="sl-SI" dirty="0"/>
              <a:t> razdalja [6])</a:t>
            </a:r>
          </a:p>
          <a:p>
            <a:r>
              <a:rPr lang="sl-SI" dirty="0"/>
              <a:t>Korelacija med aktivacijami pravil [5]</a:t>
            </a:r>
          </a:p>
          <a:p>
            <a:r>
              <a:rPr lang="sl-SI" dirty="0"/>
              <a:t>Razdalje med roji (</a:t>
            </a:r>
            <a:r>
              <a:rPr lang="en-US" dirty="0"/>
              <a:t>Welch test</a:t>
            </a:r>
            <a:r>
              <a:rPr lang="sl-SI" dirty="0"/>
              <a:t>) </a:t>
            </a:r>
            <a:r>
              <a:rPr lang="en-US" dirty="0"/>
              <a:t>[</a:t>
            </a:r>
            <a:r>
              <a:rPr lang="sl-SI" dirty="0"/>
              <a:t>5,14,</a:t>
            </a:r>
            <a:r>
              <a:rPr lang="en-US" dirty="0"/>
              <a:t>17</a:t>
            </a:r>
            <a:r>
              <a:rPr lang="sl-SI" dirty="0"/>
              <a:t>,20</a:t>
            </a:r>
            <a:r>
              <a:rPr lang="en-US" dirty="0"/>
              <a:t>]</a:t>
            </a:r>
            <a:endParaRPr lang="sl-SI" dirty="0"/>
          </a:p>
          <a:p>
            <a:r>
              <a:rPr lang="sl-SI" dirty="0"/>
              <a:t>Primerjava posledičnih parametrov [5,19]</a:t>
            </a:r>
          </a:p>
          <a:p>
            <a:endParaRPr lang="sl-SI" sz="18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39" descr="Text&#10;&#10;Description automatically generated with medium confidence">
            <a:extLst>
              <a:ext uri="{FF2B5EF4-FFF2-40B4-BE49-F238E27FC236}">
                <a16:creationId xmlns:a16="http://schemas.microsoft.com/office/drawing/2014/main" id="{E9FA8733-898D-4316-BA85-8FDE057BA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644" y="3445355"/>
            <a:ext cx="1931988" cy="733536"/>
          </a:xfrm>
          <a:prstGeom prst="rect">
            <a:avLst/>
          </a:prstGeom>
        </p:spPr>
      </p:pic>
      <p:pic>
        <p:nvPicPr>
          <p:cNvPr id="8" name="Slika 7">
            <a:extLst>
              <a:ext uri="{FF2B5EF4-FFF2-40B4-BE49-F238E27FC236}">
                <a16:creationId xmlns:a16="http://schemas.microsoft.com/office/drawing/2014/main" id="{A291E1AF-4115-4282-B2FE-8F606C019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140" y="4469590"/>
            <a:ext cx="2452370" cy="593725"/>
          </a:xfrm>
          <a:prstGeom prst="rect">
            <a:avLst/>
          </a:prstGeom>
        </p:spPr>
      </p:pic>
      <p:pic>
        <p:nvPicPr>
          <p:cNvPr id="9" name="Picture 38">
            <a:extLst>
              <a:ext uri="{FF2B5EF4-FFF2-40B4-BE49-F238E27FC236}">
                <a16:creationId xmlns:a16="http://schemas.microsoft.com/office/drawing/2014/main" id="{08397847-3EC8-41A8-845B-2FBD81FAC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0814" y="5227838"/>
            <a:ext cx="3638550" cy="361950"/>
          </a:xfrm>
          <a:prstGeom prst="rect">
            <a:avLst/>
          </a:prstGeom>
        </p:spPr>
      </p:pic>
      <p:pic>
        <p:nvPicPr>
          <p:cNvPr id="11" name="Picture 30" descr="Text&#10;&#10;Description automatically generated">
            <a:extLst>
              <a:ext uri="{FF2B5EF4-FFF2-40B4-BE49-F238E27FC236}">
                <a16:creationId xmlns:a16="http://schemas.microsoft.com/office/drawing/2014/main" id="{034D35BE-C44A-447B-BBD7-5C6D40613E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3356" y="5710932"/>
            <a:ext cx="3343275" cy="609600"/>
          </a:xfrm>
          <a:prstGeom prst="rect">
            <a:avLst/>
          </a:prstGeom>
        </p:spPr>
      </p:pic>
      <p:pic>
        <p:nvPicPr>
          <p:cNvPr id="12" name="Picture 40">
            <a:extLst>
              <a:ext uri="{FF2B5EF4-FFF2-40B4-BE49-F238E27FC236}">
                <a16:creationId xmlns:a16="http://schemas.microsoft.com/office/drawing/2014/main" id="{9E3844B7-9FB4-4EC3-B021-7666C8705B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105" y="5433533"/>
            <a:ext cx="3571875" cy="361950"/>
          </a:xfrm>
          <a:prstGeom prst="rect">
            <a:avLst/>
          </a:prstGeom>
        </p:spPr>
      </p:pic>
      <p:pic>
        <p:nvPicPr>
          <p:cNvPr id="13" name="Slika 12" descr="Slika, ki vsebuje besede besedilo&#10;&#10;Opis je samodejno ustvarjen">
            <a:extLst>
              <a:ext uri="{FF2B5EF4-FFF2-40B4-BE49-F238E27FC236}">
                <a16:creationId xmlns:a16="http://schemas.microsoft.com/office/drawing/2014/main" id="{7E163A39-C47C-4ABB-8365-825A3596D2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042" y="5876925"/>
            <a:ext cx="3743325" cy="600075"/>
          </a:xfrm>
          <a:prstGeom prst="rect">
            <a:avLst/>
          </a:prstGeom>
        </p:spPr>
      </p:pic>
      <p:pic>
        <p:nvPicPr>
          <p:cNvPr id="16" name="Slika 15">
            <a:extLst>
              <a:ext uri="{FF2B5EF4-FFF2-40B4-BE49-F238E27FC236}">
                <a16:creationId xmlns:a16="http://schemas.microsoft.com/office/drawing/2014/main" id="{C0305A5C-8631-4428-868E-2FC70A2C84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91362" y="2380621"/>
            <a:ext cx="4867275" cy="647700"/>
          </a:xfrm>
          <a:prstGeom prst="rect">
            <a:avLst/>
          </a:prstGeom>
        </p:spPr>
      </p:pic>
      <p:pic>
        <p:nvPicPr>
          <p:cNvPr id="19" name="Slika 18">
            <a:extLst>
              <a:ext uri="{FF2B5EF4-FFF2-40B4-BE49-F238E27FC236}">
                <a16:creationId xmlns:a16="http://schemas.microsoft.com/office/drawing/2014/main" id="{EF5E848B-295A-44F2-9B66-D5AFFC6585D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9285C982-D10D-4F3A-8964-EB41CAA88E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68748" y="4941410"/>
            <a:ext cx="3389889" cy="648378"/>
          </a:xfrm>
          <a:prstGeom prst="rect">
            <a:avLst/>
          </a:prstGeom>
        </p:spPr>
      </p:pic>
      <p:pic>
        <p:nvPicPr>
          <p:cNvPr id="15" name="Slika 14" descr="Slika, ki vsebuje besede besedilo&#10;&#10;Opis je samodejno ustvarjen">
            <a:extLst>
              <a:ext uri="{FF2B5EF4-FFF2-40B4-BE49-F238E27FC236}">
                <a16:creationId xmlns:a16="http://schemas.microsoft.com/office/drawing/2014/main" id="{A72A30FA-8B45-42DA-8F3F-0D95941C3C0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8817" y="4353859"/>
            <a:ext cx="4514574" cy="984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16846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DD53BE2-3A1A-408D-AF5E-B16509C26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 err="1"/>
              <a:t>Združevnaje</a:t>
            </a:r>
            <a:r>
              <a:rPr lang="sl-SI" dirty="0"/>
              <a:t>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B7BDED3-60BE-4F4C-8872-B171FE820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Elipsoidni Gaussovi roji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[19, 43]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sl-SI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Združevanje granul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[48]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Slika 3" descr="Slika, ki vsebuje besede besedilo&#10;&#10;Opis je samodejno ustvarjen">
            <a:extLst>
              <a:ext uri="{FF2B5EF4-FFF2-40B4-BE49-F238E27FC236}">
                <a16:creationId xmlns:a16="http://schemas.microsoft.com/office/drawing/2014/main" id="{05AE727E-5F2F-448B-B67B-8E426C9AD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412" y="527050"/>
            <a:ext cx="2400300" cy="1276350"/>
          </a:xfrm>
          <a:prstGeom prst="rect">
            <a:avLst/>
          </a:prstGeom>
        </p:spPr>
      </p:pic>
      <p:pic>
        <p:nvPicPr>
          <p:cNvPr id="5" name="Slika 4" descr="Slika, ki vsebuje besede besedilo, ura&#10;&#10;Opis je samodejno ustvarjen">
            <a:extLst>
              <a:ext uri="{FF2B5EF4-FFF2-40B4-BE49-F238E27FC236}">
                <a16:creationId xmlns:a16="http://schemas.microsoft.com/office/drawing/2014/main" id="{4C194844-4B49-488E-95FC-55F500B725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49" y="1825625"/>
            <a:ext cx="5229225" cy="609600"/>
          </a:xfrm>
          <a:prstGeom prst="rect">
            <a:avLst/>
          </a:prstGeom>
        </p:spPr>
      </p:pic>
      <p:pic>
        <p:nvPicPr>
          <p:cNvPr id="6" name="Slika 5">
            <a:extLst>
              <a:ext uri="{FF2B5EF4-FFF2-40B4-BE49-F238E27FC236}">
                <a16:creationId xmlns:a16="http://schemas.microsoft.com/office/drawing/2014/main" id="{D299FABD-8B15-4E2C-B0B2-06D58E333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49" y="2582862"/>
            <a:ext cx="3781425" cy="381000"/>
          </a:xfrm>
          <a:prstGeom prst="rect">
            <a:avLst/>
          </a:prstGeom>
        </p:spPr>
      </p:pic>
      <p:pic>
        <p:nvPicPr>
          <p:cNvPr id="7" name="Picture 41" descr="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B8D96EC5-A7EA-4DD7-9156-AA907DF54D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9550" y="3184526"/>
            <a:ext cx="4991100" cy="1419225"/>
          </a:xfrm>
          <a:prstGeom prst="rect">
            <a:avLst/>
          </a:prstGeom>
        </p:spPr>
      </p:pic>
      <p:pic>
        <p:nvPicPr>
          <p:cNvPr id="9" name="Slika 8">
            <a:extLst>
              <a:ext uri="{FF2B5EF4-FFF2-40B4-BE49-F238E27FC236}">
                <a16:creationId xmlns:a16="http://schemas.microsoft.com/office/drawing/2014/main" id="{61AB9704-DDE9-431A-8EAA-398DAB228C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10" name="Slika 9">
            <a:extLst>
              <a:ext uri="{FF2B5EF4-FFF2-40B4-BE49-F238E27FC236}">
                <a16:creationId xmlns:a16="http://schemas.microsoft.com/office/drawing/2014/main" id="{78C6B1A8-541D-468B-A2E2-1A29D3A6CE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5755230"/>
            <a:ext cx="3181350" cy="723900"/>
          </a:xfrm>
          <a:prstGeom prst="rect">
            <a:avLst/>
          </a:prstGeom>
        </p:spPr>
      </p:pic>
      <p:pic>
        <p:nvPicPr>
          <p:cNvPr id="12" name="Slika 11">
            <a:extLst>
              <a:ext uri="{FF2B5EF4-FFF2-40B4-BE49-F238E27FC236}">
                <a16:creationId xmlns:a16="http://schemas.microsoft.com/office/drawing/2014/main" id="{8E30AE7B-FC11-425D-8493-C870E16D44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9087" y="5532042"/>
            <a:ext cx="2371725" cy="1028700"/>
          </a:xfrm>
          <a:prstGeom prst="rect">
            <a:avLst/>
          </a:prstGeom>
        </p:spPr>
      </p:pic>
      <p:pic>
        <p:nvPicPr>
          <p:cNvPr id="14" name="Slika 13">
            <a:extLst>
              <a:ext uri="{FF2B5EF4-FFF2-40B4-BE49-F238E27FC236}">
                <a16:creationId xmlns:a16="http://schemas.microsoft.com/office/drawing/2014/main" id="{5CCB4BE9-CBDD-45AF-AA81-7DCEE4C1DE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0999" y="4746033"/>
            <a:ext cx="3781425" cy="19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5751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0538893-6351-49B8-BAF9-656D373F7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Razcep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5F43D92A-C5DA-4436-A6F4-4FE1EACAF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b="1" dirty="0"/>
              <a:t>Neprimerni parametri združevanja</a:t>
            </a:r>
          </a:p>
          <a:p>
            <a:r>
              <a:rPr lang="sl-SI" dirty="0"/>
              <a:t>Lezenje parametrov in konceptualni pomiki v toku podatkov</a:t>
            </a:r>
          </a:p>
          <a:p>
            <a:r>
              <a:rPr lang="sl-SI" dirty="0"/>
              <a:t>Potreba po natančnejšem deljenju prostora</a:t>
            </a:r>
          </a:p>
          <a:p>
            <a:pPr marL="0" indent="0">
              <a:buNone/>
            </a:pPr>
            <a:endParaRPr lang="sl-SI" dirty="0"/>
          </a:p>
          <a:p>
            <a:pPr marL="0" indent="0">
              <a:buNone/>
            </a:pPr>
            <a:r>
              <a:rPr lang="sl-SI" dirty="0"/>
              <a:t> </a:t>
            </a:r>
          </a:p>
          <a:p>
            <a:r>
              <a:rPr lang="sl-SI" dirty="0"/>
              <a:t>Akumulirana relativna napaka [5]</a:t>
            </a:r>
          </a:p>
          <a:p>
            <a:r>
              <a:rPr lang="sl-SI" dirty="0" err="1"/>
              <a:t>Welch</a:t>
            </a:r>
            <a:r>
              <a:rPr lang="sl-SI" dirty="0"/>
              <a:t> test </a:t>
            </a:r>
            <a:r>
              <a:rPr lang="en-US" dirty="0"/>
              <a:t>[6]</a:t>
            </a:r>
            <a:endParaRPr lang="sl-SI" dirty="0"/>
          </a:p>
          <a:p>
            <a:endParaRPr lang="sl-SI" dirty="0"/>
          </a:p>
        </p:txBody>
      </p:sp>
      <p:pic>
        <p:nvPicPr>
          <p:cNvPr id="4" name="Slika 3" descr="Slika, ki vsebuje besede besedilo&#10;&#10;Opis je samodejno ustvarjen">
            <a:extLst>
              <a:ext uri="{FF2B5EF4-FFF2-40B4-BE49-F238E27FC236}">
                <a16:creationId xmlns:a16="http://schemas.microsoft.com/office/drawing/2014/main" id="{36793C1F-057D-4B6B-9D4A-9F59918B8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570" y="3663156"/>
            <a:ext cx="2232660" cy="676275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D2C874A5-9A3A-423F-80E9-B6066E1F2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6825" y="4987924"/>
            <a:ext cx="2343150" cy="752475"/>
          </a:xfrm>
          <a:prstGeom prst="rect">
            <a:avLst/>
          </a:prstGeom>
        </p:spPr>
      </p:pic>
      <p:pic>
        <p:nvPicPr>
          <p:cNvPr id="6" name="Slika 5">
            <a:extLst>
              <a:ext uri="{FF2B5EF4-FFF2-40B4-BE49-F238E27FC236}">
                <a16:creationId xmlns:a16="http://schemas.microsoft.com/office/drawing/2014/main" id="{D55EECF9-C2AE-49D0-9E53-EC859609BA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122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D5CB862-DD5F-49D0-8566-F38BA2AA6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Odstranjevanje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12886D7A-D4E7-495E-908F-E15497B16D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l-SI" sz="2000" dirty="0"/>
              <a:t>Z odstranjevanjem rojev povečamo natančnost ali poenostavimo strukturo modela. Obstoječ model je lahko napačen zaradi osamelcev ali sprememb v lastnostih sistema. </a:t>
            </a:r>
          </a:p>
          <a:p>
            <a:r>
              <a:rPr lang="sl-SI" sz="2000" dirty="0"/>
              <a:t>Odstranjevanje je potrebno izvesti pazljivo saj nočemo zavreči koristnih informaciji [39]. Osamelce ne moremo vedno izločiti saj si zelo podobni cikličnim ali periodičnim pojavom. Ti dogodki so zastopani z manjšim številom vzorcev, ki pa vsebujejo veliko informacije. </a:t>
            </a:r>
          </a:p>
          <a:p>
            <a:r>
              <a:rPr lang="sl-SI" sz="2000" dirty="0"/>
              <a:t>prekrivanje </a:t>
            </a:r>
            <a:r>
              <a:rPr lang="en-US" sz="2000" dirty="0"/>
              <a:t>[12], </a:t>
            </a:r>
            <a:r>
              <a:rPr lang="sl-SI" sz="2000" dirty="0"/>
              <a:t>starost rojev [41]</a:t>
            </a:r>
            <a:r>
              <a:rPr lang="en-US" sz="2000" dirty="0"/>
              <a:t>,</a:t>
            </a:r>
            <a:r>
              <a:rPr lang="sl-SI" sz="2000" dirty="0"/>
              <a:t> uporabnost</a:t>
            </a:r>
            <a:r>
              <a:rPr lang="en-US" sz="2000" dirty="0"/>
              <a:t> </a:t>
            </a:r>
            <a:r>
              <a:rPr lang="sl-SI" sz="2000" dirty="0"/>
              <a:t>(</a:t>
            </a:r>
            <a:r>
              <a:rPr lang="en-US" sz="2000" i="1" dirty="0"/>
              <a:t>utility</a:t>
            </a:r>
            <a:r>
              <a:rPr lang="sl-SI" sz="2000" dirty="0"/>
              <a:t>)</a:t>
            </a:r>
            <a:r>
              <a:rPr lang="en-US" sz="2000" dirty="0"/>
              <a:t> (</a:t>
            </a:r>
            <a:r>
              <a:rPr lang="sl-SI" sz="2000" dirty="0"/>
              <a:t>akumulirana relativna aktivacija</a:t>
            </a:r>
            <a:r>
              <a:rPr lang="en-US" sz="2000" dirty="0"/>
              <a:t>,</a:t>
            </a:r>
            <a:r>
              <a:rPr lang="sl-SI" sz="2000" dirty="0"/>
              <a:t> redka aktivacija</a:t>
            </a:r>
            <a:r>
              <a:rPr lang="en-US" sz="2000" dirty="0"/>
              <a:t>,</a:t>
            </a:r>
            <a:r>
              <a:rPr lang="sl-SI" sz="2000" dirty="0"/>
              <a:t> nepomembnost</a:t>
            </a:r>
            <a:r>
              <a:rPr lang="en-US" sz="2000" dirty="0"/>
              <a:t>) [22,41,45</a:t>
            </a:r>
            <a:r>
              <a:rPr lang="sl-SI" sz="2000" dirty="0">
                <a:latin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48</a:t>
            </a:r>
            <a:r>
              <a:rPr lang="en-US" sz="2000" dirty="0"/>
              <a:t>], </a:t>
            </a:r>
            <a:r>
              <a:rPr lang="sl-SI" sz="2000" dirty="0"/>
              <a:t>število pripadajočih vzorcev [39,5]</a:t>
            </a:r>
          </a:p>
          <a:p>
            <a:endParaRPr lang="sl-SI" dirty="0"/>
          </a:p>
        </p:txBody>
      </p:sp>
      <p:pic>
        <p:nvPicPr>
          <p:cNvPr id="4" name="Slika 3">
            <a:extLst>
              <a:ext uri="{FF2B5EF4-FFF2-40B4-BE49-F238E27FC236}">
                <a16:creationId xmlns:a16="http://schemas.microsoft.com/office/drawing/2014/main" id="{6372B4F0-06F5-438E-A44C-05CBF48F23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7" name="Slika 6" descr="Slika, ki vsebuje besede besedilo&#10;&#10;Opis je samodejno ustvarjen">
            <a:extLst>
              <a:ext uri="{FF2B5EF4-FFF2-40B4-BE49-F238E27FC236}">
                <a16:creationId xmlns:a16="http://schemas.microsoft.com/office/drawing/2014/main" id="{3EFBE3DE-D154-408C-90ED-EB5CCA965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" y="5945187"/>
            <a:ext cx="1962150" cy="733425"/>
          </a:xfrm>
          <a:prstGeom prst="rect">
            <a:avLst/>
          </a:prstGeom>
        </p:spPr>
      </p:pic>
      <p:pic>
        <p:nvPicPr>
          <p:cNvPr id="8" name="Slika 7" descr="Slika, ki vsebuje besede ura, antena&#10;&#10;Opis je samodejno ustvarjen">
            <a:extLst>
              <a:ext uri="{FF2B5EF4-FFF2-40B4-BE49-F238E27FC236}">
                <a16:creationId xmlns:a16="http://schemas.microsoft.com/office/drawing/2014/main" id="{7DA9D3D4-84B5-4902-B19B-1A093CCC94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8725" y="6013450"/>
            <a:ext cx="1962150" cy="67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916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EBCEABC0-1914-41D7-80CD-2099FA5A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 fontScale="90000"/>
          </a:bodyPr>
          <a:lstStyle/>
          <a:p>
            <a:r>
              <a:rPr lang="sl-SI" sz="3400" dirty="0"/>
              <a:t>Optimizacija posledičnega dela modela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FF9CEB20-11ED-49A7-A1FC-827249F25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7435" y="2254869"/>
            <a:ext cx="9532111" cy="423360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sl-SI" sz="1400" b="1" dirty="0"/>
              <a:t>Lokalna optimizacija </a:t>
            </a:r>
            <a:r>
              <a:rPr lang="sl-SI" sz="1400" dirty="0"/>
              <a:t>[15], kjer so </a:t>
            </a:r>
            <a:r>
              <a:rPr lang="sl-SI" sz="1400" b="1" dirty="0"/>
              <a:t>parametri vsakega lokalnega modela optimizirani ločeno</a:t>
            </a:r>
            <a:r>
              <a:rPr lang="sl-SI" sz="1400" dirty="0"/>
              <a:t>. To omogoča večjo robustnost in </a:t>
            </a:r>
            <a:r>
              <a:rPr lang="sl-SI" sz="1400" dirty="0" err="1"/>
              <a:t>interpretabilnost</a:t>
            </a:r>
            <a:r>
              <a:rPr lang="sl-SI" sz="1400" dirty="0"/>
              <a:t> posameznih modelov.</a:t>
            </a:r>
          </a:p>
          <a:p>
            <a:pPr marL="0" indent="0">
              <a:buNone/>
            </a:pPr>
            <a:endParaRPr lang="sl-SI" sz="1400" dirty="0"/>
          </a:p>
          <a:p>
            <a:r>
              <a:rPr lang="sl-SI" sz="1400" dirty="0"/>
              <a:t>mehko </a:t>
            </a:r>
            <a:r>
              <a:rPr lang="sl-SI" sz="1400" dirty="0" err="1"/>
              <a:t>utežena</a:t>
            </a:r>
            <a:r>
              <a:rPr lang="sl-SI" sz="1400" dirty="0"/>
              <a:t> rekurzivna metoda najmanjših kvadratov</a:t>
            </a:r>
          </a:p>
          <a:p>
            <a:r>
              <a:rPr lang="sl-SI" sz="1400" dirty="0"/>
              <a:t>metode s pomožnim modeli (</a:t>
            </a:r>
            <a:r>
              <a:rPr lang="sl-SI" sz="1400" dirty="0" err="1"/>
              <a:t>auxiliary</a:t>
            </a:r>
            <a:r>
              <a:rPr lang="sl-SI" sz="1400" dirty="0"/>
              <a:t> </a:t>
            </a:r>
            <a:r>
              <a:rPr lang="en-US" sz="1400" dirty="0"/>
              <a:t>model</a:t>
            </a:r>
            <a:r>
              <a:rPr lang="sl-SI" sz="1400" dirty="0"/>
              <a:t>)</a:t>
            </a:r>
          </a:p>
          <a:p>
            <a:r>
              <a:rPr lang="sl-SI" sz="1400" dirty="0"/>
              <a:t>metode s hierarhičnim principom (h</a:t>
            </a:r>
            <a:r>
              <a:rPr lang="en-US" sz="1400" dirty="0" err="1"/>
              <a:t>ier</a:t>
            </a:r>
            <a:r>
              <a:rPr lang="sl-SI" sz="1400" dirty="0"/>
              <a:t>ar</a:t>
            </a:r>
            <a:r>
              <a:rPr lang="en-US" sz="1400" dirty="0" err="1"/>
              <a:t>hical</a:t>
            </a:r>
            <a:r>
              <a:rPr lang="en-US" sz="1400" dirty="0"/>
              <a:t> principle</a:t>
            </a:r>
            <a:r>
              <a:rPr lang="sl-SI" sz="1400" dirty="0"/>
              <a:t>)</a:t>
            </a:r>
          </a:p>
          <a:p>
            <a:r>
              <a:rPr lang="sl-SI" sz="1400" dirty="0"/>
              <a:t>m</a:t>
            </a:r>
            <a:r>
              <a:rPr lang="en-US" sz="1400" dirty="0" err="1"/>
              <a:t>ulti</a:t>
            </a:r>
            <a:r>
              <a:rPr lang="en-US" sz="1400" dirty="0"/>
              <a:t>-innovation</a:t>
            </a:r>
            <a:r>
              <a:rPr lang="sl-SI" sz="1400" dirty="0"/>
              <a:t> [47]</a:t>
            </a:r>
          </a:p>
          <a:p>
            <a:r>
              <a:rPr lang="sl-SI" sz="1400" dirty="0"/>
              <a:t>Metoda s pomožnimi spremenljivkami </a:t>
            </a:r>
          </a:p>
          <a:p>
            <a:r>
              <a:rPr lang="sl-SI" sz="1400" dirty="0" err="1"/>
              <a:t>Korentropija</a:t>
            </a:r>
            <a:r>
              <a:rPr lang="sl-SI" sz="1400" dirty="0"/>
              <a:t> (</a:t>
            </a:r>
            <a:r>
              <a:rPr lang="en-US" sz="1400" dirty="0" err="1"/>
              <a:t>Correntropy</a:t>
            </a:r>
            <a:r>
              <a:rPr lang="sl-SI" sz="1400" dirty="0"/>
              <a:t>) [47]</a:t>
            </a:r>
          </a:p>
          <a:p>
            <a:r>
              <a:rPr lang="en-US" sz="1400" dirty="0"/>
              <a:t>Kalman filter</a:t>
            </a:r>
            <a:endParaRPr lang="sl-SI" sz="1400" dirty="0"/>
          </a:p>
          <a:p>
            <a:r>
              <a:rPr lang="en-US" sz="1400" dirty="0"/>
              <a:t>Stochastic gradient </a:t>
            </a:r>
            <a:r>
              <a:rPr lang="sl-SI" sz="1400" dirty="0" err="1"/>
              <a:t>descent</a:t>
            </a:r>
            <a:endParaRPr lang="sl-SI" sz="1400" dirty="0"/>
          </a:p>
          <a:p>
            <a:endParaRPr lang="sl-SI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sz="1400" dirty="0"/>
          </a:p>
        </p:txBody>
      </p:sp>
      <p:pic>
        <p:nvPicPr>
          <p:cNvPr id="5" name="Slika 4" descr="Slika, ki vsebuje besede besedilo&#10;&#10;Opis je samodejno ustvarjen">
            <a:extLst>
              <a:ext uri="{FF2B5EF4-FFF2-40B4-BE49-F238E27FC236}">
                <a16:creationId xmlns:a16="http://schemas.microsoft.com/office/drawing/2014/main" id="{85FA5BB3-5F27-498A-A5B1-638AB5C57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206" y="688511"/>
            <a:ext cx="4812979" cy="1196833"/>
          </a:xfrm>
          <a:prstGeom prst="rect">
            <a:avLst/>
          </a:prstGeom>
        </p:spPr>
      </p:pic>
      <p:pic>
        <p:nvPicPr>
          <p:cNvPr id="10" name="Slika 9">
            <a:extLst>
              <a:ext uri="{FF2B5EF4-FFF2-40B4-BE49-F238E27FC236}">
                <a16:creationId xmlns:a16="http://schemas.microsoft.com/office/drawing/2014/main" id="{0B61EA95-4EAE-46A4-BC11-7E20A4889C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152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11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08293A48-0358-45D5-99AB-1890A56BB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sl-SI" sz="5000" dirty="0"/>
              <a:t>Ansambli </a:t>
            </a:r>
            <a:r>
              <a:rPr lang="sl-SI" sz="5000" b="0" i="0" dirty="0" err="1">
                <a:effectLst/>
              </a:rPr>
              <a:t>samorazvijajoči</a:t>
            </a:r>
            <a:r>
              <a:rPr lang="sl-SI" sz="5000" b="0" i="0" dirty="0">
                <a:effectLst/>
              </a:rPr>
              <a:t> se modelov</a:t>
            </a:r>
            <a:endParaRPr lang="sl-SI" sz="5000" dirty="0"/>
          </a:p>
        </p:txBody>
      </p:sp>
      <p:sp>
        <p:nvSpPr>
          <p:cNvPr id="5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Označba mesta vsebine 2">
                <a:extLst>
                  <a:ext uri="{FF2B5EF4-FFF2-40B4-BE49-F238E27FC236}">
                    <a16:creationId xmlns:a16="http://schemas.microsoft.com/office/drawing/2014/main" id="{09770A0F-0E9E-4F08-871D-40BE89BE24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80" y="2706624"/>
                <a:ext cx="6894576" cy="34838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sl-SI" sz="1400" dirty="0"/>
                  <a:t>Učenje </a:t>
                </a:r>
                <a:r>
                  <a:rPr lang="sl-SI" sz="1400" b="1" dirty="0"/>
                  <a:t>več</a:t>
                </a:r>
                <a:r>
                  <a:rPr lang="sl-SI" sz="1400" dirty="0"/>
                  <a:t> različnih </a:t>
                </a:r>
                <a:r>
                  <a:rPr lang="sl-SI" sz="1400" dirty="0" err="1"/>
                  <a:t>samorazvijajočih</a:t>
                </a:r>
                <a:r>
                  <a:rPr lang="sl-SI" sz="1400" dirty="0"/>
                  <a:t> se modelov </a:t>
                </a:r>
                <a:r>
                  <a:rPr lang="sl-SI" sz="1400" b="1" dirty="0"/>
                  <a:t>na istem problemu z različnimi parametri </a:t>
                </a:r>
                <a:r>
                  <a:rPr lang="en-US" sz="1400" dirty="0"/>
                  <a:t>[10, 48</a:t>
                </a:r>
                <a:r>
                  <a:rPr lang="sl-SI" sz="1400" dirty="0"/>
                  <a:t> ]</a:t>
                </a:r>
                <a14:m>
                  <m:oMath xmlns:m="http://schemas.openxmlformats.org/officeDocument/2006/math">
                    <m:r>
                      <a:rPr lang="sl-SI" sz="1400" i="1" dirty="0" smtClean="0"/>
                      <m:t>→</m:t>
                    </m:r>
                    <m:r>
                      <a:rPr lang="sl-SI" sz="1400" b="1" i="1" dirty="0"/>
                      <m:t> </m:t>
                    </m:r>
                  </m:oMath>
                </a14:m>
                <a:r>
                  <a:rPr lang="sl-SI" sz="1400" b="1" dirty="0"/>
                  <a:t>Ansambel/skupina </a:t>
                </a:r>
                <a:r>
                  <a:rPr lang="sl-SI" sz="1400" dirty="0"/>
                  <a:t>(</a:t>
                </a:r>
                <a:r>
                  <a:rPr lang="sl-SI" sz="1400" dirty="0" err="1"/>
                  <a:t>Ensamble</a:t>
                </a:r>
                <a:r>
                  <a:rPr lang="sl-SI" sz="1400" dirty="0"/>
                  <a:t> </a:t>
                </a:r>
                <a:r>
                  <a:rPr lang="sl-SI" sz="1400" dirty="0" err="1"/>
                  <a:t>learning</a:t>
                </a:r>
                <a:r>
                  <a:rPr lang="sl-SI" sz="1400" dirty="0"/>
                  <a:t>). </a:t>
                </a:r>
              </a:p>
              <a:p>
                <a:pPr marL="0" indent="0">
                  <a:buNone/>
                </a:pPr>
                <a:r>
                  <a:rPr lang="sl-SI" sz="1400" dirty="0"/>
                  <a:t>Posamezni </a:t>
                </a:r>
                <a:r>
                  <a:rPr lang="sl-SI" sz="1400" dirty="0" err="1"/>
                  <a:t>samorazvijajoči</a:t>
                </a:r>
                <a:r>
                  <a:rPr lang="sl-SI" sz="1400" dirty="0"/>
                  <a:t> se modeli v ansamblu se lahko razlikujejo po: </a:t>
                </a:r>
                <a:r>
                  <a:rPr lang="sl-SI" sz="1400" b="1" dirty="0"/>
                  <a:t>strukturi</a:t>
                </a:r>
                <a:r>
                  <a:rPr lang="sl-SI" sz="1400" dirty="0"/>
                  <a:t>, </a:t>
                </a:r>
                <a:r>
                  <a:rPr lang="sl-SI" sz="1400" b="1" dirty="0"/>
                  <a:t>številu</a:t>
                </a:r>
                <a:r>
                  <a:rPr lang="sl-SI" sz="1400" dirty="0"/>
                  <a:t> </a:t>
                </a:r>
                <a:r>
                  <a:rPr lang="sl-SI" sz="1400" b="1" dirty="0"/>
                  <a:t>parametrov</a:t>
                </a:r>
                <a:r>
                  <a:rPr lang="sl-SI" sz="1400" dirty="0"/>
                  <a:t>, </a:t>
                </a:r>
                <a:r>
                  <a:rPr lang="sl-SI" sz="1400" b="1" dirty="0"/>
                  <a:t>omejitvah</a:t>
                </a:r>
                <a:r>
                  <a:rPr lang="sl-SI" sz="1400" dirty="0"/>
                  <a:t> (</a:t>
                </a:r>
                <a:r>
                  <a:rPr lang="sl-SI" sz="1400" dirty="0" err="1"/>
                  <a:t>constraints</a:t>
                </a:r>
                <a:r>
                  <a:rPr lang="sl-SI" sz="1400" dirty="0"/>
                  <a:t>), </a:t>
                </a:r>
                <a:r>
                  <a:rPr lang="sl-SI" sz="1400" b="1" dirty="0" err="1"/>
                  <a:t>kriterijski</a:t>
                </a:r>
                <a:r>
                  <a:rPr lang="sl-SI" sz="1400" dirty="0"/>
                  <a:t> </a:t>
                </a:r>
                <a:r>
                  <a:rPr lang="sl-SI" sz="1400" b="1" dirty="0"/>
                  <a:t>funkciji</a:t>
                </a:r>
                <a:r>
                  <a:rPr lang="sl-SI" sz="1400" dirty="0"/>
                  <a:t>, </a:t>
                </a:r>
                <a:r>
                  <a:rPr lang="sl-SI" sz="1400" b="1" dirty="0"/>
                  <a:t>tipu </a:t>
                </a:r>
                <a:r>
                  <a:rPr lang="sl-SI" sz="1400" b="1" dirty="0" err="1"/>
                  <a:t>samorazvijajočega</a:t>
                </a:r>
                <a:r>
                  <a:rPr lang="sl-SI" sz="1400" b="1" dirty="0"/>
                  <a:t> se modela</a:t>
                </a:r>
                <a:r>
                  <a:rPr lang="sl-SI" sz="1400" dirty="0"/>
                  <a:t>. </a:t>
                </a:r>
              </a:p>
              <a:p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Extreme Learning Machines (ELMs) (2009) 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(naključna inicializacija parametrov in strukture)</a:t>
                </a:r>
              </a:p>
              <a:p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Parsimonious ensemble (</a:t>
                </a:r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pENsemble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 (2018) 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(odstranjevanje modelov in izbira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značilk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Ensamble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of Fuzzy-set-Based evolving Models (</a:t>
                </a:r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FBeM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 (201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5) (različni parametri in strukture)</a:t>
                </a:r>
              </a:p>
              <a:p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Ensamble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of optimal evolving granular experts (</a:t>
                </a:r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eOGS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 (2019) [48]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(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uses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multiple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aggregation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functions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sl-SI" sz="1400" dirty="0" err="1">
                    <a:ea typeface="Calibri" panose="020F0502020204030204" pitchFamily="34" charset="0"/>
                    <a:cs typeface="Times New Roman" panose="02020603050405020304" pitchFamily="18" charset="0"/>
                  </a:rPr>
                  <a:t>M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ultilayer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ensemble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evolving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fuzzy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inference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system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MEEFIS (2019) [44] (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samorazvijajoči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se modeli kot gradniki omrežja)</a:t>
                </a:r>
              </a:p>
              <a:p>
                <a:pPr marL="0" indent="0">
                  <a:buNone/>
                </a:pPr>
                <a:endParaRPr lang="sl-SI" sz="1000" dirty="0"/>
              </a:p>
            </p:txBody>
          </p:sp>
        </mc:Choice>
        <mc:Fallback>
          <p:sp>
            <p:nvSpPr>
              <p:cNvPr id="3" name="Označba mesta vsebine 2">
                <a:extLst>
                  <a:ext uri="{FF2B5EF4-FFF2-40B4-BE49-F238E27FC236}">
                    <a16:creationId xmlns:a16="http://schemas.microsoft.com/office/drawing/2014/main" id="{09770A0F-0E9E-4F08-871D-40BE89BE24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706624"/>
                <a:ext cx="6894576" cy="3483864"/>
              </a:xfrm>
              <a:blipFill>
                <a:blip r:embed="rId3"/>
                <a:stretch>
                  <a:fillRect l="-265" t="-874"/>
                </a:stretch>
              </a:blipFill>
            </p:spPr>
            <p:txBody>
              <a:bodyPr/>
              <a:lstStyle/>
              <a:p>
                <a:r>
                  <a:rPr lang="sl-SI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Slika 6">
            <a:extLst>
              <a:ext uri="{FF2B5EF4-FFF2-40B4-BE49-F238E27FC236}">
                <a16:creationId xmlns:a16="http://schemas.microsoft.com/office/drawing/2014/main" id="{3AEBCE64-73E8-4850-89A4-FE6B5C3725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634174"/>
            <a:ext cx="4014216" cy="2819987"/>
          </a:xfrm>
          <a:prstGeom prst="rect">
            <a:avLst/>
          </a:prstGeom>
        </p:spPr>
      </p:pic>
      <p:pic>
        <p:nvPicPr>
          <p:cNvPr id="6" name="Picture 42" descr="Diagram&#10;&#10;Description automatically generated">
            <a:extLst>
              <a:ext uri="{FF2B5EF4-FFF2-40B4-BE49-F238E27FC236}">
                <a16:creationId xmlns:a16="http://schemas.microsoft.com/office/drawing/2014/main" id="{22993324-5225-4517-8700-DCDAE7E8F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163352"/>
            <a:ext cx="3995928" cy="2007953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F6BFB80F-971E-4EED-AC4F-C577992174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783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8A86C58-8A74-461B-B93C-6CB631DC2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3800"/>
              <a:t>Odprta vprašanja na področju samorazvijajočih se sistemov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37870A5-48CA-42D8-91E1-59D70059D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sl-SI" sz="2200"/>
              <a:t>obravnava </a:t>
            </a:r>
            <a:r>
              <a:rPr lang="sl-SI" sz="2200" b="1"/>
              <a:t>manjkajočih vzorcev </a:t>
            </a:r>
            <a:r>
              <a:rPr lang="sl-SI" sz="2200"/>
              <a:t>(</a:t>
            </a:r>
            <a:r>
              <a:rPr lang="sl-SI" sz="2200" i="1"/>
              <a:t>missing data</a:t>
            </a:r>
            <a:r>
              <a:rPr lang="sl-SI" sz="2200"/>
              <a:t>) in </a:t>
            </a:r>
            <a:r>
              <a:rPr lang="sl-SI" sz="2200" b="1"/>
              <a:t>osamelcev</a:t>
            </a:r>
            <a:r>
              <a:rPr lang="sl-SI" sz="2200"/>
              <a:t> (</a:t>
            </a:r>
            <a:r>
              <a:rPr lang="sl-SI" sz="2200" i="1"/>
              <a:t>outliers</a:t>
            </a:r>
            <a:r>
              <a:rPr lang="sl-SI" sz="2200"/>
              <a:t>) </a:t>
            </a:r>
          </a:p>
          <a:p>
            <a:r>
              <a:rPr lang="sl-SI" sz="2200" b="1"/>
              <a:t>teoremi</a:t>
            </a:r>
            <a:r>
              <a:rPr lang="sl-SI" sz="2200"/>
              <a:t> za zagotavljanje </a:t>
            </a:r>
            <a:r>
              <a:rPr lang="sl-SI" sz="2200" b="1"/>
              <a:t>dolgoročne stabilnosti </a:t>
            </a:r>
            <a:r>
              <a:rPr lang="sl-SI" sz="2200"/>
              <a:t>in </a:t>
            </a:r>
            <a:r>
              <a:rPr lang="sl-SI" sz="2200" b="1"/>
              <a:t>konvergence</a:t>
            </a:r>
          </a:p>
          <a:p>
            <a:r>
              <a:rPr lang="sl-SI" sz="2200" b="1"/>
              <a:t>načrtovanje experimentov </a:t>
            </a:r>
            <a:r>
              <a:rPr lang="sl-SI" sz="2200"/>
              <a:t>(Design of Experiments)</a:t>
            </a:r>
          </a:p>
          <a:p>
            <a:r>
              <a:rPr lang="sl-SI" sz="2200"/>
              <a:t>predlogi </a:t>
            </a:r>
            <a:r>
              <a:rPr lang="sl-SI" sz="2200" b="1"/>
              <a:t>za potek dela </a:t>
            </a:r>
            <a:r>
              <a:rPr lang="sl-SI" sz="2200"/>
              <a:t>(</a:t>
            </a:r>
            <a:r>
              <a:rPr lang="sl-SI" sz="2200" i="1"/>
              <a:t>workflow</a:t>
            </a:r>
            <a:r>
              <a:rPr lang="sl-SI" sz="2200"/>
              <a:t>)</a:t>
            </a:r>
          </a:p>
          <a:p>
            <a:r>
              <a:rPr lang="sl-SI" sz="2200" b="1"/>
              <a:t>mere uspešnosti </a:t>
            </a:r>
            <a:r>
              <a:rPr lang="sl-SI" sz="2200"/>
              <a:t>sprotnega delovanja (</a:t>
            </a:r>
            <a:r>
              <a:rPr lang="en-US" sz="2200" i="1"/>
              <a:t>performance metrics</a:t>
            </a:r>
            <a:r>
              <a:rPr lang="sl-SI" sz="2200"/>
              <a:t>) </a:t>
            </a:r>
          </a:p>
          <a:p>
            <a:r>
              <a:rPr lang="sl-SI" sz="2200" b="1"/>
              <a:t>paralelno </a:t>
            </a:r>
            <a:r>
              <a:rPr lang="sl-SI" sz="2200"/>
              <a:t>učenje</a:t>
            </a:r>
            <a:r>
              <a:rPr lang="sl-SI" sz="2200" b="1"/>
              <a:t> </a:t>
            </a:r>
            <a:r>
              <a:rPr lang="sl-SI" sz="2200"/>
              <a:t>(</a:t>
            </a:r>
            <a:r>
              <a:rPr lang="en-US" sz="2200" i="1"/>
              <a:t>parallelization</a:t>
            </a:r>
            <a:r>
              <a:rPr lang="sl-SI" sz="2200"/>
              <a:t>)</a:t>
            </a:r>
          </a:p>
          <a:p>
            <a:r>
              <a:rPr lang="sl-SI" sz="2200" b="1"/>
              <a:t>programski senzorji </a:t>
            </a:r>
            <a:r>
              <a:rPr lang="sl-SI" sz="2200"/>
              <a:t>(soft sensors)</a:t>
            </a:r>
          </a:p>
          <a:p>
            <a:r>
              <a:rPr lang="sl-SI" sz="2200"/>
              <a:t>sprotna </a:t>
            </a:r>
            <a:r>
              <a:rPr lang="sl-SI" sz="2200" b="1"/>
              <a:t>izbira regresorjev</a:t>
            </a:r>
          </a:p>
          <a:p>
            <a:endParaRPr lang="sl-SI" sz="2200" i="1"/>
          </a:p>
        </p:txBody>
      </p:sp>
    </p:spTree>
    <p:extLst>
      <p:ext uri="{BB962C8B-B14F-4D97-AF65-F5344CB8AC3E}">
        <p14:creationId xmlns:p14="http://schemas.microsoft.com/office/powerpoint/2010/main" val="996068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3AC806F-76B1-43B6-8CA1-6EDE0AFBE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4EEC0B6B-315E-4151-9F84-788485AA5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 dirty="0"/>
          </a:p>
        </p:txBody>
      </p:sp>
      <p:pic>
        <p:nvPicPr>
          <p:cNvPr id="4" name="Slika 3">
            <a:extLst>
              <a:ext uri="{FF2B5EF4-FFF2-40B4-BE49-F238E27FC236}">
                <a16:creationId xmlns:a16="http://schemas.microsoft.com/office/drawing/2014/main" id="{C088F720-0C4B-497B-AD63-5833701D8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740" y="1998345"/>
            <a:ext cx="4287520" cy="286131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" name="Predmet 6">
            <a:extLst>
              <a:ext uri="{FF2B5EF4-FFF2-40B4-BE49-F238E27FC236}">
                <a16:creationId xmlns:a16="http://schemas.microsoft.com/office/drawing/2014/main" id="{C90C24EF-A9AF-4456-89A1-749796B2A5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9005449"/>
              </p:ext>
            </p:extLst>
          </p:nvPr>
        </p:nvGraphicFramePr>
        <p:xfrm>
          <a:off x="4620260" y="2097405"/>
          <a:ext cx="3571875" cy="2762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3" imgW="3571539" imgH="2762199" progId="Acrobat.Document.DC">
                  <p:embed/>
                </p:oleObj>
              </mc:Choice>
              <mc:Fallback>
                <p:oleObj name="Acrobat Document" r:id="rId3" imgW="3571539" imgH="2762199" progId="Acrobat.Document.DC">
                  <p:embed/>
                  <p:pic>
                    <p:nvPicPr>
                      <p:cNvPr id="7" name="Predmet 6">
                        <a:extLst>
                          <a:ext uri="{FF2B5EF4-FFF2-40B4-BE49-F238E27FC236}">
                            <a16:creationId xmlns:a16="http://schemas.microsoft.com/office/drawing/2014/main" id="{C90C24EF-A9AF-4456-89A1-749796B2A5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20260" y="2097405"/>
                        <a:ext cx="3571875" cy="2762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62989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isarn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isarn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1079</TotalTime>
  <Words>2065</Words>
  <Application>Microsoft Office PowerPoint</Application>
  <PresentationFormat>Širokozaslonsko</PresentationFormat>
  <Paragraphs>160</Paragraphs>
  <Slides>19</Slides>
  <Notes>9</Notes>
  <HiddenSlides>0</HiddenSlides>
  <MMClips>0</MMClips>
  <ScaleCrop>false</ScaleCrop>
  <HeadingPairs>
    <vt:vector size="8" baseType="variant">
      <vt:variant>
        <vt:lpstr>Uporabljene pisave</vt:lpstr>
      </vt:variant>
      <vt:variant>
        <vt:i4>6</vt:i4>
      </vt:variant>
      <vt:variant>
        <vt:lpstr>Tema</vt:lpstr>
      </vt:variant>
      <vt:variant>
        <vt:i4>1</vt:i4>
      </vt:variant>
      <vt:variant>
        <vt:lpstr>Vdelani OLE strežniki</vt:lpstr>
      </vt:variant>
      <vt:variant>
        <vt:i4>1</vt:i4>
      </vt:variant>
      <vt:variant>
        <vt:lpstr>Naslovi diapozitivov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CMR12</vt:lpstr>
      <vt:lpstr>CMR17</vt:lpstr>
      <vt:lpstr>Times New Roman</vt:lpstr>
      <vt:lpstr>Officeova tema</vt:lpstr>
      <vt:lpstr>Acrobat Document</vt:lpstr>
      <vt:lpstr>PowerPointova predstavitev</vt:lpstr>
      <vt:lpstr>Samorazvijajoči se (inteligentni) sistemi</vt:lpstr>
      <vt:lpstr>Samorazvijajoči se (inteligentni) sistemi</vt:lpstr>
      <vt:lpstr>Tok podatkov</vt:lpstr>
      <vt:lpstr>Samorazvijajoči se mehki sistemi</vt:lpstr>
      <vt:lpstr>Samorazvijajoči se nevro-mehki sistemi</vt:lpstr>
      <vt:lpstr>Rojenje in Granulacija</vt:lpstr>
      <vt:lpstr>Metode rojenja</vt:lpstr>
      <vt:lpstr>Transparentnost in interpretabilnost</vt:lpstr>
      <vt:lpstr>Dodajanje rojev</vt:lpstr>
      <vt:lpstr>Združevanje, razcep in odstranjevanje rojev</vt:lpstr>
      <vt:lpstr>Pogoji za združevanje rojev</vt:lpstr>
      <vt:lpstr>Združevnaje rojev</vt:lpstr>
      <vt:lpstr>Razcep rojev</vt:lpstr>
      <vt:lpstr>Odstranjevanje rojev</vt:lpstr>
      <vt:lpstr>Optimizacija posledičnega dela modela</vt:lpstr>
      <vt:lpstr>Ansambli samorazvijajoči se modelov</vt:lpstr>
      <vt:lpstr>Odprta vprašanja na področju samorazvijajočih se sistemov</vt:lpstr>
      <vt:lpstr>PowerPointova predstavitev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Samo razvijajoči se sistemi Seminarska naloga 1</dc:title>
  <dc:creator>Ožbot, Miha</dc:creator>
  <cp:lastModifiedBy>Ožbot, Miha</cp:lastModifiedBy>
  <cp:revision>1</cp:revision>
  <dcterms:created xsi:type="dcterms:W3CDTF">2022-03-16T16:17:31Z</dcterms:created>
  <dcterms:modified xsi:type="dcterms:W3CDTF">2022-04-12T18:03:03Z</dcterms:modified>
</cp:coreProperties>
</file>