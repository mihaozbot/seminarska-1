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F96E047F.xml" ContentType="application/vnd.ms-powerpoint.comments+xml"/>
  <Override PartName="/ppt/notesSlides/notesSlide6.xml" ContentType="application/vnd.openxmlformats-officedocument.presentationml.notesSlide+xml"/>
  <Override PartName="/ppt/comments/modernComment_11E_C901B684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10_FAD9860D.xml" ContentType="application/vnd.ms-powerpoint.comments+xml"/>
  <Override PartName="/ppt/notesSlides/notesSlide9.xml" ContentType="application/vnd.openxmlformats-officedocument.presentationml.notesSlide+xml"/>
  <Override PartName="/ppt/comments/modernComment_111_C1265F66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15_69ED7051.xml" ContentType="application/vnd.ms-powerpoint.comments+xml"/>
  <Override PartName="/ppt/notesSlides/notesSlide13.xml" ContentType="application/vnd.openxmlformats-officedocument.presentationml.notesSlide+xml"/>
  <Override PartName="/ppt/comments/modernComment_117_A9D910F1.xml" ContentType="application/vnd.ms-powerpoint.comments+xml"/>
  <Override PartName="/ppt/notesSlides/notesSlide14.xml" ContentType="application/vnd.openxmlformats-officedocument.presentationml.notesSlide+xml"/>
  <Override PartName="/ppt/comments/modernComment_116_CE50F583.xml" ContentType="application/vnd.ms-powerpoint.comments+xml"/>
  <Override PartName="/ppt/notesSlides/notesSlide15.xml" ContentType="application/vnd.openxmlformats-officedocument.presentationml.notesSlide+xml"/>
  <Override PartName="/ppt/comments/modernComment_121_E14051A.xml" ContentType="application/vnd.ms-powerpoint.comments+xml"/>
  <Override PartName="/ppt/notesSlides/notesSlide16.xml" ContentType="application/vnd.openxmlformats-officedocument.presentationml.notesSlide+xml"/>
  <Override PartName="/ppt/comments/modernComment_118_9A12B3C3.xml" ContentType="application/vnd.ms-powerpoint.comments+xml"/>
  <Override PartName="/ppt/notesSlides/notesSlide17.xml" ContentType="application/vnd.openxmlformats-officedocument.presentationml.notesSlide+xml"/>
  <Override PartName="/ppt/comments/modernComment_119_E8B4A55E.xml" ContentType="application/vnd.ms-powerpoint.comments+xml"/>
  <Override PartName="/ppt/notesSlides/notesSlide18.xml" ContentType="application/vnd.openxmlformats-officedocument.presentationml.notesSlide+xml"/>
  <Override PartName="/ppt/comments/modernComment_11A_3451E80B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67" r:id="rId2"/>
    <p:sldId id="268" r:id="rId3"/>
    <p:sldId id="285" r:id="rId4"/>
    <p:sldId id="269" r:id="rId5"/>
    <p:sldId id="271" r:id="rId6"/>
    <p:sldId id="286" r:id="rId7"/>
    <p:sldId id="276" r:id="rId8"/>
    <p:sldId id="272" r:id="rId9"/>
    <p:sldId id="273" r:id="rId10"/>
    <p:sldId id="274" r:id="rId11"/>
    <p:sldId id="275" r:id="rId12"/>
    <p:sldId id="277" r:id="rId13"/>
    <p:sldId id="279" r:id="rId14"/>
    <p:sldId id="278" r:id="rId15"/>
    <p:sldId id="289" r:id="rId16"/>
    <p:sldId id="280" r:id="rId17"/>
    <p:sldId id="281" r:id="rId18"/>
    <p:sldId id="282" r:id="rId19"/>
    <p:sldId id="283" r:id="rId20"/>
    <p:sldId id="287" r:id="rId21"/>
    <p:sldId id="284" r:id="rId22"/>
    <p:sldId id="288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569D20-1BE9-4E31-8727-DBC28E2976AA}">
          <p14:sldIdLst>
            <p14:sldId id="267"/>
            <p14:sldId id="268"/>
            <p14:sldId id="285"/>
            <p14:sldId id="269"/>
            <p14:sldId id="271"/>
            <p14:sldId id="286"/>
            <p14:sldId id="276"/>
            <p14:sldId id="272"/>
            <p14:sldId id="273"/>
            <p14:sldId id="274"/>
            <p14:sldId id="275"/>
            <p14:sldId id="277"/>
            <p14:sldId id="279"/>
            <p14:sldId id="278"/>
            <p14:sldId id="289"/>
            <p14:sldId id="280"/>
            <p14:sldId id="281"/>
            <p14:sldId id="282"/>
            <p14:sldId id="283"/>
            <p14:sldId id="287"/>
            <p14:sldId id="284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AA44F-8C06-06A4-9B46-843E92AFBC2B}" name="OŽBOT, MIHA" initials="OM" userId="S::mo1170@student.uni-lj.si::36448ee4-d56c-450a-8c5f-e012d647b106" providerId="AD"/>
  <p188:author id="{C6F2067D-C351-4052-C3C5-B9A94ED1B56D}" name="Ožbot, Miha" initials="OM" userId="Ožbot, Mi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7C631-6EBE-44D1-B206-EBF2F4F94390}" v="10" dt="2022-05-10T12:06:04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70144" autoAdjust="0"/>
  </p:normalViewPr>
  <p:slideViewPr>
    <p:cSldViewPr snapToGrid="0">
      <p:cViewPr>
        <p:scale>
          <a:sx n="100" d="100"/>
          <a:sy n="100" d="100"/>
        </p:scale>
        <p:origin x="1152" y="258"/>
      </p:cViewPr>
      <p:guideLst/>
    </p:cSldViewPr>
  </p:slideViewPr>
  <p:outlineViewPr>
    <p:cViewPr>
      <p:scale>
        <a:sx n="33" d="100"/>
        <a:sy n="33" d="100"/>
      </p:scale>
      <p:origin x="0" y="-943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0BABEBF6-A9A9-47E6-BEAD-E6E8D356AA02}"/>
    <pc:docChg chg="undo custSel delSld modSld">
      <pc:chgData name="Ožbot, Miha" userId="5fdfeab2-e3ac-40dc-9f9d-ac602c9b72a8" providerId="ADAL" clId="{0BABEBF6-A9A9-47E6-BEAD-E6E8D356AA02}" dt="2022-05-06T13:45:16.383" v="641"/>
      <pc:docMkLst>
        <pc:docMk/>
      </pc:docMkLst>
      <pc:sldChg chg="modSp mod">
        <pc:chgData name="Ožbot, Miha" userId="5fdfeab2-e3ac-40dc-9f9d-ac602c9b72a8" providerId="ADAL" clId="{0BABEBF6-A9A9-47E6-BEAD-E6E8D356AA02}" dt="2022-05-06T13:38:44.570" v="244" actId="20577"/>
        <pc:sldMkLst>
          <pc:docMk/>
          <pc:sldMk cId="64491679" sldId="267"/>
        </pc:sldMkLst>
        <pc:spChg chg="mod">
          <ac:chgData name="Ožbot, Miha" userId="5fdfeab2-e3ac-40dc-9f9d-ac602c9b72a8" providerId="ADAL" clId="{0BABEBF6-A9A9-47E6-BEAD-E6E8D356AA02}" dt="2022-05-06T13:38:44.570" v="244" actId="20577"/>
          <ac:spMkLst>
            <pc:docMk/>
            <pc:sldMk cId="64491679" sldId="267"/>
            <ac:spMk id="9" creationId="{6DA218C9-C330-4154-AE98-7F01B3DE7357}"/>
          </ac:spMkLst>
        </pc:spChg>
        <pc:spChg chg="mod">
          <ac:chgData name="Ožbot, Miha" userId="5fdfeab2-e3ac-40dc-9f9d-ac602c9b72a8" providerId="ADAL" clId="{0BABEBF6-A9A9-47E6-BEAD-E6E8D356AA02}" dt="2022-05-06T13:33:34.267" v="221" actId="20577"/>
          <ac:spMkLst>
            <pc:docMk/>
            <pc:sldMk cId="64491679" sldId="267"/>
            <ac:spMk id="13" creationId="{D1708218-1CC5-4DF6-926B-EA887227088E}"/>
          </ac:spMkLst>
        </pc:spChg>
      </pc:sldChg>
      <pc:sldChg chg="modSp mod">
        <pc:chgData name="Ožbot, Miha" userId="5fdfeab2-e3ac-40dc-9f9d-ac602c9b72a8" providerId="ADAL" clId="{0BABEBF6-A9A9-47E6-BEAD-E6E8D356AA02}" dt="2022-05-06T13:44:58.292" v="640" actId="113"/>
        <pc:sldMkLst>
          <pc:docMk/>
          <pc:sldMk cId="3904398675" sldId="268"/>
        </pc:sldMkLst>
        <pc:spChg chg="mod">
          <ac:chgData name="Ožbot, Miha" userId="5fdfeab2-e3ac-40dc-9f9d-ac602c9b72a8" providerId="ADAL" clId="{0BABEBF6-A9A9-47E6-BEAD-E6E8D356AA02}" dt="2022-05-06T13:39:22.619" v="273" actId="20577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0BABEBF6-A9A9-47E6-BEAD-E6E8D356AA02}" dt="2022-05-06T13:29:38.058" v="191" actId="20577"/>
          <ac:spMkLst>
            <pc:docMk/>
            <pc:sldMk cId="3904398675" sldId="268"/>
            <ac:spMk id="9" creationId="{BED5F910-92AB-4FEF-8283-1ED6658F7DBE}"/>
          </ac:spMkLst>
        </pc:spChg>
        <pc:spChg chg="mod">
          <ac:chgData name="Ožbot, Miha" userId="5fdfeab2-e3ac-40dc-9f9d-ac602c9b72a8" providerId="ADAL" clId="{0BABEBF6-A9A9-47E6-BEAD-E6E8D356AA02}" dt="2022-05-06T13:44:58.292" v="640" actId="113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5fdfeab2-e3ac-40dc-9f9d-ac602c9b72a8" providerId="ADAL" clId="{0BABEBF6-A9A9-47E6-BEAD-E6E8D356AA02}" dt="2022-05-06T13:45:16.383" v="641"/>
        <pc:sldMkLst>
          <pc:docMk/>
          <pc:sldMk cId="1239167803" sldId="285"/>
        </pc:sldMkLst>
        <pc:spChg chg="mod">
          <ac:chgData name="Ožbot, Miha" userId="5fdfeab2-e3ac-40dc-9f9d-ac602c9b72a8" providerId="ADAL" clId="{0BABEBF6-A9A9-47E6-BEAD-E6E8D356AA02}" dt="2022-05-06T13:45:16.383" v="641"/>
          <ac:spMkLst>
            <pc:docMk/>
            <pc:sldMk cId="1239167803" sldId="285"/>
            <ac:spMk id="2" creationId="{8028B34C-71DF-4C39-AB40-22F05570FEFC}"/>
          </ac:spMkLst>
        </pc:spChg>
      </pc:sldChg>
      <pc:sldChg chg="del">
        <pc:chgData name="Ožbot, Miha" userId="5fdfeab2-e3ac-40dc-9f9d-ac602c9b72a8" providerId="ADAL" clId="{0BABEBF6-A9A9-47E6-BEAD-E6E8D356AA02}" dt="2022-05-06T13:07:28.583" v="2" actId="47"/>
        <pc:sldMkLst>
          <pc:docMk/>
          <pc:sldMk cId="2439943696" sldId="290"/>
        </pc:sldMkLst>
      </pc:sldChg>
    </pc:docChg>
  </pc:docChgLst>
  <pc:docChgLst>
    <pc:chgData name="Ožbot, Miha" userId="5fdfeab2-e3ac-40dc-9f9d-ac602c9b72a8" providerId="ADAL" clId="{E957C631-6EBE-44D1-B206-EBF2F4F94390}"/>
    <pc:docChg chg="undo custSel addSld delSld modSld addSection delSection">
      <pc:chgData name="Ožbot, Miha" userId="5fdfeab2-e3ac-40dc-9f9d-ac602c9b72a8" providerId="ADAL" clId="{E957C631-6EBE-44D1-B206-EBF2F4F94390}" dt="2022-05-17T07:44:54.301" v="7674" actId="729"/>
      <pc:docMkLst>
        <pc:docMk/>
      </pc:docMkLst>
      <pc:sldChg chg="modSp mod">
        <pc:chgData name="Ožbot, Miha" userId="5fdfeab2-e3ac-40dc-9f9d-ac602c9b72a8" providerId="ADAL" clId="{E957C631-6EBE-44D1-B206-EBF2F4F94390}" dt="2022-05-09T10:12:52.555" v="931" actId="1076"/>
        <pc:sldMkLst>
          <pc:docMk/>
          <pc:sldMk cId="64491679" sldId="267"/>
        </pc:sldMkLst>
        <pc:spChg chg="mod">
          <ac:chgData name="Ožbot, Miha" userId="5fdfeab2-e3ac-40dc-9f9d-ac602c9b72a8" providerId="ADAL" clId="{E957C631-6EBE-44D1-B206-EBF2F4F94390}" dt="2022-05-09T09:45:08.438" v="776" actId="790"/>
          <ac:spMkLst>
            <pc:docMk/>
            <pc:sldMk cId="64491679" sldId="267"/>
            <ac:spMk id="5" creationId="{454E3BB4-99D4-4D73-914D-9E311F546EFE}"/>
          </ac:spMkLst>
        </pc:spChg>
        <pc:spChg chg="mod">
          <ac:chgData name="Ožbot, Miha" userId="5fdfeab2-e3ac-40dc-9f9d-ac602c9b72a8" providerId="ADAL" clId="{E957C631-6EBE-44D1-B206-EBF2F4F94390}" dt="2022-05-09T09:45:08.438" v="776" actId="790"/>
          <ac:spMkLst>
            <pc:docMk/>
            <pc:sldMk cId="64491679" sldId="267"/>
            <ac:spMk id="6" creationId="{E82744B7-692C-4BF4-9CDE-E39040EB63DB}"/>
          </ac:spMkLst>
        </pc:spChg>
        <pc:spChg chg="mod">
          <ac:chgData name="Ožbot, Miha" userId="5fdfeab2-e3ac-40dc-9f9d-ac602c9b72a8" providerId="ADAL" clId="{E957C631-6EBE-44D1-B206-EBF2F4F94390}" dt="2022-05-09T09:45:08.438" v="776" actId="790"/>
          <ac:spMkLst>
            <pc:docMk/>
            <pc:sldMk cId="64491679" sldId="267"/>
            <ac:spMk id="9" creationId="{6DA218C9-C330-4154-AE98-7F01B3DE7357}"/>
          </ac:spMkLst>
        </pc:spChg>
        <pc:spChg chg="mod">
          <ac:chgData name="Ožbot, Miha" userId="5fdfeab2-e3ac-40dc-9f9d-ac602c9b72a8" providerId="ADAL" clId="{E957C631-6EBE-44D1-B206-EBF2F4F94390}" dt="2022-05-09T10:12:52.555" v="931" actId="1076"/>
          <ac:spMkLst>
            <pc:docMk/>
            <pc:sldMk cId="64491679" sldId="267"/>
            <ac:spMk id="13" creationId="{D1708218-1CC5-4DF6-926B-EA887227088E}"/>
          </ac:spMkLst>
        </pc:spChg>
        <pc:picChg chg="mod">
          <ac:chgData name="Ožbot, Miha" userId="5fdfeab2-e3ac-40dc-9f9d-ac602c9b72a8" providerId="ADAL" clId="{E957C631-6EBE-44D1-B206-EBF2F4F94390}" dt="2022-05-09T09:45:54.571" v="781" actId="1076"/>
          <ac:picMkLst>
            <pc:docMk/>
            <pc:sldMk cId="64491679" sldId="267"/>
            <ac:picMk id="8" creationId="{A74E07DE-D6ED-4615-9AC8-958D66DC1066}"/>
          </ac:picMkLst>
        </pc:picChg>
      </pc:sldChg>
      <pc:sldChg chg="addSp delSp modSp mod">
        <pc:chgData name="Ožbot, Miha" userId="5fdfeab2-e3ac-40dc-9f9d-ac602c9b72a8" providerId="ADAL" clId="{E957C631-6EBE-44D1-B206-EBF2F4F94390}" dt="2022-05-09T16:25:33.086" v="5395" actId="313"/>
        <pc:sldMkLst>
          <pc:docMk/>
          <pc:sldMk cId="3904398675" sldId="268"/>
        </pc:sldMkLst>
        <pc:spChg chg="mod">
          <ac:chgData name="Ožbot, Miha" userId="5fdfeab2-e3ac-40dc-9f9d-ac602c9b72a8" providerId="ADAL" clId="{E957C631-6EBE-44D1-B206-EBF2F4F94390}" dt="2022-05-09T16:25:33.086" v="5395" actId="313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E957C631-6EBE-44D1-B206-EBF2F4F94390}" dt="2022-05-09T09:45:16.677" v="777" actId="790"/>
          <ac:spMkLst>
            <pc:docMk/>
            <pc:sldMk cId="3904398675" sldId="268"/>
            <ac:spMk id="3" creationId="{9278C075-9F0E-4B74-A73C-6BBE2DF004AA}"/>
          </ac:spMkLst>
        </pc:spChg>
        <pc:spChg chg="add del mod">
          <ac:chgData name="Ožbot, Miha" userId="5fdfeab2-e3ac-40dc-9f9d-ac602c9b72a8" providerId="ADAL" clId="{E957C631-6EBE-44D1-B206-EBF2F4F94390}" dt="2022-05-09T08:08:42.481" v="22" actId="767"/>
          <ac:spMkLst>
            <pc:docMk/>
            <pc:sldMk cId="3904398675" sldId="268"/>
            <ac:spMk id="4" creationId="{2D45E2CB-68B6-6EDB-7492-0690A0D3ED25}"/>
          </ac:spMkLst>
        </pc:spChg>
        <pc:spChg chg="mod">
          <ac:chgData name="Ožbot, Miha" userId="5fdfeab2-e3ac-40dc-9f9d-ac602c9b72a8" providerId="ADAL" clId="{E957C631-6EBE-44D1-B206-EBF2F4F94390}" dt="2022-05-09T09:45:16.677" v="777" actId="790"/>
          <ac:spMkLst>
            <pc:docMk/>
            <pc:sldMk cId="3904398675" sldId="268"/>
            <ac:spMk id="9" creationId="{BED5F910-92AB-4FEF-8283-1ED6658F7DBE}"/>
          </ac:spMkLst>
        </pc:spChg>
        <pc:spChg chg="add del mod">
          <ac:chgData name="Ožbot, Miha" userId="5fdfeab2-e3ac-40dc-9f9d-ac602c9b72a8" providerId="ADAL" clId="{E957C631-6EBE-44D1-B206-EBF2F4F94390}" dt="2022-05-09T15:56:01.872" v="3422" actId="5793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 modShow">
        <pc:chgData name="Ožbot, Miha" userId="5fdfeab2-e3ac-40dc-9f9d-ac602c9b72a8" providerId="ADAL" clId="{E957C631-6EBE-44D1-B206-EBF2F4F94390}" dt="2022-05-13T12:21:13.043" v="7652" actId="729"/>
        <pc:sldMkLst>
          <pc:docMk/>
          <pc:sldMk cId="2374509314" sldId="269"/>
        </pc:sldMkLst>
        <pc:spChg chg="mod">
          <ac:chgData name="Ožbot, Miha" userId="5fdfeab2-e3ac-40dc-9f9d-ac602c9b72a8" providerId="ADAL" clId="{E957C631-6EBE-44D1-B206-EBF2F4F94390}" dt="2022-05-09T09:48:04.476" v="794" actId="790"/>
          <ac:spMkLst>
            <pc:docMk/>
            <pc:sldMk cId="2374509314" sldId="269"/>
            <ac:spMk id="2" creationId="{9217D8F9-7FCF-404B-BCF5-61A08D8AAA49}"/>
          </ac:spMkLst>
        </pc:spChg>
        <pc:spChg chg="mod">
          <ac:chgData name="Ožbot, Miha" userId="5fdfeab2-e3ac-40dc-9f9d-ac602c9b72a8" providerId="ADAL" clId="{E957C631-6EBE-44D1-B206-EBF2F4F94390}" dt="2022-05-09T09:48:04.476" v="794" actId="790"/>
          <ac:spMkLst>
            <pc:docMk/>
            <pc:sldMk cId="2374509314" sldId="269"/>
            <ac:spMk id="3" creationId="{58BF287F-7DFF-49DA-A6B3-51B3C4778F6B}"/>
          </ac:spMkLst>
        </pc:spChg>
        <pc:spChg chg="mod">
          <ac:chgData name="Ožbot, Miha" userId="5fdfeab2-e3ac-40dc-9f9d-ac602c9b72a8" providerId="ADAL" clId="{E957C631-6EBE-44D1-B206-EBF2F4F94390}" dt="2022-05-09T09:48:04.476" v="794" actId="790"/>
          <ac:spMkLst>
            <pc:docMk/>
            <pc:sldMk cId="2374509314" sldId="269"/>
            <ac:spMk id="11" creationId="{D72A7E1A-61AD-4148-8518-0D206CBD7628}"/>
          </ac:spMkLst>
        </pc:spChg>
        <pc:spChg chg="mod">
          <ac:chgData name="Ožbot, Miha" userId="5fdfeab2-e3ac-40dc-9f9d-ac602c9b72a8" providerId="ADAL" clId="{E957C631-6EBE-44D1-B206-EBF2F4F94390}" dt="2022-05-09T09:48:04.476" v="794" actId="790"/>
          <ac:spMkLst>
            <pc:docMk/>
            <pc:sldMk cId="2374509314" sldId="269"/>
            <ac:spMk id="152" creationId="{E5C10B8F-0F49-47BB-9E2B-012BBFAC83C1}"/>
          </ac:spMkLst>
        </pc:spChg>
      </pc:sldChg>
      <pc:sldChg chg="modSp mod modShow">
        <pc:chgData name="Ožbot, Miha" userId="5fdfeab2-e3ac-40dc-9f9d-ac602c9b72a8" providerId="ADAL" clId="{E957C631-6EBE-44D1-B206-EBF2F4F94390}" dt="2022-05-13T12:21:20.203" v="7653" actId="729"/>
        <pc:sldMkLst>
          <pc:docMk/>
          <pc:sldMk cId="4184736895" sldId="271"/>
        </pc:sldMkLst>
        <pc:spChg chg="mod">
          <ac:chgData name="Ožbot, Miha" userId="5fdfeab2-e3ac-40dc-9f9d-ac602c9b72a8" providerId="ADAL" clId="{E957C631-6EBE-44D1-B206-EBF2F4F94390}" dt="2022-05-09T16:24:54.134" v="5389" actId="790"/>
          <ac:spMkLst>
            <pc:docMk/>
            <pc:sldMk cId="4184736895" sldId="271"/>
            <ac:spMk id="2" creationId="{1A949B5B-13E9-4F18-A7CD-424C992242B3}"/>
          </ac:spMkLst>
        </pc:spChg>
        <pc:spChg chg="mod">
          <ac:chgData name="Ožbot, Miha" userId="5fdfeab2-e3ac-40dc-9f9d-ac602c9b72a8" providerId="ADAL" clId="{E957C631-6EBE-44D1-B206-EBF2F4F94390}" dt="2022-05-09T16:25:06.998" v="5392" actId="313"/>
          <ac:spMkLst>
            <pc:docMk/>
            <pc:sldMk cId="4184736895" sldId="271"/>
            <ac:spMk id="3" creationId="{5C52BD9D-B5F3-48BF-8D2A-ED3911753E0F}"/>
          </ac:spMkLst>
        </pc:spChg>
        <pc:spChg chg="mod">
          <ac:chgData name="Ožbot, Miha" userId="5fdfeab2-e3ac-40dc-9f9d-ac602c9b72a8" providerId="ADAL" clId="{E957C631-6EBE-44D1-B206-EBF2F4F94390}" dt="2022-05-09T09:48:42.646" v="812" actId="790"/>
          <ac:spMkLst>
            <pc:docMk/>
            <pc:sldMk cId="4184736895" sldId="271"/>
            <ac:spMk id="4" creationId="{1AEC2C50-D078-4A16-8314-836AB10BBE3A}"/>
          </ac:spMkLst>
        </pc:spChg>
        <pc:spChg chg="mod">
          <ac:chgData name="Ožbot, Miha" userId="5fdfeab2-e3ac-40dc-9f9d-ac602c9b72a8" providerId="ADAL" clId="{E957C631-6EBE-44D1-B206-EBF2F4F94390}" dt="2022-05-09T09:48:42.646" v="812" actId="790"/>
          <ac:spMkLst>
            <pc:docMk/>
            <pc:sldMk cId="4184736895" sldId="271"/>
            <ac:spMk id="12" creationId="{66AE3DA9-C9DD-4E3C-8F91-4AAB9CE3EA88}"/>
          </ac:spMkLst>
        </pc:spChg>
        <pc:spChg chg="mod">
          <ac:chgData name="Ožbot, Miha" userId="5fdfeab2-e3ac-40dc-9f9d-ac602c9b72a8" providerId="ADAL" clId="{E957C631-6EBE-44D1-B206-EBF2F4F94390}" dt="2022-05-09T10:34:23.961" v="1802" actId="1076"/>
          <ac:spMkLst>
            <pc:docMk/>
            <pc:sldMk cId="4184736895" sldId="271"/>
            <ac:spMk id="15" creationId="{85B2A9F3-9775-4B33-A2DB-F8CB7347BA99}"/>
          </ac:spMkLst>
        </pc:spChg>
        <pc:picChg chg="mod">
          <ac:chgData name="Ožbot, Miha" userId="5fdfeab2-e3ac-40dc-9f9d-ac602c9b72a8" providerId="ADAL" clId="{E957C631-6EBE-44D1-B206-EBF2F4F94390}" dt="2022-05-09T10:34:23.961" v="1802" actId="1076"/>
          <ac:picMkLst>
            <pc:docMk/>
            <pc:sldMk cId="4184736895" sldId="271"/>
            <ac:picMk id="9" creationId="{2E0403B4-7E8A-4C65-8B7F-3EFA96F851A4}"/>
          </ac:picMkLst>
        </pc:picChg>
        <pc:picChg chg="mod">
          <ac:chgData name="Ožbot, Miha" userId="5fdfeab2-e3ac-40dc-9f9d-ac602c9b72a8" providerId="ADAL" clId="{E957C631-6EBE-44D1-B206-EBF2F4F94390}" dt="2022-05-09T10:34:23.961" v="1802" actId="1076"/>
          <ac:picMkLst>
            <pc:docMk/>
            <pc:sldMk cId="4184736895" sldId="271"/>
            <ac:picMk id="11" creationId="{54E9ED50-A3E4-4040-8F2C-1F9E782B0BAF}"/>
          </ac:picMkLst>
        </pc:picChg>
      </pc:sldChg>
      <pc:sldChg chg="addSp delSp modSp mod modShow modCm">
        <pc:chgData name="Ožbot, Miha" userId="5fdfeab2-e3ac-40dc-9f9d-ac602c9b72a8" providerId="ADAL" clId="{E957C631-6EBE-44D1-B206-EBF2F4F94390}" dt="2022-05-13T12:21:40.049" v="7656" actId="729"/>
        <pc:sldMkLst>
          <pc:docMk/>
          <pc:sldMk cId="4208559629" sldId="272"/>
        </pc:sldMkLst>
        <pc:spChg chg="mod">
          <ac:chgData name="Ožbot, Miha" userId="5fdfeab2-e3ac-40dc-9f9d-ac602c9b72a8" providerId="ADAL" clId="{E957C631-6EBE-44D1-B206-EBF2F4F94390}" dt="2022-05-09T16:25:48.119" v="5397" actId="790"/>
          <ac:spMkLst>
            <pc:docMk/>
            <pc:sldMk cId="4208559629" sldId="272"/>
            <ac:spMk id="2" creationId="{765925DB-5F5D-4769-B365-53CAD80D0FDB}"/>
          </ac:spMkLst>
        </pc:spChg>
        <pc:spChg chg="add del mod">
          <ac:chgData name="Ožbot, Miha" userId="5fdfeab2-e3ac-40dc-9f9d-ac602c9b72a8" providerId="ADAL" clId="{E957C631-6EBE-44D1-B206-EBF2F4F94390}" dt="2022-05-10T14:57:23.746" v="7494" actId="20577"/>
          <ac:spMkLst>
            <pc:docMk/>
            <pc:sldMk cId="4208559629" sldId="272"/>
            <ac:spMk id="3" creationId="{1531599C-9051-4E2D-A5D8-F217221C0753}"/>
          </ac:spMkLst>
        </pc:spChg>
        <pc:spChg chg="mod">
          <ac:chgData name="Ožbot, Miha" userId="5fdfeab2-e3ac-40dc-9f9d-ac602c9b72a8" providerId="ADAL" clId="{E957C631-6EBE-44D1-B206-EBF2F4F94390}" dt="2022-05-09T15:47:03.425" v="3264" actId="20577"/>
          <ac:spMkLst>
            <pc:docMk/>
            <pc:sldMk cId="4208559629" sldId="272"/>
            <ac:spMk id="14" creationId="{F226FB7F-DADB-4F0F-94E9-EDA726B94010}"/>
          </ac:spMkLst>
        </pc:spChg>
        <pc:spChg chg="add mod">
          <ac:chgData name="Ožbot, Miha" userId="5fdfeab2-e3ac-40dc-9f9d-ac602c9b72a8" providerId="ADAL" clId="{E957C631-6EBE-44D1-B206-EBF2F4F94390}" dt="2022-05-09T15:46:36.433" v="3254" actId="1076"/>
          <ac:spMkLst>
            <pc:docMk/>
            <pc:sldMk cId="4208559629" sldId="272"/>
            <ac:spMk id="15" creationId="{D16C922A-B6B6-BF6C-B7BF-34465FCE2898}"/>
          </ac:spMkLst>
        </pc:spChg>
        <pc:spChg chg="add del mod">
          <ac:chgData name="Ožbot, Miha" userId="5fdfeab2-e3ac-40dc-9f9d-ac602c9b72a8" providerId="ADAL" clId="{E957C631-6EBE-44D1-B206-EBF2F4F94390}" dt="2022-05-09T15:46:26.976" v="3238"/>
          <ac:spMkLst>
            <pc:docMk/>
            <pc:sldMk cId="4208559629" sldId="272"/>
            <ac:spMk id="17" creationId="{6597BC1D-F52E-C106-1182-C2C3F8FBC7ED}"/>
          </ac:spMkLst>
        </pc:spChg>
        <pc:spChg chg="add mod">
          <ac:chgData name="Ožbot, Miha" userId="5fdfeab2-e3ac-40dc-9f9d-ac602c9b72a8" providerId="ADAL" clId="{E957C631-6EBE-44D1-B206-EBF2F4F94390}" dt="2022-05-09T15:46:42.256" v="3261" actId="20577"/>
          <ac:spMkLst>
            <pc:docMk/>
            <pc:sldMk cId="4208559629" sldId="272"/>
            <ac:spMk id="19" creationId="{1EADDD15-AFC4-B0A8-EBF5-D981D6F75349}"/>
          </ac:spMkLst>
        </pc:spChg>
        <pc:spChg chg="add mod">
          <ac:chgData name="Ožbot, Miha" userId="5fdfeab2-e3ac-40dc-9f9d-ac602c9b72a8" providerId="ADAL" clId="{E957C631-6EBE-44D1-B206-EBF2F4F94390}" dt="2022-05-09T15:48:03.047" v="3281" actId="1076"/>
          <ac:spMkLst>
            <pc:docMk/>
            <pc:sldMk cId="4208559629" sldId="272"/>
            <ac:spMk id="20" creationId="{9D4B7EBE-ACAA-1BA6-B8C1-E6FA62D215E7}"/>
          </ac:spMkLst>
        </pc:spChg>
        <pc:spChg chg="add mod">
          <ac:chgData name="Ožbot, Miha" userId="5fdfeab2-e3ac-40dc-9f9d-ac602c9b72a8" providerId="ADAL" clId="{E957C631-6EBE-44D1-B206-EBF2F4F94390}" dt="2022-05-09T15:47:31.103" v="3270" actId="20577"/>
          <ac:spMkLst>
            <pc:docMk/>
            <pc:sldMk cId="4208559629" sldId="272"/>
            <ac:spMk id="21" creationId="{58FB0429-C9E8-88FC-19BB-3A6CA879003A}"/>
          </ac:spMkLst>
        </pc:spChg>
        <pc:spChg chg="add del mod">
          <ac:chgData name="Ožbot, Miha" userId="5fdfeab2-e3ac-40dc-9f9d-ac602c9b72a8" providerId="ADAL" clId="{E957C631-6EBE-44D1-B206-EBF2F4F94390}" dt="2022-05-09T15:47:52.079" v="3273" actId="478"/>
          <ac:spMkLst>
            <pc:docMk/>
            <pc:sldMk cId="4208559629" sldId="272"/>
            <ac:spMk id="22" creationId="{02ECB7B7-3F8C-416D-C933-15A6FFF38426}"/>
          </ac:spMkLst>
        </pc:spChg>
        <pc:spChg chg="add mod">
          <ac:chgData name="Ožbot, Miha" userId="5fdfeab2-e3ac-40dc-9f9d-ac602c9b72a8" providerId="ADAL" clId="{E957C631-6EBE-44D1-B206-EBF2F4F94390}" dt="2022-05-09T15:47:58.496" v="3280" actId="20577"/>
          <ac:spMkLst>
            <pc:docMk/>
            <pc:sldMk cId="4208559629" sldId="272"/>
            <ac:spMk id="23" creationId="{F49115A4-C09B-C0F1-0E51-C4792AAFABB8}"/>
          </ac:spMkLst>
        </pc:spChg>
        <pc:spChg chg="add del mod">
          <ac:chgData name="Ožbot, Miha" userId="5fdfeab2-e3ac-40dc-9f9d-ac602c9b72a8" providerId="ADAL" clId="{E957C631-6EBE-44D1-B206-EBF2F4F94390}" dt="2022-05-09T15:57:05.201" v="3464" actId="478"/>
          <ac:spMkLst>
            <pc:docMk/>
            <pc:sldMk cId="4208559629" sldId="272"/>
            <ac:spMk id="24" creationId="{FF306B20-6049-6F93-F651-36F8772D15F2}"/>
          </ac:spMkLst>
        </pc:spChg>
        <pc:spChg chg="add del">
          <ac:chgData name="Ožbot, Miha" userId="5fdfeab2-e3ac-40dc-9f9d-ac602c9b72a8" providerId="ADAL" clId="{E957C631-6EBE-44D1-B206-EBF2F4F94390}" dt="2022-05-09T15:59:46.642" v="3701"/>
          <ac:spMkLst>
            <pc:docMk/>
            <pc:sldMk cId="4208559629" sldId="272"/>
            <ac:spMk id="25" creationId="{F2073790-1055-42CC-1F87-CDAFBB78EE36}"/>
          </ac:spMkLst>
        </pc:spChg>
        <pc:spChg chg="add del">
          <ac:chgData name="Ožbot, Miha" userId="5fdfeab2-e3ac-40dc-9f9d-ac602c9b72a8" providerId="ADAL" clId="{E957C631-6EBE-44D1-B206-EBF2F4F94390}" dt="2022-05-09T16:00:21.361" v="3744"/>
          <ac:spMkLst>
            <pc:docMk/>
            <pc:sldMk cId="4208559629" sldId="272"/>
            <ac:spMk id="26" creationId="{DBFAE4B0-033F-A359-DE98-202DAB2A66CB}"/>
          </ac:spMkLst>
        </pc:spChg>
        <pc:picChg chg="mod">
          <ac:chgData name="Ožbot, Miha" userId="5fdfeab2-e3ac-40dc-9f9d-ac602c9b72a8" providerId="ADAL" clId="{E957C631-6EBE-44D1-B206-EBF2F4F94390}" dt="2022-05-09T15:46:31.089" v="3250" actId="1076"/>
          <ac:picMkLst>
            <pc:docMk/>
            <pc:sldMk cId="4208559629" sldId="272"/>
            <ac:picMk id="7" creationId="{B716A637-5B18-4C90-97D1-63B8180BAB81}"/>
          </ac:picMkLst>
        </pc:picChg>
        <pc:picChg chg="mod">
          <ac:chgData name="Ožbot, Miha" userId="5fdfeab2-e3ac-40dc-9f9d-ac602c9b72a8" providerId="ADAL" clId="{E957C631-6EBE-44D1-B206-EBF2F4F94390}" dt="2022-05-09T15:46:29.856" v="3246" actId="1076"/>
          <ac:picMkLst>
            <pc:docMk/>
            <pc:sldMk cId="4208559629" sldId="272"/>
            <ac:picMk id="8" creationId="{4A8E360B-A1E2-4AED-9D54-4F79BE2BA04D}"/>
          </ac:picMkLst>
        </pc:picChg>
        <pc:picChg chg="add del">
          <ac:chgData name="Ožbot, Miha" userId="5fdfeab2-e3ac-40dc-9f9d-ac602c9b72a8" providerId="ADAL" clId="{E957C631-6EBE-44D1-B206-EBF2F4F94390}" dt="2022-05-09T15:46:31.888" v="3252" actId="478"/>
          <ac:picMkLst>
            <pc:docMk/>
            <pc:sldMk cId="4208559629" sldId="272"/>
            <ac:picMk id="9" creationId="{57EAB7B9-C178-4EC6-9A26-2FCA9232B392}"/>
          </ac:picMkLst>
        </pc:picChg>
        <pc:picChg chg="mod">
          <ac:chgData name="Ožbot, Miha" userId="5fdfeab2-e3ac-40dc-9f9d-ac602c9b72a8" providerId="ADAL" clId="{E957C631-6EBE-44D1-B206-EBF2F4F94390}" dt="2022-05-09T15:46:31.424" v="3251" actId="1076"/>
          <ac:picMkLst>
            <pc:docMk/>
            <pc:sldMk cId="4208559629" sldId="272"/>
            <ac:picMk id="12" creationId="{35BE1C1F-18FF-41CA-8072-6B4D8C91FD66}"/>
          </ac:picMkLst>
        </pc:picChg>
      </pc:sldChg>
      <pc:sldChg chg="modSp mod modShow">
        <pc:chgData name="Ožbot, Miha" userId="5fdfeab2-e3ac-40dc-9f9d-ac602c9b72a8" providerId="ADAL" clId="{E957C631-6EBE-44D1-B206-EBF2F4F94390}" dt="2022-05-13T12:21:43.306" v="7657" actId="729"/>
        <pc:sldMkLst>
          <pc:docMk/>
          <pc:sldMk cId="3240517478" sldId="273"/>
        </pc:sldMkLst>
        <pc:spChg chg="mod">
          <ac:chgData name="Ožbot, Miha" userId="5fdfeab2-e3ac-40dc-9f9d-ac602c9b72a8" providerId="ADAL" clId="{E957C631-6EBE-44D1-B206-EBF2F4F94390}" dt="2022-05-09T16:22:59.023" v="5354" actId="790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E957C631-6EBE-44D1-B206-EBF2F4F94390}" dt="2022-05-13T11:11:51.165" v="7647" actId="20577"/>
          <ac:spMkLst>
            <pc:docMk/>
            <pc:sldMk cId="3240517478" sldId="273"/>
            <ac:spMk id="3" creationId="{0C8395A6-C043-47BC-A1BA-EF142E98D3BB}"/>
          </ac:spMkLst>
        </pc:spChg>
      </pc:sldChg>
      <pc:sldChg chg="modSp mod modShow">
        <pc:chgData name="Ožbot, Miha" userId="5fdfeab2-e3ac-40dc-9f9d-ac602c9b72a8" providerId="ADAL" clId="{E957C631-6EBE-44D1-B206-EBF2F4F94390}" dt="2022-05-13T12:21:57.097" v="7658" actId="729"/>
        <pc:sldMkLst>
          <pc:docMk/>
          <pc:sldMk cId="888014937" sldId="274"/>
        </pc:sldMkLst>
        <pc:spChg chg="mod">
          <ac:chgData name="Ožbot, Miha" userId="5fdfeab2-e3ac-40dc-9f9d-ac602c9b72a8" providerId="ADAL" clId="{E957C631-6EBE-44D1-B206-EBF2F4F94390}" dt="2022-05-09T16:22:51.535" v="5353" actId="790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E957C631-6EBE-44D1-B206-EBF2F4F94390}" dt="2022-05-09T16:22:42.727" v="5352" actId="313"/>
          <ac:spMkLst>
            <pc:docMk/>
            <pc:sldMk cId="888014937" sldId="274"/>
            <ac:spMk id="3" creationId="{FDC65FC8-07E2-4ADE-BD82-136E54F8BF01}"/>
          </ac:spMkLst>
        </pc:spChg>
      </pc:sldChg>
      <pc:sldChg chg="modSp mod modShow">
        <pc:chgData name="Ožbot, Miha" userId="5fdfeab2-e3ac-40dc-9f9d-ac602c9b72a8" providerId="ADAL" clId="{E957C631-6EBE-44D1-B206-EBF2F4F94390}" dt="2022-05-16T13:53:32.637" v="7663" actId="729"/>
        <pc:sldMkLst>
          <pc:docMk/>
          <pc:sldMk cId="605482339" sldId="275"/>
        </pc:sldMkLst>
        <pc:spChg chg="mod">
          <ac:chgData name="Ožbot, Miha" userId="5fdfeab2-e3ac-40dc-9f9d-ac602c9b72a8" providerId="ADAL" clId="{E957C631-6EBE-44D1-B206-EBF2F4F94390}" dt="2022-05-09T16:22:29.575" v="5349" actId="790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E957C631-6EBE-44D1-B206-EBF2F4F94390}" dt="2022-05-13T12:22:09.468" v="7660" actId="1076"/>
          <ac:spMkLst>
            <pc:docMk/>
            <pc:sldMk cId="605482339" sldId="275"/>
            <ac:spMk id="3" creationId="{2EBF0C0C-9362-444A-A2F4-408EE67818B7}"/>
          </ac:spMkLst>
        </pc:spChg>
        <pc:spChg chg="mod">
          <ac:chgData name="Ožbot, Miha" userId="5fdfeab2-e3ac-40dc-9f9d-ac602c9b72a8" providerId="ADAL" clId="{E957C631-6EBE-44D1-B206-EBF2F4F94390}" dt="2022-05-13T12:22:41.948" v="7662" actId="1076"/>
          <ac:spMkLst>
            <pc:docMk/>
            <pc:sldMk cId="605482339" sldId="275"/>
            <ac:spMk id="12" creationId="{DDCF7009-4B8A-44B0-9C8A-E92773DB389F}"/>
          </ac:spMkLst>
        </pc:spChg>
      </pc:sldChg>
      <pc:sldChg chg="modSp mod modShow">
        <pc:chgData name="Ožbot, Miha" userId="5fdfeab2-e3ac-40dc-9f9d-ac602c9b72a8" providerId="ADAL" clId="{E957C631-6EBE-44D1-B206-EBF2F4F94390}" dt="2022-05-13T12:21:31.772" v="7655" actId="729"/>
        <pc:sldMkLst>
          <pc:docMk/>
          <pc:sldMk cId="1974032223" sldId="276"/>
        </pc:sldMkLst>
        <pc:spChg chg="mod">
          <ac:chgData name="Ožbot, Miha" userId="5fdfeab2-e3ac-40dc-9f9d-ac602c9b72a8" providerId="ADAL" clId="{E957C631-6EBE-44D1-B206-EBF2F4F94390}" dt="2022-05-09T16:24:08.544" v="5381" actId="790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5fdfeab2-e3ac-40dc-9f9d-ac602c9b72a8" providerId="ADAL" clId="{E957C631-6EBE-44D1-B206-EBF2F4F94390}" dt="2022-05-11T08:39:46.999" v="7645" actId="20577"/>
          <ac:spMkLst>
            <pc:docMk/>
            <pc:sldMk cId="1974032223" sldId="276"/>
            <ac:spMk id="3" creationId="{03DBCEB0-1B80-4DF7-B8D5-E463545749EC}"/>
          </ac:spMkLst>
        </pc:spChg>
        <pc:spChg chg="mod">
          <ac:chgData name="Ožbot, Miha" userId="5fdfeab2-e3ac-40dc-9f9d-ac602c9b72a8" providerId="ADAL" clId="{E957C631-6EBE-44D1-B206-EBF2F4F94390}" dt="2022-05-12T07:52:46.073" v="7646" actId="1076"/>
          <ac:spMkLst>
            <pc:docMk/>
            <pc:sldMk cId="1974032223" sldId="276"/>
            <ac:spMk id="9" creationId="{FC1A6328-5AB3-4859-BE43-A2BCBF085DA7}"/>
          </ac:spMkLst>
        </pc:spChg>
      </pc:sldChg>
      <pc:sldChg chg="addSp delSp modSp mod setBg modCm">
        <pc:chgData name="Ožbot, Miha" userId="5fdfeab2-e3ac-40dc-9f9d-ac602c9b72a8" providerId="ADAL" clId="{E957C631-6EBE-44D1-B206-EBF2F4F94390}" dt="2022-05-17T06:37:03.366" v="7673" actId="20577"/>
        <pc:sldMkLst>
          <pc:docMk/>
          <pc:sldMk cId="1777168465" sldId="277"/>
        </pc:sldMkLst>
        <pc:spChg chg="mod">
          <ac:chgData name="Ožbot, Miha" userId="5fdfeab2-e3ac-40dc-9f9d-ac602c9b72a8" providerId="ADAL" clId="{E957C631-6EBE-44D1-B206-EBF2F4F94390}" dt="2022-05-10T14:50:50.911" v="7282" actId="26606"/>
          <ac:spMkLst>
            <pc:docMk/>
            <pc:sldMk cId="1777168465" sldId="277"/>
            <ac:spMk id="2" creationId="{29C4D673-7BFA-4229-B881-FE238058D6F7}"/>
          </ac:spMkLst>
        </pc:spChg>
        <pc:spChg chg="mod">
          <ac:chgData name="Ožbot, Miha" userId="5fdfeab2-e3ac-40dc-9f9d-ac602c9b72a8" providerId="ADAL" clId="{E957C631-6EBE-44D1-B206-EBF2F4F94390}" dt="2022-05-17T06:37:03.366" v="7673" actId="20577"/>
          <ac:spMkLst>
            <pc:docMk/>
            <pc:sldMk cId="1777168465" sldId="277"/>
            <ac:spMk id="3" creationId="{354E9BDB-FFAF-4691-A07B-B175C22DE297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4" creationId="{C51D8633-541B-420F-A173-E1948BC396D2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17" creationId="{93B128B0-9571-44D7-B9CE-E88D69E62580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0" creationId="{A3452116-F20B-4A02-9989-42FA516F9C32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1" creationId="{89723EA9-2429-41B9-BF85-7F9D3838A522}"/>
          </ac:spMkLst>
        </pc:spChg>
        <pc:spChg chg="add">
          <ac:chgData name="Ožbot, Miha" userId="5fdfeab2-e3ac-40dc-9f9d-ac602c9b72a8" providerId="ADAL" clId="{E957C631-6EBE-44D1-B206-EBF2F4F94390}" dt="2022-05-10T14:50:50.911" v="7282" actId="26606"/>
          <ac:spMkLst>
            <pc:docMk/>
            <pc:sldMk cId="1777168465" sldId="277"/>
            <ac:spMk id="22" creationId="{DB17E863-922E-4C26-BD64-E8FD41D28661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3" creationId="{4FADFAA0-B187-4503-99F2-C8B170DB90F5}"/>
          </ac:spMkLst>
        </pc:spChg>
        <pc:spChg chg="add">
          <ac:chgData name="Ožbot, Miha" userId="5fdfeab2-e3ac-40dc-9f9d-ac602c9b72a8" providerId="ADAL" clId="{E957C631-6EBE-44D1-B206-EBF2F4F94390}" dt="2022-05-10T14:50:50.911" v="7282" actId="26606"/>
          <ac:spMkLst>
            <pc:docMk/>
            <pc:sldMk cId="1777168465" sldId="277"/>
            <ac:spMk id="24" creationId="{100EDD19-6802-4EC3-95CE-CFFAB042CFD6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5" creationId="{D3310FE1-71B5-470A-94BF-B02F44F521E0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6" creationId="{39F071EA-5A8B-4EBF-88CF-F970AA07C535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7" creationId="{3A2F104D-3BDC-4009-A8B4-BC5D995A7E3A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8" creationId="{A6A69E5A-4D79-4FEE-9A97-C1709B603EA5}"/>
          </ac:spMkLst>
        </pc:spChg>
        <pc:spChg chg="del mod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29" creationId="{490D3AC9-A709-46C8-B3A1-C86C654E21A4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30" creationId="{4DCEFF3A-E716-4D9A-BFBE-BFE220F3D813}"/>
          </ac:spMkLst>
        </pc:spChg>
        <pc:spChg chg="del">
          <ac:chgData name="Ožbot, Miha" userId="5fdfeab2-e3ac-40dc-9f9d-ac602c9b72a8" providerId="ADAL" clId="{E957C631-6EBE-44D1-B206-EBF2F4F94390}" dt="2022-05-10T14:50:43.650" v="7280" actId="21"/>
          <ac:spMkLst>
            <pc:docMk/>
            <pc:sldMk cId="1777168465" sldId="277"/>
            <ac:spMk id="31" creationId="{F6B52FA7-17FE-49C2-A775-E0286C0BE027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1" creationId="{644B1325-7AFB-0923-E4CD-7197FA8E1B0D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3" creationId="{2BD767D4-E92B-D00B-5F2C-8327193B279F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4" creationId="{648BAEFF-AC5D-E4FB-B6BB-7E9F7D2393AD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5" creationId="{AEA700EE-8BB9-1246-6E4F-8B3BA574E79B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6" creationId="{9B87C159-4D12-44E7-CFFF-A641870D7503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7" creationId="{A2F77D32-78B2-7929-AC08-3A55DD7C7920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8" creationId="{34BD6A5B-2E0D-F976-2D84-8CE2D9CE7319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49" creationId="{B8B00EDF-45BA-EA77-BAF9-5C9BF94EC9F5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50" creationId="{D59AAC7F-109A-CCEA-14F7-3B2A9A970920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51" creationId="{18863BC6-7540-B3E3-0176-331526ED5B90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52" creationId="{843CCCFB-0BD8-A718-9D08-492992282031}"/>
          </ac:spMkLst>
        </pc:spChg>
        <pc:spChg chg="add mod">
          <ac:chgData name="Ožbot, Miha" userId="5fdfeab2-e3ac-40dc-9f9d-ac602c9b72a8" providerId="ADAL" clId="{E957C631-6EBE-44D1-B206-EBF2F4F94390}" dt="2022-05-10T14:50:51.813" v="7283"/>
          <ac:spMkLst>
            <pc:docMk/>
            <pc:sldMk cId="1777168465" sldId="277"/>
            <ac:spMk id="53" creationId="{F891DC34-4E56-D7DC-00B7-3BE68F830FD6}"/>
          </ac:spMkLst>
        </pc:sp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5" creationId="{9285C982-D10D-4F3A-8964-EB41CAA88E0D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6" creationId="{E9FA8733-898D-4316-BA85-8FDE057BA093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8" creationId="{A291E1AF-4115-4282-B2FE-8F606C019ADE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9" creationId="{08397847-3EC8-41A8-845B-2FBD81FACC24}"/>
          </ac:picMkLst>
        </pc:picChg>
        <pc:picChg chg="del mod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0" creationId="{B04AA810-EACD-4DFC-9DCC-E0C693123864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1" creationId="{034D35BE-C44A-447B-BBD7-5C6D40613EAE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2" creationId="{9E3844B7-9FB4-4EC3-B021-7666C8705B2C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3" creationId="{7E163A39-C47C-4ABB-8365-825A3596D2EF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5" creationId="{A72A30FA-8B45-42DA-8F3F-0D95941C3C0D}"/>
          </ac:picMkLst>
        </pc:picChg>
        <pc:picChg chg="del">
          <ac:chgData name="Ožbot, Miha" userId="5fdfeab2-e3ac-40dc-9f9d-ac602c9b72a8" providerId="ADAL" clId="{E957C631-6EBE-44D1-B206-EBF2F4F94390}" dt="2022-05-10T14:50:43.650" v="7280" actId="21"/>
          <ac:picMkLst>
            <pc:docMk/>
            <pc:sldMk cId="1777168465" sldId="277"/>
            <ac:picMk id="16" creationId="{C0305A5C-8631-4428-868E-2FC70A2C8434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2" creationId="{468DC9AA-6CE9-7557-7F6D-F19D4FF604E3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3" creationId="{9A62B57A-3595-A0D3-DF02-94AC7C8213CD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4" creationId="{E3BC65EA-5423-5943-83D0-A6B34602DD12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5" creationId="{1ABF324B-86CA-E818-6E1A-A01C5CA7FD90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6" creationId="{8559AD61-8147-5380-7383-4EDFC8DC8B8B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7" creationId="{3E1D6A3F-6AEB-F5E5-C933-4CB938C48D44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8" creationId="{9DA8DF22-6777-C34F-B480-0B48C27106C3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39" creationId="{5BB24A33-3307-7159-D4E8-6373095F89DB}"/>
          </ac:picMkLst>
        </pc:picChg>
        <pc:picChg chg="add mod">
          <ac:chgData name="Ožbot, Miha" userId="5fdfeab2-e3ac-40dc-9f9d-ac602c9b72a8" providerId="ADAL" clId="{E957C631-6EBE-44D1-B206-EBF2F4F94390}" dt="2022-05-10T14:50:51.813" v="7283"/>
          <ac:picMkLst>
            <pc:docMk/>
            <pc:sldMk cId="1777168465" sldId="277"/>
            <ac:picMk id="40" creationId="{A592BFBB-4E98-D36A-571F-77767068D308}"/>
          </ac:picMkLst>
        </pc:picChg>
        <pc:picChg chg="add mod">
          <ac:chgData name="Ožbot, Miha" userId="5fdfeab2-e3ac-40dc-9f9d-ac602c9b72a8" providerId="ADAL" clId="{E957C631-6EBE-44D1-B206-EBF2F4F94390}" dt="2022-05-16T13:53:36.506" v="7665" actId="1076"/>
          <ac:picMkLst>
            <pc:docMk/>
            <pc:sldMk cId="1777168465" sldId="277"/>
            <ac:picMk id="42" creationId="{DE08E955-0337-327C-608A-C44F50B9E8E9}"/>
          </ac:picMkLst>
        </pc:picChg>
      </pc:sldChg>
      <pc:sldChg chg="addSp delSp modSp mod setBg modShow modCm">
        <pc:chgData name="Ožbot, Miha" userId="5fdfeab2-e3ac-40dc-9f9d-ac602c9b72a8" providerId="ADAL" clId="{E957C631-6EBE-44D1-B206-EBF2F4F94390}" dt="2022-05-16T17:18:16.691" v="7671" actId="729"/>
        <pc:sldMkLst>
          <pc:docMk/>
          <pc:sldMk cId="3461412227" sldId="278"/>
        </pc:sldMkLst>
        <pc:spChg chg="mod">
          <ac:chgData name="Ožbot, Miha" userId="5fdfeab2-e3ac-40dc-9f9d-ac602c9b72a8" providerId="ADAL" clId="{E957C631-6EBE-44D1-B206-EBF2F4F94390}" dt="2022-05-10T14:51:21.146" v="7288" actId="26606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E957C631-6EBE-44D1-B206-EBF2F4F94390}" dt="2022-05-10T14:51:38.012" v="7294" actId="14100"/>
          <ac:spMkLst>
            <pc:docMk/>
            <pc:sldMk cId="3461412227" sldId="278"/>
            <ac:spMk id="3" creationId="{5F43D92A-C5DA-4436-A6F4-4FE1EACAF22B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7" creationId="{F1B15621-BC18-49F0-A004-F4F392BA9FE5}"/>
          </ac:spMkLst>
        </pc:spChg>
        <pc:spChg chg="add">
          <ac:chgData name="Ožbot, Miha" userId="5fdfeab2-e3ac-40dc-9f9d-ac602c9b72a8" providerId="ADAL" clId="{E957C631-6EBE-44D1-B206-EBF2F4F94390}" dt="2022-05-10T14:51:21.146" v="7288" actId="26606"/>
          <ac:spMkLst>
            <pc:docMk/>
            <pc:sldMk cId="3461412227" sldId="278"/>
            <ac:spMk id="8" creationId="{DB17E863-922E-4C26-BD64-E8FD41D28661}"/>
          </ac:spMkLst>
        </pc:spChg>
        <pc:spChg chg="add">
          <ac:chgData name="Ožbot, Miha" userId="5fdfeab2-e3ac-40dc-9f9d-ac602c9b72a8" providerId="ADAL" clId="{E957C631-6EBE-44D1-B206-EBF2F4F94390}" dt="2022-05-10T14:51:21.146" v="7288" actId="26606"/>
          <ac:spMkLst>
            <pc:docMk/>
            <pc:sldMk cId="3461412227" sldId="278"/>
            <ac:spMk id="11" creationId="{100EDD19-6802-4EC3-95CE-CFFAB042CFD6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14" creationId="{659BB0DD-E54D-45D6-981F-495B4591D76A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15" creationId="{B66F7651-EB00-4AF5-A215-D37F5B5259D7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17" creationId="{77150E8D-6E5A-4C36-A15E-68BF3B1337EC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19" creationId="{2B75B386-0979-4657-9906-858708464A9F}"/>
          </ac:spMkLst>
        </pc:spChg>
        <pc:spChg chg="del">
          <ac:chgData name="Ožbot, Miha" userId="5fdfeab2-e3ac-40dc-9f9d-ac602c9b72a8" providerId="ADAL" clId="{E957C631-6EBE-44D1-B206-EBF2F4F94390}" dt="2022-05-10T14:51:15.546" v="7286" actId="21"/>
          <ac:spMkLst>
            <pc:docMk/>
            <pc:sldMk cId="3461412227" sldId="278"/>
            <ac:spMk id="21" creationId="{A6A300C9-CB27-410E-84D8-3ECA5F29B146}"/>
          </ac:spMkLst>
        </pc:spChg>
        <pc:spChg chg="add mod">
          <ac:chgData name="Ožbot, Miha" userId="5fdfeab2-e3ac-40dc-9f9d-ac602c9b72a8" providerId="ADAL" clId="{E957C631-6EBE-44D1-B206-EBF2F4F94390}" dt="2022-05-10T14:51:21.993" v="7289"/>
          <ac:spMkLst>
            <pc:docMk/>
            <pc:sldMk cId="3461412227" sldId="278"/>
            <ac:spMk id="24" creationId="{B702F02A-CF32-363B-A896-CB277D7E4448}"/>
          </ac:spMkLst>
        </pc:spChg>
        <pc:spChg chg="add mod">
          <ac:chgData name="Ožbot, Miha" userId="5fdfeab2-e3ac-40dc-9f9d-ac602c9b72a8" providerId="ADAL" clId="{E957C631-6EBE-44D1-B206-EBF2F4F94390}" dt="2022-05-10T14:51:21.993" v="7289"/>
          <ac:spMkLst>
            <pc:docMk/>
            <pc:sldMk cId="3461412227" sldId="278"/>
            <ac:spMk id="29" creationId="{01A98D16-FBE2-2C48-3A04-022749EDF7B3}"/>
          </ac:spMkLst>
        </pc:spChg>
        <pc:spChg chg="add mod">
          <ac:chgData name="Ožbot, Miha" userId="5fdfeab2-e3ac-40dc-9f9d-ac602c9b72a8" providerId="ADAL" clId="{E957C631-6EBE-44D1-B206-EBF2F4F94390}" dt="2022-05-10T14:51:55.937" v="7299" actId="1076"/>
          <ac:spMkLst>
            <pc:docMk/>
            <pc:sldMk cId="3461412227" sldId="278"/>
            <ac:spMk id="30" creationId="{2D466CDE-D980-2D2C-10F7-C68EA79A4DCB}"/>
          </ac:spMkLst>
        </pc:spChg>
        <pc:spChg chg="add mod">
          <ac:chgData name="Ožbot, Miha" userId="5fdfeab2-e3ac-40dc-9f9d-ac602c9b72a8" providerId="ADAL" clId="{E957C631-6EBE-44D1-B206-EBF2F4F94390}" dt="2022-05-10T14:51:21.993" v="7289"/>
          <ac:spMkLst>
            <pc:docMk/>
            <pc:sldMk cId="3461412227" sldId="278"/>
            <ac:spMk id="31" creationId="{460573DE-5758-B3B1-EBDA-2585B4100057}"/>
          </ac:spMkLst>
        </pc:spChg>
        <pc:spChg chg="add mod">
          <ac:chgData name="Ožbot, Miha" userId="5fdfeab2-e3ac-40dc-9f9d-ac602c9b72a8" providerId="ADAL" clId="{E957C631-6EBE-44D1-B206-EBF2F4F94390}" dt="2022-05-10T14:51:51.780" v="7298" actId="1076"/>
          <ac:spMkLst>
            <pc:docMk/>
            <pc:sldMk cId="3461412227" sldId="278"/>
            <ac:spMk id="32" creationId="{95BAAA1F-2AD3-1E51-1E4D-4EA9534D520C}"/>
          </ac:spMkLst>
        </pc:spChg>
        <pc:spChg chg="add mod">
          <ac:chgData name="Ožbot, Miha" userId="5fdfeab2-e3ac-40dc-9f9d-ac602c9b72a8" providerId="ADAL" clId="{E957C631-6EBE-44D1-B206-EBF2F4F94390}" dt="2022-05-10T14:51:46.847" v="7297" actId="1076"/>
          <ac:spMkLst>
            <pc:docMk/>
            <pc:sldMk cId="3461412227" sldId="278"/>
            <ac:spMk id="33" creationId="{78618459-F369-ED2E-6472-16F5D05C92C6}"/>
          </ac:spMkLst>
        </pc:sp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4" creationId="{36793C1F-057D-4B6B-9D4A-9F59918B829B}"/>
          </ac:picMkLst>
        </pc:pic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5" creationId="{D2C874A5-9A3A-423F-80E9-B6066E1F20A5}"/>
          </ac:picMkLst>
        </pc:pic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9" creationId="{4CE520FE-C4F6-43B8-B031-17947DA23B4B}"/>
          </ac:picMkLst>
        </pc:pic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13" creationId="{2996BBE6-449F-40ED-A9B1-36B3DCF47889}"/>
          </ac:picMkLst>
        </pc:pic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18" creationId="{93682EC8-A214-42AB-9C93-DB4608C51882}"/>
          </ac:picMkLst>
        </pc:picChg>
        <pc:picChg chg="del">
          <ac:chgData name="Ožbot, Miha" userId="5fdfeab2-e3ac-40dc-9f9d-ac602c9b72a8" providerId="ADAL" clId="{E957C631-6EBE-44D1-B206-EBF2F4F94390}" dt="2022-05-10T14:51:15.546" v="7286" actId="21"/>
          <ac:picMkLst>
            <pc:docMk/>
            <pc:sldMk cId="3461412227" sldId="278"/>
            <ac:picMk id="20" creationId="{90C3A944-1147-4C9D-95F1-94FE4D6DDF1F}"/>
          </ac:picMkLst>
        </pc:picChg>
        <pc:picChg chg="add mod">
          <ac:chgData name="Ožbot, Miha" userId="5fdfeab2-e3ac-40dc-9f9d-ac602c9b72a8" providerId="ADAL" clId="{E957C631-6EBE-44D1-B206-EBF2F4F94390}" dt="2022-05-10T14:51:55.937" v="7299" actId="1076"/>
          <ac:picMkLst>
            <pc:docMk/>
            <pc:sldMk cId="3461412227" sldId="278"/>
            <ac:picMk id="22" creationId="{915ACC4B-C20A-AD92-1988-7445EA83BD87}"/>
          </ac:picMkLst>
        </pc:picChg>
        <pc:picChg chg="add mod">
          <ac:chgData name="Ožbot, Miha" userId="5fdfeab2-e3ac-40dc-9f9d-ac602c9b72a8" providerId="ADAL" clId="{E957C631-6EBE-44D1-B206-EBF2F4F94390}" dt="2022-05-10T14:51:51.780" v="7298" actId="1076"/>
          <ac:picMkLst>
            <pc:docMk/>
            <pc:sldMk cId="3461412227" sldId="278"/>
            <ac:picMk id="23" creationId="{911CD37F-BA2A-1D1E-A452-FC7FE000FEA3}"/>
          </ac:picMkLst>
        </pc:picChg>
        <pc:picChg chg="add mod">
          <ac:chgData name="Ožbot, Miha" userId="5fdfeab2-e3ac-40dc-9f9d-ac602c9b72a8" providerId="ADAL" clId="{E957C631-6EBE-44D1-B206-EBF2F4F94390}" dt="2022-05-10T14:51:46.847" v="7297" actId="1076"/>
          <ac:picMkLst>
            <pc:docMk/>
            <pc:sldMk cId="3461412227" sldId="278"/>
            <ac:picMk id="25" creationId="{7793954C-2F74-F165-92A4-0B4726FB76AA}"/>
          </ac:picMkLst>
        </pc:picChg>
        <pc:picChg chg="add mod">
          <ac:chgData name="Ožbot, Miha" userId="5fdfeab2-e3ac-40dc-9f9d-ac602c9b72a8" providerId="ADAL" clId="{E957C631-6EBE-44D1-B206-EBF2F4F94390}" dt="2022-05-10T14:51:21.993" v="7289"/>
          <ac:picMkLst>
            <pc:docMk/>
            <pc:sldMk cId="3461412227" sldId="278"/>
            <ac:picMk id="26" creationId="{FE430DB3-B058-A8FC-EB3C-69AB37A180FE}"/>
          </ac:picMkLst>
        </pc:picChg>
        <pc:picChg chg="add mod">
          <ac:chgData name="Ožbot, Miha" userId="5fdfeab2-e3ac-40dc-9f9d-ac602c9b72a8" providerId="ADAL" clId="{E957C631-6EBE-44D1-B206-EBF2F4F94390}" dt="2022-05-10T14:51:55.937" v="7299" actId="1076"/>
          <ac:picMkLst>
            <pc:docMk/>
            <pc:sldMk cId="3461412227" sldId="278"/>
            <ac:picMk id="27" creationId="{FDCDCB29-D19A-FC2C-D79B-A65C92CF25C0}"/>
          </ac:picMkLst>
        </pc:picChg>
        <pc:picChg chg="add mod">
          <ac:chgData name="Ožbot, Miha" userId="5fdfeab2-e3ac-40dc-9f9d-ac602c9b72a8" providerId="ADAL" clId="{E957C631-6EBE-44D1-B206-EBF2F4F94390}" dt="2022-05-10T14:51:21.993" v="7289"/>
          <ac:picMkLst>
            <pc:docMk/>
            <pc:sldMk cId="3461412227" sldId="278"/>
            <ac:picMk id="28" creationId="{A8F83F1E-BFC8-7AA5-62B4-3D60FFD6A44F}"/>
          </ac:picMkLst>
        </pc:picChg>
      </pc:sldChg>
      <pc:sldChg chg="addSp delSp modSp mod setBg modCm">
        <pc:chgData name="Ožbot, Miha" userId="5fdfeab2-e3ac-40dc-9f9d-ac602c9b72a8" providerId="ADAL" clId="{E957C631-6EBE-44D1-B206-EBF2F4F94390}" dt="2022-05-11T08:31:20.056" v="7548" actId="20577"/>
        <pc:sldMkLst>
          <pc:docMk/>
          <pc:sldMk cId="2849575153" sldId="279"/>
        </pc:sldMkLst>
        <pc:spChg chg="mod">
          <ac:chgData name="Ožbot, Miha" userId="5fdfeab2-e3ac-40dc-9f9d-ac602c9b72a8" providerId="ADAL" clId="{E957C631-6EBE-44D1-B206-EBF2F4F94390}" dt="2022-05-10T14:50:23.984" v="7277" actId="26606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E957C631-6EBE-44D1-B206-EBF2F4F94390}" dt="2022-05-11T08:31:20.056" v="7548" actId="20577"/>
          <ac:spMkLst>
            <pc:docMk/>
            <pc:sldMk cId="2849575153" sldId="279"/>
            <ac:spMk id="3" creationId="{9B7BDED3-60BE-4F4C-8872-B171FE820D8D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8" creationId="{F08E6C9B-9B91-4745-BD30-B8FE96C6CCCB}"/>
          </ac:spMkLst>
        </pc:spChg>
        <pc:spChg chg="add">
          <ac:chgData name="Ožbot, Miha" userId="5fdfeab2-e3ac-40dc-9f9d-ac602c9b72a8" providerId="ADAL" clId="{E957C631-6EBE-44D1-B206-EBF2F4F94390}" dt="2022-05-10T14:50:23.984" v="7277" actId="26606"/>
          <ac:spMkLst>
            <pc:docMk/>
            <pc:sldMk cId="2849575153" sldId="279"/>
            <ac:spMk id="11" creationId="{100EDD19-6802-4EC3-95CE-CFFAB042CFD6}"/>
          </ac:spMkLst>
        </pc:spChg>
        <pc:spChg chg="add">
          <ac:chgData name="Ožbot, Miha" userId="5fdfeab2-e3ac-40dc-9f9d-ac602c9b72a8" providerId="ADAL" clId="{E957C631-6EBE-44D1-B206-EBF2F4F94390}" dt="2022-05-10T14:50:23.984" v="7277" actId="26606"/>
          <ac:spMkLst>
            <pc:docMk/>
            <pc:sldMk cId="2849575153" sldId="279"/>
            <ac:spMk id="16" creationId="{DB17E863-922E-4C26-BD64-E8FD41D28661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19" creationId="{CADD5001-A18F-4BF1-B595-346D270DD558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20" creationId="{EEB6E38A-B324-425B-A7E6-5ED8994D4796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21" creationId="{4CC39A68-71EF-4C6F-93D6-0715F89D1241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22" creationId="{0447E4F2-8716-4FA2-B427-ACEE334300CC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24" creationId="{9D09225A-910B-442F-8D11-03A7C434E191}"/>
          </ac:spMkLst>
        </pc:spChg>
        <pc:spChg chg="del">
          <ac:chgData name="Ožbot, Miha" userId="5fdfeab2-e3ac-40dc-9f9d-ac602c9b72a8" providerId="ADAL" clId="{E957C631-6EBE-44D1-B206-EBF2F4F94390}" dt="2022-05-10T14:50:13.010" v="7275" actId="21"/>
          <ac:spMkLst>
            <pc:docMk/>
            <pc:sldMk cId="2849575153" sldId="279"/>
            <ac:spMk id="26" creationId="{8CD1597B-473A-40F6-8BBE-C7794A5B100D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0" creationId="{A36C0BC5-446E-EAF6-A096-91D02764289D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3" creationId="{5851CD74-83D0-7D39-D1E1-25648C8DAF76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4" creationId="{A9F48625-C1A9-603E-97CD-2F4B154204DE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5" creationId="{B84B3482-660D-BBB9-79C8-254656F86200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6" creationId="{8A46D8D2-A491-0A12-E2DE-F82091438FCA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7" creationId="{39C2515B-EBBC-8A6E-585F-93CFFE320502}"/>
          </ac:spMkLst>
        </pc:spChg>
        <pc:spChg chg="add mod">
          <ac:chgData name="Ožbot, Miha" userId="5fdfeab2-e3ac-40dc-9f9d-ac602c9b72a8" providerId="ADAL" clId="{E957C631-6EBE-44D1-B206-EBF2F4F94390}" dt="2022-05-10T14:50:24.908" v="7278"/>
          <ac:spMkLst>
            <pc:docMk/>
            <pc:sldMk cId="2849575153" sldId="279"/>
            <ac:spMk id="38" creationId="{A9784D07-99BD-A85B-60E4-3715969A29DB}"/>
          </ac:spMkLst>
        </pc:sp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4" creationId="{05AE727E-5F2F-448B-B67B-8E426C9AD95E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5" creationId="{4C194844-4B49-488E-95FC-55F500B7250E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6" creationId="{D299FABD-8B15-4E2C-B0B2-06D58E33344B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7" creationId="{B8D96EC5-A7EA-4DD7-9156-AA907DF54DEE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14" creationId="{5CCB4BE9-CBDD-45AF-AA81-7DCEE4C1DEE0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15" creationId="{1A77BCA0-EEE7-4F69-8A51-C23D6C7089FE}"/>
          </ac:picMkLst>
        </pc:picChg>
        <pc:picChg chg="del">
          <ac:chgData name="Ožbot, Miha" userId="5fdfeab2-e3ac-40dc-9f9d-ac602c9b72a8" providerId="ADAL" clId="{E957C631-6EBE-44D1-B206-EBF2F4F94390}" dt="2022-05-10T14:50:13.010" v="7275" actId="21"/>
          <ac:picMkLst>
            <pc:docMk/>
            <pc:sldMk cId="2849575153" sldId="279"/>
            <ac:picMk id="18" creationId="{D8221DEE-20B2-42A7-95A7-353C353DA5D7}"/>
          </ac:picMkLst>
        </pc:picChg>
        <pc:picChg chg="add mod">
          <ac:chgData name="Ožbot, Miha" userId="5fdfeab2-e3ac-40dc-9f9d-ac602c9b72a8" providerId="ADAL" clId="{E957C631-6EBE-44D1-B206-EBF2F4F94390}" dt="2022-05-10T14:50:32.928" v="7279" actId="1076"/>
          <ac:picMkLst>
            <pc:docMk/>
            <pc:sldMk cId="2849575153" sldId="279"/>
            <ac:picMk id="23" creationId="{51B85857-5975-12A0-74A7-8660747D3218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25" creationId="{5116B747-F5D6-7D03-3961-7AE43C966D0F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27" creationId="{9B38A2C0-878D-4A0E-16BC-3A35090D4365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28" creationId="{F0B6CDA7-776A-8588-76D9-14C699BE28D3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29" creationId="{898CE5D2-6833-C58C-C7B8-9D71C7451D24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31" creationId="{33698889-8711-79CC-AB9D-8CA2AD0E027D}"/>
          </ac:picMkLst>
        </pc:picChg>
        <pc:picChg chg="add mod">
          <ac:chgData name="Ožbot, Miha" userId="5fdfeab2-e3ac-40dc-9f9d-ac602c9b72a8" providerId="ADAL" clId="{E957C631-6EBE-44D1-B206-EBF2F4F94390}" dt="2022-05-10T14:50:24.908" v="7278"/>
          <ac:picMkLst>
            <pc:docMk/>
            <pc:sldMk cId="2849575153" sldId="279"/>
            <ac:picMk id="32" creationId="{2258F870-151D-F8F6-6151-3BB01B811FC4}"/>
          </ac:picMkLst>
        </pc:picChg>
      </pc:sldChg>
      <pc:sldChg chg="addSp delSp modSp mod setBg modShow modCm">
        <pc:chgData name="Ožbot, Miha" userId="5fdfeab2-e3ac-40dc-9f9d-ac602c9b72a8" providerId="ADAL" clId="{E957C631-6EBE-44D1-B206-EBF2F4F94390}" dt="2022-05-17T07:44:54.301" v="7674" actId="729"/>
        <pc:sldMkLst>
          <pc:docMk/>
          <pc:sldMk cId="2584916931" sldId="280"/>
        </pc:sldMkLst>
        <pc:spChg chg="mod">
          <ac:chgData name="Ožbot, Miha" userId="5fdfeab2-e3ac-40dc-9f9d-ac602c9b72a8" providerId="ADAL" clId="{E957C631-6EBE-44D1-B206-EBF2F4F94390}" dt="2022-05-10T14:49:24.842" v="7272" actId="26606"/>
          <ac:spMkLst>
            <pc:docMk/>
            <pc:sldMk cId="2584916931" sldId="280"/>
            <ac:spMk id="2" creationId="{1D5CB862-DD5F-49D0-8566-F38BA2AA6CE5}"/>
          </ac:spMkLst>
        </pc:spChg>
        <pc:spChg chg="add del mod">
          <ac:chgData name="Ožbot, Miha" userId="5fdfeab2-e3ac-40dc-9f9d-ac602c9b72a8" providerId="ADAL" clId="{E957C631-6EBE-44D1-B206-EBF2F4F94390}" dt="2022-05-10T14:49:24.842" v="7272" actId="26606"/>
          <ac:spMkLst>
            <pc:docMk/>
            <pc:sldMk cId="2584916931" sldId="280"/>
            <ac:spMk id="3" creationId="{12886D7A-D4E7-495E-908F-E15497B16D57}"/>
          </ac:spMkLst>
        </pc:spChg>
        <pc:spChg chg="del">
          <ac:chgData name="Ožbot, Miha" userId="5fdfeab2-e3ac-40dc-9f9d-ac602c9b72a8" providerId="ADAL" clId="{E957C631-6EBE-44D1-B206-EBF2F4F94390}" dt="2022-05-10T14:49:18.079" v="7270" actId="21"/>
          <ac:spMkLst>
            <pc:docMk/>
            <pc:sldMk cId="2584916931" sldId="280"/>
            <ac:spMk id="5" creationId="{09A0C489-130A-427E-966A-0E8D44F9F085}"/>
          </ac:spMkLst>
        </pc:spChg>
        <pc:spChg chg="add del">
          <ac:chgData name="Ožbot, Miha" userId="5fdfeab2-e3ac-40dc-9f9d-ac602c9b72a8" providerId="ADAL" clId="{E957C631-6EBE-44D1-B206-EBF2F4F94390}" dt="2022-05-10T12:26:23.457" v="6730" actId="478"/>
          <ac:spMkLst>
            <pc:docMk/>
            <pc:sldMk cId="2584916931" sldId="280"/>
            <ac:spMk id="6" creationId="{31409C9D-7C11-B2B4-140A-DB97EAE9C1B7}"/>
          </ac:spMkLst>
        </pc:spChg>
        <pc:spChg chg="add del">
          <ac:chgData name="Ožbot, Miha" userId="5fdfeab2-e3ac-40dc-9f9d-ac602c9b72a8" providerId="ADAL" clId="{E957C631-6EBE-44D1-B206-EBF2F4F94390}" dt="2022-05-10T12:29:04.961" v="6782" actId="478"/>
          <ac:spMkLst>
            <pc:docMk/>
            <pc:sldMk cId="2584916931" sldId="280"/>
            <ac:spMk id="10" creationId="{E9928DA3-F75F-767A-F6A7-2CDAB40633FD}"/>
          </ac:spMkLst>
        </pc:spChg>
        <pc:spChg chg="add del">
          <ac:chgData name="Ožbot, Miha" userId="5fdfeab2-e3ac-40dc-9f9d-ac602c9b72a8" providerId="ADAL" clId="{E957C631-6EBE-44D1-B206-EBF2F4F94390}" dt="2022-05-10T14:49:18.079" v="7270" actId="21"/>
          <ac:spMkLst>
            <pc:docMk/>
            <pc:sldMk cId="2584916931" sldId="280"/>
            <ac:spMk id="11" creationId="{26E6E58B-1A7F-446C-AE9D-86AB99F46FB1}"/>
          </ac:spMkLst>
        </pc:spChg>
        <pc:spChg chg="add del mod">
          <ac:chgData name="Ožbot, Miha" userId="5fdfeab2-e3ac-40dc-9f9d-ac602c9b72a8" providerId="ADAL" clId="{E957C631-6EBE-44D1-B206-EBF2F4F94390}" dt="2022-05-10T12:29:03.123" v="6781" actId="478"/>
          <ac:spMkLst>
            <pc:docMk/>
            <pc:sldMk cId="2584916931" sldId="280"/>
            <ac:spMk id="12" creationId="{5B46C554-3ADF-F9FE-C883-AA244D29E818}"/>
          </ac:spMkLst>
        </pc:spChg>
        <pc:spChg chg="del">
          <ac:chgData name="Ožbot, Miha" userId="5fdfeab2-e3ac-40dc-9f9d-ac602c9b72a8" providerId="ADAL" clId="{E957C631-6EBE-44D1-B206-EBF2F4F94390}" dt="2022-05-10T14:49:18.079" v="7270" actId="21"/>
          <ac:spMkLst>
            <pc:docMk/>
            <pc:sldMk cId="2584916931" sldId="280"/>
            <ac:spMk id="13" creationId="{DF6AB5CB-144E-4300-B1F9-120315A1B523}"/>
          </ac:spMkLst>
        </pc:spChg>
        <pc:spChg chg="del">
          <ac:chgData name="Ožbot, Miha" userId="5fdfeab2-e3ac-40dc-9f9d-ac602c9b72a8" providerId="ADAL" clId="{E957C631-6EBE-44D1-B206-EBF2F4F94390}" dt="2022-05-10T14:49:18.079" v="7270" actId="21"/>
          <ac:spMkLst>
            <pc:docMk/>
            <pc:sldMk cId="2584916931" sldId="280"/>
            <ac:spMk id="14" creationId="{6B91DC60-BD89-46DF-92EC-99C6E7DCF1CD}"/>
          </ac:spMkLst>
        </pc:spChg>
        <pc:spChg chg="add">
          <ac:chgData name="Ožbot, Miha" userId="5fdfeab2-e3ac-40dc-9f9d-ac602c9b72a8" providerId="ADAL" clId="{E957C631-6EBE-44D1-B206-EBF2F4F94390}" dt="2022-05-10T14:49:24.842" v="7272" actId="26606"/>
          <ac:spMkLst>
            <pc:docMk/>
            <pc:sldMk cId="2584916931" sldId="280"/>
            <ac:spMk id="15" creationId="{100EDD19-6802-4EC3-95CE-CFFAB042CFD6}"/>
          </ac:spMkLst>
        </pc:spChg>
        <pc:spChg chg="add">
          <ac:chgData name="Ožbot, Miha" userId="5fdfeab2-e3ac-40dc-9f9d-ac602c9b72a8" providerId="ADAL" clId="{E957C631-6EBE-44D1-B206-EBF2F4F94390}" dt="2022-05-10T14:49:24.842" v="7272" actId="26606"/>
          <ac:spMkLst>
            <pc:docMk/>
            <pc:sldMk cId="2584916931" sldId="280"/>
            <ac:spMk id="16" creationId="{DB17E863-922E-4C26-BD64-E8FD41D28661}"/>
          </ac:spMkLst>
        </pc:spChg>
        <pc:spChg chg="add mod">
          <ac:chgData name="Ožbot, Miha" userId="5fdfeab2-e3ac-40dc-9f9d-ac602c9b72a8" providerId="ADAL" clId="{E957C631-6EBE-44D1-B206-EBF2F4F94390}" dt="2022-05-10T14:49:25.797" v="7273"/>
          <ac:spMkLst>
            <pc:docMk/>
            <pc:sldMk cId="2584916931" sldId="280"/>
            <ac:spMk id="19" creationId="{FB9DA66A-564E-2D20-A8D6-D37DE2BCF5E3}"/>
          </ac:spMkLst>
        </pc:spChg>
        <pc:spChg chg="add mod">
          <ac:chgData name="Ožbot, Miha" userId="5fdfeab2-e3ac-40dc-9f9d-ac602c9b72a8" providerId="ADAL" clId="{E957C631-6EBE-44D1-B206-EBF2F4F94390}" dt="2022-05-10T14:49:25.797" v="7273"/>
          <ac:spMkLst>
            <pc:docMk/>
            <pc:sldMk cId="2584916931" sldId="280"/>
            <ac:spMk id="21" creationId="{62CDC8C5-4793-33EE-5750-7304B59348C2}"/>
          </ac:spMkLst>
        </pc:spChg>
        <pc:spChg chg="add mod">
          <ac:chgData name="Ožbot, Miha" userId="5fdfeab2-e3ac-40dc-9f9d-ac602c9b72a8" providerId="ADAL" clId="{E957C631-6EBE-44D1-B206-EBF2F4F94390}" dt="2022-05-10T14:49:42.149" v="7274" actId="1076"/>
          <ac:spMkLst>
            <pc:docMk/>
            <pc:sldMk cId="2584916931" sldId="280"/>
            <ac:spMk id="22" creationId="{17BE4F0E-8B86-1291-DB6A-37D9F35DF5A5}"/>
          </ac:spMkLst>
        </pc:spChg>
        <pc:spChg chg="add mod">
          <ac:chgData name="Ožbot, Miha" userId="5fdfeab2-e3ac-40dc-9f9d-ac602c9b72a8" providerId="ADAL" clId="{E957C631-6EBE-44D1-B206-EBF2F4F94390}" dt="2022-05-10T14:49:42.149" v="7274" actId="1076"/>
          <ac:spMkLst>
            <pc:docMk/>
            <pc:sldMk cId="2584916931" sldId="280"/>
            <ac:spMk id="23" creationId="{FE5D8E7B-861F-2670-C939-8BBC58EC2960}"/>
          </ac:spMkLst>
        </pc:spChg>
        <pc:picChg chg="del">
          <ac:chgData name="Ožbot, Miha" userId="5fdfeab2-e3ac-40dc-9f9d-ac602c9b72a8" providerId="ADAL" clId="{E957C631-6EBE-44D1-B206-EBF2F4F94390}" dt="2022-05-10T14:49:18.079" v="7270" actId="21"/>
          <ac:picMkLst>
            <pc:docMk/>
            <pc:sldMk cId="2584916931" sldId="280"/>
            <ac:picMk id="7" creationId="{3EFBE3DE-D154-408C-90ED-EB5CCA9656FB}"/>
          </ac:picMkLst>
        </pc:picChg>
        <pc:picChg chg="del">
          <ac:chgData name="Ožbot, Miha" userId="5fdfeab2-e3ac-40dc-9f9d-ac602c9b72a8" providerId="ADAL" clId="{E957C631-6EBE-44D1-B206-EBF2F4F94390}" dt="2022-05-10T14:49:18.079" v="7270" actId="21"/>
          <ac:picMkLst>
            <pc:docMk/>
            <pc:sldMk cId="2584916931" sldId="280"/>
            <ac:picMk id="8" creationId="{7DA9D3D4-84B5-4902-B19B-1A093CCC949F}"/>
          </ac:picMkLst>
        </pc:picChg>
        <pc:picChg chg="del">
          <ac:chgData name="Ožbot, Miha" userId="5fdfeab2-e3ac-40dc-9f9d-ac602c9b72a8" providerId="ADAL" clId="{E957C631-6EBE-44D1-B206-EBF2F4F94390}" dt="2022-05-10T14:49:18.079" v="7270" actId="21"/>
          <ac:picMkLst>
            <pc:docMk/>
            <pc:sldMk cId="2584916931" sldId="280"/>
            <ac:picMk id="9" creationId="{157CEC1B-36E1-4CFC-944A-F6C0BF7E768F}"/>
          </ac:picMkLst>
        </pc:picChg>
        <pc:picChg chg="add mod">
          <ac:chgData name="Ožbot, Miha" userId="5fdfeab2-e3ac-40dc-9f9d-ac602c9b72a8" providerId="ADAL" clId="{E957C631-6EBE-44D1-B206-EBF2F4F94390}" dt="2022-05-10T14:49:42.149" v="7274" actId="1076"/>
          <ac:picMkLst>
            <pc:docMk/>
            <pc:sldMk cId="2584916931" sldId="280"/>
            <ac:picMk id="17" creationId="{23A8F151-452F-BCB2-5E4C-4CB8B2E9F5F3}"/>
          </ac:picMkLst>
        </pc:picChg>
        <pc:picChg chg="add mod">
          <ac:chgData name="Ožbot, Miha" userId="5fdfeab2-e3ac-40dc-9f9d-ac602c9b72a8" providerId="ADAL" clId="{E957C631-6EBE-44D1-B206-EBF2F4F94390}" dt="2022-05-10T14:49:42.149" v="7274" actId="1076"/>
          <ac:picMkLst>
            <pc:docMk/>
            <pc:sldMk cId="2584916931" sldId="280"/>
            <ac:picMk id="18" creationId="{0D85C5E3-0541-C014-3431-26CA34DCE45D}"/>
          </ac:picMkLst>
        </pc:picChg>
        <pc:picChg chg="add mod">
          <ac:chgData name="Ožbot, Miha" userId="5fdfeab2-e3ac-40dc-9f9d-ac602c9b72a8" providerId="ADAL" clId="{E957C631-6EBE-44D1-B206-EBF2F4F94390}" dt="2022-05-10T14:49:42.149" v="7274" actId="1076"/>
          <ac:picMkLst>
            <pc:docMk/>
            <pc:sldMk cId="2584916931" sldId="280"/>
            <ac:picMk id="20" creationId="{2141B192-1F6E-DE1B-D6DC-288A8A2689ED}"/>
          </ac:picMkLst>
        </pc:picChg>
      </pc:sldChg>
      <pc:sldChg chg="modSp mod modShow">
        <pc:chgData name="Ožbot, Miha" userId="5fdfeab2-e3ac-40dc-9f9d-ac602c9b72a8" providerId="ADAL" clId="{E957C631-6EBE-44D1-B206-EBF2F4F94390}" dt="2022-05-16T17:18:05.366" v="7669" actId="729"/>
        <pc:sldMkLst>
          <pc:docMk/>
          <pc:sldMk cId="3904152926" sldId="281"/>
        </pc:sldMkLst>
        <pc:spChg chg="mod">
          <ac:chgData name="Ožbot, Miha" userId="5fdfeab2-e3ac-40dc-9f9d-ac602c9b72a8" providerId="ADAL" clId="{E957C631-6EBE-44D1-B206-EBF2F4F94390}" dt="2022-05-10T14:52:28.509" v="7317" actId="27636"/>
          <ac:spMkLst>
            <pc:docMk/>
            <pc:sldMk cId="3904152926" sldId="281"/>
            <ac:spMk id="2" creationId="{EBCEABC0-1914-41D7-80CD-2099FA5A140A}"/>
          </ac:spMkLst>
        </pc:spChg>
        <pc:spChg chg="mod">
          <ac:chgData name="Ožbot, Miha" userId="5fdfeab2-e3ac-40dc-9f9d-ac602c9b72a8" providerId="ADAL" clId="{E957C631-6EBE-44D1-B206-EBF2F4F94390}" dt="2022-05-10T14:48:32.152" v="7259" actId="20577"/>
          <ac:spMkLst>
            <pc:docMk/>
            <pc:sldMk cId="3904152926" sldId="281"/>
            <ac:spMk id="3" creationId="{FF9CEB20-11ED-49A7-A1FC-827249F25E3F}"/>
          </ac:spMkLst>
        </pc:spChg>
        <pc:spChg chg="mod">
          <ac:chgData name="Ožbot, Miha" userId="5fdfeab2-e3ac-40dc-9f9d-ac602c9b72a8" providerId="ADAL" clId="{E957C631-6EBE-44D1-B206-EBF2F4F94390}" dt="2022-05-10T14:52:29.025" v="7318" actId="1076"/>
          <ac:spMkLst>
            <pc:docMk/>
            <pc:sldMk cId="3904152926" sldId="281"/>
            <ac:spMk id="12" creationId="{7BDBCDF1-8F7D-4AF8-9E1B-038AAD58F273}"/>
          </ac:spMkLst>
        </pc:spChg>
      </pc:sldChg>
      <pc:sldChg chg="modSp mod modShow">
        <pc:chgData name="Ožbot, Miha" userId="5fdfeab2-e3ac-40dc-9f9d-ac602c9b72a8" providerId="ADAL" clId="{E957C631-6EBE-44D1-B206-EBF2F4F94390}" dt="2022-05-16T17:18:05.366" v="7669" actId="729"/>
        <pc:sldMkLst>
          <pc:docMk/>
          <pc:sldMk cId="877783051" sldId="282"/>
        </pc:sldMkLst>
        <pc:spChg chg="mod">
          <ac:chgData name="Ožbot, Miha" userId="5fdfeab2-e3ac-40dc-9f9d-ac602c9b72a8" providerId="ADAL" clId="{E957C631-6EBE-44D1-B206-EBF2F4F94390}" dt="2022-05-10T14:43:35.139" v="7209" actId="20577"/>
          <ac:spMkLst>
            <pc:docMk/>
            <pc:sldMk cId="877783051" sldId="282"/>
            <ac:spMk id="2" creationId="{08293A48-0358-45D5-99AB-1890A56BBB06}"/>
          </ac:spMkLst>
        </pc:spChg>
        <pc:spChg chg="mod">
          <ac:chgData name="Ožbot, Miha" userId="5fdfeab2-e3ac-40dc-9f9d-ac602c9b72a8" providerId="ADAL" clId="{E957C631-6EBE-44D1-B206-EBF2F4F94390}" dt="2022-05-10T14:48:11.807" v="7250" actId="20577"/>
          <ac:spMkLst>
            <pc:docMk/>
            <pc:sldMk cId="877783051" sldId="282"/>
            <ac:spMk id="3" creationId="{09770A0F-0E9E-4F08-871D-40BE89BE243D}"/>
          </ac:spMkLst>
        </pc:spChg>
      </pc:sldChg>
      <pc:sldChg chg="modSp mod modShow">
        <pc:chgData name="Ožbot, Miha" userId="5fdfeab2-e3ac-40dc-9f9d-ac602c9b72a8" providerId="ADAL" clId="{E957C631-6EBE-44D1-B206-EBF2F4F94390}" dt="2022-05-16T17:18:05.366" v="7669" actId="729"/>
        <pc:sldMkLst>
          <pc:docMk/>
          <pc:sldMk cId="996068835" sldId="283"/>
        </pc:sldMkLst>
        <pc:spChg chg="mod">
          <ac:chgData name="Ožbot, Miha" userId="5fdfeab2-e3ac-40dc-9f9d-ac602c9b72a8" providerId="ADAL" clId="{E957C631-6EBE-44D1-B206-EBF2F4F94390}" dt="2022-05-10T14:53:02.132" v="7361" actId="313"/>
          <ac:spMkLst>
            <pc:docMk/>
            <pc:sldMk cId="996068835" sldId="283"/>
            <ac:spMk id="2" creationId="{48A86C58-8A74-461B-B93C-6CB631DC2D59}"/>
          </ac:spMkLst>
        </pc:spChg>
        <pc:spChg chg="mod">
          <ac:chgData name="Ožbot, Miha" userId="5fdfeab2-e3ac-40dc-9f9d-ac602c9b72a8" providerId="ADAL" clId="{E957C631-6EBE-44D1-B206-EBF2F4F94390}" dt="2022-05-10T14:55:14.930" v="7487" actId="20577"/>
          <ac:spMkLst>
            <pc:docMk/>
            <pc:sldMk cId="996068835" sldId="283"/>
            <ac:spMk id="3" creationId="{937870A5-48CA-42D8-91E1-59D70059D2FD}"/>
          </ac:spMkLst>
        </pc:spChg>
        <pc:spChg chg="mod">
          <ac:chgData name="Ožbot, Miha" userId="5fdfeab2-e3ac-40dc-9f9d-ac602c9b72a8" providerId="ADAL" clId="{E957C631-6EBE-44D1-B206-EBF2F4F94390}" dt="2022-05-09T09:44:43.662" v="775" actId="790"/>
          <ac:spMkLst>
            <pc:docMk/>
            <pc:sldMk cId="996068835" sldId="283"/>
            <ac:spMk id="4" creationId="{B36CB62C-88D6-4645-930B-4E81DFD106A7}"/>
          </ac:spMkLst>
        </pc:spChg>
        <pc:spChg chg="mod">
          <ac:chgData name="Ožbot, Miha" userId="5fdfeab2-e3ac-40dc-9f9d-ac602c9b72a8" providerId="ADAL" clId="{E957C631-6EBE-44D1-B206-EBF2F4F94390}" dt="2022-05-09T09:44:43.662" v="775" actId="790"/>
          <ac:spMkLst>
            <pc:docMk/>
            <pc:sldMk cId="996068835" sldId="283"/>
            <ac:spMk id="9" creationId="{FB891943-C082-4EEA-A448-1BFE4DCC071B}"/>
          </ac:spMkLst>
        </pc:spChg>
      </pc:sldChg>
      <pc:sldChg chg="add del mod modShow">
        <pc:chgData name="Ožbot, Miha" userId="5fdfeab2-e3ac-40dc-9f9d-ac602c9b72a8" providerId="ADAL" clId="{E957C631-6EBE-44D1-B206-EBF2F4F94390}" dt="2022-05-10T14:56:39.509" v="7489" actId="47"/>
        <pc:sldMkLst>
          <pc:docMk/>
          <pc:sldMk cId="862989043" sldId="284"/>
        </pc:sldMkLst>
      </pc:sldChg>
      <pc:sldChg chg="modSp mod">
        <pc:chgData name="Ožbot, Miha" userId="5fdfeab2-e3ac-40dc-9f9d-ac602c9b72a8" providerId="ADAL" clId="{E957C631-6EBE-44D1-B206-EBF2F4F94390}" dt="2022-05-09T16:25:35.346" v="5396"/>
        <pc:sldMkLst>
          <pc:docMk/>
          <pc:sldMk cId="1239167803" sldId="285"/>
        </pc:sldMkLst>
        <pc:spChg chg="mod">
          <ac:chgData name="Ožbot, Miha" userId="5fdfeab2-e3ac-40dc-9f9d-ac602c9b72a8" providerId="ADAL" clId="{E957C631-6EBE-44D1-B206-EBF2F4F94390}" dt="2022-05-09T16:25:35.346" v="5396"/>
          <ac:spMkLst>
            <pc:docMk/>
            <pc:sldMk cId="1239167803" sldId="285"/>
            <ac:spMk id="2" creationId="{8028B34C-71DF-4C39-AB40-22F05570FEFC}"/>
          </ac:spMkLst>
        </pc:spChg>
        <pc:spChg chg="mod">
          <ac:chgData name="Ožbot, Miha" userId="5fdfeab2-e3ac-40dc-9f9d-ac602c9b72a8" providerId="ADAL" clId="{E957C631-6EBE-44D1-B206-EBF2F4F94390}" dt="2022-05-09T09:45:23.653" v="778" actId="790"/>
          <ac:spMkLst>
            <pc:docMk/>
            <pc:sldMk cId="1239167803" sldId="285"/>
            <ac:spMk id="3" creationId="{0D8A32EE-BDD3-4BFE-987F-7ECA329C7922}"/>
          </ac:spMkLst>
        </pc:spChg>
        <pc:spChg chg="mod">
          <ac:chgData name="Ožbot, Miha" userId="5fdfeab2-e3ac-40dc-9f9d-ac602c9b72a8" providerId="ADAL" clId="{E957C631-6EBE-44D1-B206-EBF2F4F94390}" dt="2022-05-09T09:45:23.653" v="778" actId="790"/>
          <ac:spMkLst>
            <pc:docMk/>
            <pc:sldMk cId="1239167803" sldId="285"/>
            <ac:spMk id="9" creationId="{2CBCB694-F4D3-4289-A2F5-836A72C0514D}"/>
          </ac:spMkLst>
        </pc:spChg>
        <pc:spChg chg="mod">
          <ac:chgData name="Ožbot, Miha" userId="5fdfeab2-e3ac-40dc-9f9d-ac602c9b72a8" providerId="ADAL" clId="{E957C631-6EBE-44D1-B206-EBF2F4F94390}" dt="2022-05-09T15:55:53.280" v="3418" actId="5793"/>
          <ac:spMkLst>
            <pc:docMk/>
            <pc:sldMk cId="1239167803" sldId="285"/>
            <ac:spMk id="166" creationId="{B8D13A2C-0815-46E8-A56B-7231923908FB}"/>
          </ac:spMkLst>
        </pc:spChg>
      </pc:sldChg>
      <pc:sldChg chg="modSp mod modShow">
        <pc:chgData name="Ožbot, Miha" userId="5fdfeab2-e3ac-40dc-9f9d-ac602c9b72a8" providerId="ADAL" clId="{E957C631-6EBE-44D1-B206-EBF2F4F94390}" dt="2022-05-13T12:21:25.676" v="7654" actId="729"/>
        <pc:sldMkLst>
          <pc:docMk/>
          <pc:sldMk cId="3372332676" sldId="286"/>
        </pc:sldMkLst>
        <pc:spChg chg="mod">
          <ac:chgData name="Ožbot, Miha" userId="5fdfeab2-e3ac-40dc-9f9d-ac602c9b72a8" providerId="ADAL" clId="{E957C631-6EBE-44D1-B206-EBF2F4F94390}" dt="2022-05-09T16:24:47.295" v="5388" actId="790"/>
          <ac:spMkLst>
            <pc:docMk/>
            <pc:sldMk cId="3372332676" sldId="286"/>
            <ac:spMk id="2" creationId="{9047507C-C1F5-4A31-8837-38927F9C775B}"/>
          </ac:spMkLst>
        </pc:spChg>
        <pc:spChg chg="mod">
          <ac:chgData name="Ožbot, Miha" userId="5fdfeab2-e3ac-40dc-9f9d-ac602c9b72a8" providerId="ADAL" clId="{E957C631-6EBE-44D1-B206-EBF2F4F94390}" dt="2022-05-09T16:24:34.819" v="5386" actId="790"/>
          <ac:spMkLst>
            <pc:docMk/>
            <pc:sldMk cId="3372332676" sldId="286"/>
            <ac:spMk id="3" creationId="{8B963D87-ED67-48B8-B813-8E848277554D}"/>
          </ac:spMkLst>
        </pc:spChg>
      </pc:sldChg>
      <pc:sldChg chg="add del mod modShow">
        <pc:chgData name="Ožbot, Miha" userId="5fdfeab2-e3ac-40dc-9f9d-ac602c9b72a8" providerId="ADAL" clId="{E957C631-6EBE-44D1-B206-EBF2F4F94390}" dt="2022-05-10T14:56:39.509" v="7489" actId="47"/>
        <pc:sldMkLst>
          <pc:docMk/>
          <pc:sldMk cId="1082004255" sldId="287"/>
        </pc:sldMkLst>
      </pc:sldChg>
      <pc:sldChg chg="add del mod modShow">
        <pc:chgData name="Ožbot, Miha" userId="5fdfeab2-e3ac-40dc-9f9d-ac602c9b72a8" providerId="ADAL" clId="{E957C631-6EBE-44D1-B206-EBF2F4F94390}" dt="2022-05-10T14:56:39.509" v="7489" actId="47"/>
        <pc:sldMkLst>
          <pc:docMk/>
          <pc:sldMk cId="4277249247" sldId="288"/>
        </pc:sldMkLst>
      </pc:sldChg>
      <pc:sldChg chg="modSp mod modShow">
        <pc:chgData name="Ožbot, Miha" userId="5fdfeab2-e3ac-40dc-9f9d-ac602c9b72a8" providerId="ADAL" clId="{E957C631-6EBE-44D1-B206-EBF2F4F94390}" dt="2022-05-16T17:18:05.366" v="7669" actId="729"/>
        <pc:sldMkLst>
          <pc:docMk/>
          <pc:sldMk cId="236193050" sldId="289"/>
        </pc:sldMkLst>
        <pc:spChg chg="mod">
          <ac:chgData name="Ožbot, Miha" userId="5fdfeab2-e3ac-40dc-9f9d-ac602c9b72a8" providerId="ADAL" clId="{E957C631-6EBE-44D1-B206-EBF2F4F94390}" dt="2022-05-10T12:12:28.388" v="6406" actId="790"/>
          <ac:spMkLst>
            <pc:docMk/>
            <pc:sldMk cId="236193050" sldId="289"/>
            <ac:spMk id="2" creationId="{ADE6F06D-CBC0-4C63-81F2-CF0BE62BD18E}"/>
          </ac:spMkLst>
        </pc:spChg>
        <pc:spChg chg="mod">
          <ac:chgData name="Ožbot, Miha" userId="5fdfeab2-e3ac-40dc-9f9d-ac602c9b72a8" providerId="ADAL" clId="{E957C631-6EBE-44D1-B206-EBF2F4F94390}" dt="2022-05-10T12:12:48.787" v="6415" actId="313"/>
          <ac:spMkLst>
            <pc:docMk/>
            <pc:sldMk cId="236193050" sldId="289"/>
            <ac:spMk id="13" creationId="{56187702-45A0-47FE-A28D-88475E6114A6}"/>
          </ac:spMkLst>
        </pc:spChg>
      </pc:sldChg>
    </pc:docChg>
  </pc:docChgLst>
  <pc:docChgLst>
    <pc:chgData name="OŽBOT, MIHA" userId="36448ee4-d56c-450a-8c5f-e012d647b106" providerId="ADAL" clId="{E957C631-6EBE-44D1-B206-EBF2F4F94390}"/>
    <pc:docChg chg="modSld">
      <pc:chgData name="OŽBOT, MIHA" userId="36448ee4-d56c-450a-8c5f-e012d647b106" providerId="ADAL" clId="{E957C631-6EBE-44D1-B206-EBF2F4F94390}" dt="2022-05-10T17:25:25.925" v="6" actId="790"/>
      <pc:docMkLst>
        <pc:docMk/>
      </pc:docMkLst>
      <pc:sldChg chg="modSp">
        <pc:chgData name="OŽBOT, MIHA" userId="36448ee4-d56c-450a-8c5f-e012d647b106" providerId="ADAL" clId="{E957C631-6EBE-44D1-B206-EBF2F4F94390}" dt="2022-05-10T16:40:07.377" v="1" actId="20578"/>
        <pc:sldMkLst>
          <pc:docMk/>
          <pc:sldMk cId="3904398675" sldId="268"/>
        </pc:sldMkLst>
        <pc:spChg chg="mod">
          <ac:chgData name="OŽBOT, MIHA" userId="36448ee4-d56c-450a-8c5f-e012d647b106" providerId="ADAL" clId="{E957C631-6EBE-44D1-B206-EBF2F4F94390}" dt="2022-05-10T16:40:07.377" v="1" actId="20578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36448ee4-d56c-450a-8c5f-e012d647b106" providerId="ADAL" clId="{E957C631-6EBE-44D1-B206-EBF2F4F94390}" dt="2022-05-10T17:25:25.925" v="6" actId="790"/>
        <pc:sldMkLst>
          <pc:docMk/>
          <pc:sldMk cId="2374509314" sldId="269"/>
        </pc:sldMkLst>
        <pc:spChg chg="mod">
          <ac:chgData name="OŽBOT, MIHA" userId="36448ee4-d56c-450a-8c5f-e012d647b106" providerId="ADAL" clId="{E957C631-6EBE-44D1-B206-EBF2F4F94390}" dt="2022-05-10T17:25:25.925" v="6" actId="790"/>
          <ac:spMkLst>
            <pc:docMk/>
            <pc:sldMk cId="2374509314" sldId="269"/>
            <ac:spMk id="152" creationId="{E5C10B8F-0F49-47BB-9E2B-012BBFAC83C1}"/>
          </ac:spMkLst>
        </pc:spChg>
      </pc:sldChg>
    </pc:docChg>
  </pc:docChgLst>
  <pc:docChgLst>
    <pc:chgData name="Ožbot, Miha" userId="5fdfeab2-e3ac-40dc-9f9d-ac602c9b72a8" providerId="ADAL" clId="{96387E43-BB33-402B-9901-CB786189506B}"/>
    <pc:docChg chg="undo custSel modSld">
      <pc:chgData name="Ožbot, Miha" userId="5fdfeab2-e3ac-40dc-9f9d-ac602c9b72a8" providerId="ADAL" clId="{96387E43-BB33-402B-9901-CB786189506B}" dt="2022-04-19T15:45:19.336" v="44" actId="20577"/>
      <pc:docMkLst>
        <pc:docMk/>
      </pc:docMkLst>
      <pc:sldChg chg="modSp mod">
        <pc:chgData name="Ožbot, Miha" userId="5fdfeab2-e3ac-40dc-9f9d-ac602c9b72a8" providerId="ADAL" clId="{96387E43-BB33-402B-9901-CB786189506B}" dt="2022-04-19T15:45:19.336" v="44" actId="20577"/>
        <pc:sldMkLst>
          <pc:docMk/>
          <pc:sldMk cId="3904398675" sldId="268"/>
        </pc:sldMkLst>
        <pc:spChg chg="mod">
          <ac:chgData name="Ožbot, Miha" userId="5fdfeab2-e3ac-40dc-9f9d-ac602c9b72a8" providerId="ADAL" clId="{96387E43-BB33-402B-9901-CB786189506B}" dt="2022-04-19T15:45:19.336" v="44" actId="20577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5fdfeab2-e3ac-40dc-9f9d-ac602c9b72a8" providerId="ADAL" clId="{96387E43-BB33-402B-9901-CB786189506B}" dt="2022-04-14T10:05:40.531" v="41" actId="20577"/>
        <pc:sldMkLst>
          <pc:docMk/>
          <pc:sldMk cId="3904152926" sldId="281"/>
        </pc:sldMkLst>
        <pc:spChg chg="mod">
          <ac:chgData name="Ožbot, Miha" userId="5fdfeab2-e3ac-40dc-9f9d-ac602c9b72a8" providerId="ADAL" clId="{96387E43-BB33-402B-9901-CB786189506B}" dt="2022-04-14T10:04:59.536" v="19" actId="20577"/>
          <ac:spMkLst>
            <pc:docMk/>
            <pc:sldMk cId="3904152926" sldId="281"/>
            <ac:spMk id="3" creationId="{FF9CEB20-11ED-49A7-A1FC-827249F25E3F}"/>
          </ac:spMkLst>
        </pc:spChg>
        <pc:spChg chg="mod">
          <ac:chgData name="Ožbot, Miha" userId="5fdfeab2-e3ac-40dc-9f9d-ac602c9b72a8" providerId="ADAL" clId="{96387E43-BB33-402B-9901-CB786189506B}" dt="2022-04-14T10:05:40.531" v="41" actId="20577"/>
          <ac:spMkLst>
            <pc:docMk/>
            <pc:sldMk cId="3904152926" sldId="281"/>
            <ac:spMk id="12" creationId="{7BDBCDF1-8F7D-4AF8-9E1B-038AAD58F273}"/>
          </ac:spMkLst>
        </pc:spChg>
      </pc:sldChg>
      <pc:sldChg chg="modSp mod">
        <pc:chgData name="Ožbot, Miha" userId="5fdfeab2-e3ac-40dc-9f9d-ac602c9b72a8" providerId="ADAL" clId="{96387E43-BB33-402B-9901-CB786189506B}" dt="2022-04-14T10:13:12.852" v="43" actId="27636"/>
        <pc:sldMkLst>
          <pc:docMk/>
          <pc:sldMk cId="1082004255" sldId="287"/>
        </pc:sldMkLst>
        <pc:spChg chg="mod">
          <ac:chgData name="Ožbot, Miha" userId="5fdfeab2-e3ac-40dc-9f9d-ac602c9b72a8" providerId="ADAL" clId="{96387E43-BB33-402B-9901-CB786189506B}" dt="2022-04-14T10:13:12.852" v="43" actId="27636"/>
          <ac:spMkLst>
            <pc:docMk/>
            <pc:sldMk cId="1082004255" sldId="287"/>
            <ac:spMk id="2" creationId="{33AC806F-76B1-43B6-8CA1-6EDE0AFBE77F}"/>
          </ac:spMkLst>
        </pc:spChg>
      </pc:sldChg>
    </pc:docChg>
  </pc:docChgLst>
  <pc:docChgLst>
    <pc:chgData name="Ožbot, Miha" userId="5fdfeab2-e3ac-40dc-9f9d-ac602c9b72a8" providerId="ADAL" clId="{45AAE769-E7A2-4955-BCD8-A65E2966C0A0}"/>
    <pc:docChg chg="undo custSel addSld modSld">
      <pc:chgData name="Ožbot, Miha" userId="5fdfeab2-e3ac-40dc-9f9d-ac602c9b72a8" providerId="ADAL" clId="{45AAE769-E7A2-4955-BCD8-A65E2966C0A0}" dt="2022-05-06T13:05:47.633" v="129" actId="20577"/>
      <pc:docMkLst>
        <pc:docMk/>
      </pc:docMkLst>
      <pc:sldChg chg="delSp modSp mod">
        <pc:chgData name="Ožbot, Miha" userId="5fdfeab2-e3ac-40dc-9f9d-ac602c9b72a8" providerId="ADAL" clId="{45AAE769-E7A2-4955-BCD8-A65E2966C0A0}" dt="2022-05-06T13:05:47.633" v="129" actId="20577"/>
        <pc:sldMkLst>
          <pc:docMk/>
          <pc:sldMk cId="64491679" sldId="267"/>
        </pc:sldMkLst>
        <pc:spChg chg="mod">
          <ac:chgData name="Ožbot, Miha" userId="5fdfeab2-e3ac-40dc-9f9d-ac602c9b72a8" providerId="ADAL" clId="{45AAE769-E7A2-4955-BCD8-A65E2966C0A0}" dt="2022-05-06T13:05:16.881" v="85" actId="1076"/>
          <ac:spMkLst>
            <pc:docMk/>
            <pc:sldMk cId="64491679" sldId="267"/>
            <ac:spMk id="6" creationId="{E82744B7-692C-4BF4-9CDE-E39040EB63DB}"/>
          </ac:spMkLst>
        </pc:spChg>
        <pc:spChg chg="del">
          <ac:chgData name="Ožbot, Miha" userId="5fdfeab2-e3ac-40dc-9f9d-ac602c9b72a8" providerId="ADAL" clId="{45AAE769-E7A2-4955-BCD8-A65E2966C0A0}" dt="2022-05-06T13:05:13.782" v="84" actId="478"/>
          <ac:spMkLst>
            <pc:docMk/>
            <pc:sldMk cId="64491679" sldId="267"/>
            <ac:spMk id="7" creationId="{C6D9A6BD-2F85-4AC9-8AA3-AFA6C58DCEBF}"/>
          </ac:spMkLst>
        </pc:spChg>
        <pc:spChg chg="mod">
          <ac:chgData name="Ožbot, Miha" userId="5fdfeab2-e3ac-40dc-9f9d-ac602c9b72a8" providerId="ADAL" clId="{45AAE769-E7A2-4955-BCD8-A65E2966C0A0}" dt="2022-05-06T13:05:47.633" v="129" actId="20577"/>
          <ac:spMkLst>
            <pc:docMk/>
            <pc:sldMk cId="64491679" sldId="267"/>
            <ac:spMk id="9" creationId="{6DA218C9-C330-4154-AE98-7F01B3DE7357}"/>
          </ac:spMkLst>
        </pc:spChg>
        <pc:spChg chg="mod">
          <ac:chgData name="Ožbot, Miha" userId="5fdfeab2-e3ac-40dc-9f9d-ac602c9b72a8" providerId="ADAL" clId="{45AAE769-E7A2-4955-BCD8-A65E2966C0A0}" dt="2022-05-06T13:05:19.283" v="86" actId="20577"/>
          <ac:spMkLst>
            <pc:docMk/>
            <pc:sldMk cId="64491679" sldId="267"/>
            <ac:spMk id="13" creationId="{D1708218-1CC5-4DF6-926B-EA887227088E}"/>
          </ac:spMkLst>
        </pc:spChg>
      </pc:sldChg>
      <pc:sldChg chg="new">
        <pc:chgData name="Ožbot, Miha" userId="5fdfeab2-e3ac-40dc-9f9d-ac602c9b72a8" providerId="ADAL" clId="{45AAE769-E7A2-4955-BCD8-A65E2966C0A0}" dt="2022-05-06T13:00:20.859" v="0" actId="680"/>
        <pc:sldMkLst>
          <pc:docMk/>
          <pc:sldMk cId="2439943696" sldId="290"/>
        </pc:sldMkLst>
      </pc:sldChg>
    </pc:docChg>
  </pc:docChgLst>
</pc:chgInfo>
</file>

<file path=ppt/comments/modernComment_10F_F96E04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A4929-662E-4DD8-8BBB-04696FF07452}" authorId="{C6F2067D-C351-4052-C3C5-B9A94ED1B56D}" created="2022-04-13T11:28:44.7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4736895" sldId="271"/>
      <ac:picMk id="11" creationId="{54E9ED50-A3E4-4040-8F2C-1F9E782B0BAF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A_3451E8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2C448-95AA-44C4-8FB0-B099A032415D}" authorId="{C6F2067D-C351-4052-C3C5-B9A94ED1B56D}" created="2022-04-13T07:28:24.7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6" creationId="{22993324-5225-4517-8700-DCDAE7E8F727}"/>
    </ac:deMkLst>
    <p188:txBody>
      <a:bodyPr/>
      <a:lstStyle/>
      <a:p>
        <a:r>
          <a:rPr lang="sl-SI"/>
          <a:t>44</a:t>
        </a:r>
      </a:p>
    </p188:txBody>
  </p188:cm>
  <p188:cm id="{750A5338-5CF7-48D9-B3B8-D8BB2F13F66F}" authorId="{C6F2067D-C351-4052-C3C5-B9A94ED1B56D}" created="2022-04-13T07:29:13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7" creationId="{3AEBCE64-73E8-4850-89A4-FE6B5C372512}"/>
    </ac:deMkLst>
    <p188:txBody>
      <a:bodyPr/>
      <a:lstStyle/>
      <a:p>
        <a:r>
          <a:rPr lang="sl-SI"/>
          <a:t>48</a:t>
        </a:r>
      </a:p>
    </p188:txBody>
  </p188:cm>
</p188:cmLst>
</file>

<file path=ppt/comments/modernComment_11E_C901B6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9C7F-8E82-4164-9AE7-7A097CECB875}" authorId="{C6F2067D-C351-4052-C3C5-B9A94ED1B56D}" created="2022-04-12T16:13: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332676" sldId="286"/>
      <ac:picMk id="12" creationId="{0659CA1E-78AE-4B20-B988-09B42C7E702A}"/>
    </ac:deMkLst>
    <p188:txBody>
      <a:bodyPr/>
      <a:lstStyle/>
      <a:p>
        <a:r>
          <a:rPr lang="sl-SI"/>
          <a:t>Denfis [4]</a:t>
        </a:r>
      </a:p>
    </p188:txBody>
  </p188:cm>
</p188:cmLst>
</file>

<file path=ppt/comments/modernComment_110_FAD98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4E817-808F-4523-B883-0874CBD4704C}" authorId="{C6F2067D-C351-4052-C3C5-B9A94ED1B56D}" created="2022-04-12T16:11:00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7" creationId="{B716A637-5B18-4C90-97D1-63B8180BAB81}"/>
    </ac:deMkLst>
    <p188:txBody>
      <a:bodyPr/>
      <a:lstStyle/>
      <a:p>
        <a:r>
          <a:rPr lang="sl-SI"/>
          <a:t>46
</a:t>
        </a:r>
      </a:p>
    </p188:txBody>
  </p188:cm>
  <p188:cm id="{06E3FE7A-ABE1-4FF3-A33E-FAEC788A9C11}" authorId="{C6F2067D-C351-4052-C3C5-B9A94ED1B56D}" created="2022-04-12T16:18:09.5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9" creationId="{57EAB7B9-C178-4EC6-9A26-2FCA9232B392}"/>
    </ac:deMkLst>
    <p188:txBody>
      <a:bodyPr/>
      <a:lstStyle/>
      <a:p>
        <a:r>
          <a:rPr lang="sl-SI"/>
          <a:t>[41]</a:t>
        </a:r>
      </a:p>
    </p188:txBody>
  </p188:cm>
  <p188:cm id="{B794C31B-EBBA-4FCA-A5B0-4CB0F73937F1}" authorId="{C6F2067D-C351-4052-C3C5-B9A94ED1B56D}" created="2022-04-12T16:33:41.9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1" creationId="{908DF426-1E34-4908-A0BC-B039426CE6CD}"/>
    </ac:deMkLst>
    <p188:txBody>
      <a:bodyPr/>
      <a:lstStyle/>
      <a:p>
        <a:r>
          <a:rPr lang="sl-SI"/>
          <a:t>11</a:t>
        </a:r>
      </a:p>
    </p188:txBody>
  </p188:cm>
  <p188:cm id="{682C442A-2366-4B8F-A658-05FBF0DD22AE}" authorId="{C6F2067D-C351-4052-C3C5-B9A94ED1B56D}" created="2022-04-13T11:08:31.8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8" creationId="{4A8E360B-A1E2-4AED-9D54-4F79BE2BA04D}"/>
    </ac:deMkLst>
    <p188:txBody>
      <a:bodyPr/>
      <a:lstStyle/>
      <a:p>
        <a:r>
          <a:rPr lang="sl-SI"/>
          <a:t>54
</a:t>
        </a:r>
      </a:p>
    </p188:txBody>
  </p188:cm>
  <p188:cm id="{C2D3AD57-1566-4C02-8C67-24890BB3E15A}" authorId="{C6F2067D-C351-4052-C3C5-B9A94ED1B56D}" created="2022-04-13T13:58:45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2" creationId="{35BE1C1F-18FF-41CA-8072-6B4D8C91FD66}"/>
    </ac:deMkLst>
    <p188:txBody>
      <a:bodyPr/>
      <a:lstStyle/>
      <a:p>
        <a:r>
          <a:rPr lang="sl-SI"/>
          <a:t>43</a:t>
        </a:r>
      </a:p>
    </p188:txBody>
  </p188:cm>
</p188:cmLst>
</file>

<file path=ppt/comments/modernComment_111_C1265F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752A01-A1D0-461E-9A7E-19C2166987E8}" authorId="{C6F2067D-C351-4052-C3C5-B9A94ED1B56D}" created="2022-04-12T16:21:17.0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8" creationId="{F057BFDF-3E42-4BB8-8623-4B77CC94745D}"/>
    </ac:deMkLst>
    <p188:txBody>
      <a:bodyPr/>
      <a:lstStyle/>
      <a:p>
        <a:r>
          <a:rPr lang="sl-SI"/>
          <a:t>43</a:t>
        </a:r>
      </a:p>
    </p188:txBody>
  </p188:cm>
  <p188:cm id="{01E5A444-AA4D-42C9-9A49-AF8FCA63C019}" authorId="{74CAA44F-8C06-06A4-9B46-843E92AFBC2B}" created="2022-04-13T20:15:45.0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4" creationId="{55479145-6CF5-47A0-93D5-23934F8F8EFF}"/>
    </ac:deMkLst>
    <p188:txBody>
      <a:bodyPr/>
      <a:lstStyle/>
      <a:p>
        <a:r>
          <a:rPr lang="sl-SI"/>
          <a:t>39</a:t>
        </a:r>
      </a:p>
    </p188:txBody>
  </p188:cm>
  <p188:cm id="{FA8A2BA6-C059-4D4F-B4B0-8EB8EBCFBA9F}" authorId="{74CAA44F-8C06-06A4-9B46-843E92AFBC2B}" created="2022-04-13T20:16:12.1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9" creationId="{D35C37BC-E55C-473D-B7A2-48AD29E8CD53}"/>
    </ac:deMkLst>
    <p188:txBody>
      <a:bodyPr/>
      <a:lstStyle/>
      <a:p>
        <a:r>
          <a:rPr lang="sl-SI"/>
          <a:t>49</a:t>
        </a:r>
      </a:p>
    </p188:txBody>
  </p188:cm>
</p188:cmLst>
</file>

<file path=ppt/comments/modernComment_115_69ED7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C2E6-4913-41E6-854C-6CAC8D2131D8}" authorId="{C6F2067D-C351-4052-C3C5-B9A94ED1B56D}" created="2022-04-12T16:24:39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5" creationId="{9285C982-D10D-4F3A-8964-EB41CAA88E0D}"/>
    </ac:deMkLst>
    <p188:txBody>
      <a:bodyPr/>
      <a:lstStyle/>
      <a:p>
        <a:r>
          <a:rPr lang="sl-SI"/>
          <a:t>14
</a:t>
        </a:r>
      </a:p>
    </p188:txBody>
  </p188:cm>
  <p188:cm id="{3FBC24A3-B015-45B9-9D3D-F5849B005377}" authorId="{C6F2067D-C351-4052-C3C5-B9A94ED1B56D}" created="2022-04-12T16:25:01.0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8" creationId="{A291E1AF-4115-4282-B2FE-8F606C019ADE}"/>
    </ac:deMkLst>
    <p188:txBody>
      <a:bodyPr/>
      <a:lstStyle/>
      <a:p>
        <a:r>
          <a:rPr lang="sl-SI"/>
          <a:t>17
</a:t>
        </a:r>
      </a:p>
    </p188:txBody>
  </p188:cm>
  <p188:cm id="{593CAC7E-0FFC-4E94-BC8D-66433D54D19E}" authorId="{C6F2067D-C351-4052-C3C5-B9A94ED1B56D}" created="2022-04-12T16:25:30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6" creationId="{C0305A5C-8631-4428-868E-2FC70A2C8434}"/>
    </ac:deMkLst>
    <p188:txBody>
      <a:bodyPr/>
      <a:lstStyle/>
      <a:p>
        <a:r>
          <a:rPr lang="sl-SI"/>
          <a:t>6</a:t>
        </a:r>
      </a:p>
    </p188:txBody>
  </p188:cm>
  <p188:cm id="{1A1CB9AD-C111-470A-A8E6-EBC28EF31568}" authorId="{C6F2067D-C351-4052-C3C5-B9A94ED1B56D}" created="2022-04-12T16:33:34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9" creationId="{08397847-3EC8-41A8-845B-2FBD81FACC24}"/>
    </ac:deMkLst>
    <p188:txBody>
      <a:bodyPr/>
      <a:lstStyle/>
      <a:p>
        <a:r>
          <a:rPr lang="sl-SI"/>
          <a:t>20
</a:t>
        </a:r>
      </a:p>
    </p188:txBody>
  </p188:cm>
  <p188:cm id="{4748F57B-0D8B-4B67-A957-4D71D3588FDD}" authorId="{C6F2067D-C351-4052-C3C5-B9A94ED1B56D}" created="2022-04-13T11:03:57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0" creationId="{B04AA810-EACD-4DFC-9DCC-E0C693123864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6_CE50F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D1DCBD-7F80-4BE8-8E0C-307B18F55DC9}" authorId="{C6F2067D-C351-4052-C3C5-B9A94ED1B56D}" created="2022-04-13T08:09:41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9" creationId="{4CE520FE-C4F6-43B8-B031-17947DA23B4B}"/>
    </ac:deMkLst>
    <p188:txBody>
      <a:bodyPr/>
      <a:lstStyle/>
      <a:p>
        <a:r>
          <a:rPr lang="sl-SI"/>
          <a:t>51</a:t>
        </a:r>
      </a:p>
    </p188:txBody>
  </p188:cm>
  <p188:cm id="{C1995BBA-5F22-4E54-A50D-3DBB42C45C7D}" authorId="{C6F2067D-C351-4052-C3C5-B9A94ED1B56D}" created="2022-04-13T08:12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5" creationId="{D2C874A5-9A3A-423F-80E9-B6066E1F20A5}"/>
    </ac:deMkLst>
    <p188:txBody>
      <a:bodyPr/>
      <a:lstStyle/>
      <a:p>
        <a:r>
          <a:rPr lang="sl-SI"/>
          <a:t>6</a:t>
        </a:r>
      </a:p>
    </p188:txBody>
  </p188:cm>
  <p188:cm id="{1B91BB14-4C02-4575-9D70-DEECE526D0A9}" authorId="{C6F2067D-C351-4052-C3C5-B9A94ED1B56D}" created="2022-04-13T08:12:16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4" creationId="{36793C1F-057D-4B6B-9D4A-9F59918B829B}"/>
    </ac:deMkLst>
    <p188:txBody>
      <a:bodyPr/>
      <a:lstStyle/>
      <a:p>
        <a:r>
          <a:rPr lang="sl-SI"/>
          <a:t>5</a:t>
        </a:r>
      </a:p>
    </p188:txBody>
  </p188:cm>
</p188:cmLst>
</file>

<file path=ppt/comments/modernComment_117_A9D91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29065-FE77-4949-A180-D8BB560F99C7}" authorId="{C6F2067D-C351-4052-C3C5-B9A94ED1B56D}" created="2022-04-12T17:47:15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4" creationId="{5CCB4BE9-CBDD-45AF-AA81-7DCEE4C1DEE0}"/>
    </ac:deMkLst>
    <p188:txBody>
      <a:bodyPr/>
      <a:lstStyle/>
      <a:p>
        <a:r>
          <a:rPr lang="sl-SI"/>
          <a:t>[51]</a:t>
        </a:r>
      </a:p>
    </p188:txBody>
  </p188:cm>
  <p188:cm id="{1D89904C-A593-429D-BDC5-8CF3F3D75546}" authorId="{C6F2067D-C351-4052-C3C5-B9A94ED1B56D}" created="2022-04-13T10:48:01.3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7" creationId="{B8D96EC5-A7EA-4DD7-9156-AA907DF54DEE}"/>
    </ac:deMkLst>
    <p188:txBody>
      <a:bodyPr/>
      <a:lstStyle/>
      <a:p>
        <a:r>
          <a:rPr lang="sl-SI"/>
          <a:t>5</a:t>
        </a:r>
      </a:p>
    </p188:txBody>
  </p188:cm>
  <p188:cm id="{EF79BCEA-040D-45B1-9119-1B5707125466}" authorId="{C6F2067D-C351-4052-C3C5-B9A94ED1B56D}" created="2022-04-13T11:07:22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8" creationId="{D8221DEE-20B2-42A7-95A7-353C353DA5D7}"/>
    </ac:deMkLst>
    <p188:txBody>
      <a:bodyPr/>
      <a:lstStyle/>
      <a:p>
        <a:r>
          <a:rPr lang="sl-SI"/>
          <a:t>54</a:t>
        </a:r>
      </a:p>
    </p188:txBody>
  </p188:cm>
  <p188:cm id="{2F47BF09-6D45-461A-BDEA-3B0A6B42C9EC}" authorId="{C6F2067D-C351-4052-C3C5-B9A94ED1B56D}" created="2022-04-14T08:11:47.5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4" creationId="{05AE727E-5F2F-448B-B67B-8E426C9AD95E}"/>
    </ac:deMkLst>
    <p188:txBody>
      <a:bodyPr/>
      <a:lstStyle/>
      <a:p>
        <a:r>
          <a:rPr lang="sl-SI"/>
          <a:t>43</a:t>
        </a:r>
      </a:p>
    </p188:txBody>
  </p188:cm>
  <p188:cm id="{1921EFB3-95DE-4F71-9834-CA810FC54839}" authorId="{C6F2067D-C351-4052-C3C5-B9A94ED1B56D}" created="2022-04-14T08:30:34.1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5" creationId="{1A77BCA0-EEE7-4F69-8A51-C23D6C7089FE}"/>
    </ac:deMkLst>
    <p188:txBody>
      <a:bodyPr/>
      <a:lstStyle/>
      <a:p>
        <a:r>
          <a:rPr lang="sl-SI"/>
          <a:t>56</a:t>
        </a:r>
      </a:p>
    </p188:txBody>
  </p188:cm>
</p188:cmLst>
</file>

<file path=ppt/comments/modernComment_118_9A12B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FEAFB9-4F8C-48F3-A25F-645440A475FC}" authorId="{C6F2067D-C351-4052-C3C5-B9A94ED1B56D}" created="2022-04-14T07:46:13.3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4916931" sldId="280"/>
      <ac:picMk id="9" creationId="{157CEC1B-36E1-4CFC-944A-F6C0BF7E768F}"/>
    </ac:deMkLst>
    <p188:txBody>
      <a:bodyPr/>
      <a:lstStyle/>
      <a:p>
        <a:r>
          <a:rPr lang="sl-SI"/>
          <a:t>22</a:t>
        </a:r>
      </a:p>
    </p188:txBody>
  </p188:cm>
</p188:cmLst>
</file>

<file path=ppt/comments/modernComment_119_E8B4A5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5CF8D8-E29A-4DA8-8407-D2796CCC609C}" authorId="{C6F2067D-C351-4052-C3C5-B9A94ED1B56D}" created="2022-04-14T07:37:10.1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4152926" sldId="281"/>
      <ac:picMk id="5" creationId="{85FA5BB3-5F27-498A-A5B1-638AB5C57B3F}"/>
    </ac:deMkLst>
    <p188:txBody>
      <a:bodyPr/>
      <a:lstStyle/>
      <a:p>
        <a:r>
          <a:rPr lang="sl-SI"/>
          <a:t>45</a:t>
        </a:r>
      </a:p>
    </p188:txBody>
  </p188:cm>
</p188:cmLst>
</file>

<file path=ppt/comments/modernComment_121_E1405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48302D-850B-4F1B-B608-B7FB52290592}" authorId="{C6F2067D-C351-4052-C3C5-B9A94ED1B56D}" created="2022-04-13T10:45:03.1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6" creationId="{CA1D2712-165F-47E1-B96B-7C27BD1694DA}"/>
    </ac:deMkLst>
    <p188:txBody>
      <a:bodyPr/>
      <a:lstStyle/>
      <a:p>
        <a:r>
          <a:rPr lang="sl-SI"/>
          <a:t>53
</a:t>
        </a:r>
      </a:p>
    </p188:txBody>
  </p188:cm>
  <p188:cm id="{05EB6093-CAAE-49E0-B066-75100DA353EE}" authorId="{C6F2067D-C351-4052-C3C5-B9A94ED1B56D}" created="2022-04-13T14:53:26.9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19" creationId="{42663209-40E7-4D5F-8D68-EB48F75F7800}"/>
    </ac:deMkLst>
    <p188:txBody>
      <a:bodyPr/>
      <a:lstStyle/>
      <a:p>
        <a:r>
          <a:rPr lang="sl-SI"/>
          <a:t>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17. 05. 2022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15482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Optimal rule-based granular systems from data streams. IEEE Transactions on Fuzzy Systems, 28(3), 583–596.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[42]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Lemos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Caminhas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(2010). Evolving fuzzy linear regression trees.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 IEEE World Congress on Computational Intelligence, WCCI 2010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916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36702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5641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</a:t>
            </a:r>
          </a:p>
          <a:p>
            <a:endParaRPr lang="sl-SI" sz="1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315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algorithm. Evolving Systems, 2(1), 15–24.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[17] E. Lima, M. Hell, R.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Ballini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Evolving fuzzy modeling using participatory learning, in: P.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Kasabov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(Eds.),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EvolvingIntelligent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Systems: Methodology and Applications, John Wiley &amp; Sons, New York, 2010, pp. 67–86.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(2021). Evolving Fuzzy Model Identification of Nonlinear Wiener-Hammerstein Processes. IEEE Access, 9, 158470–158480.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Bouchot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 L., &amp; Shaker, A. (2011). On-line elimination of local redundancies in evolving fuzzy systems. Evolving Systems, 2(3), 165–187.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27995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2800" dirty="0"/>
              <a:t>[56]Pratama, M., </a:t>
            </a:r>
            <a:r>
              <a:rPr lang="sl-SI" sz="2800" dirty="0" err="1"/>
              <a:t>Anavatti</a:t>
            </a:r>
            <a:r>
              <a:rPr lang="sl-SI" sz="2800" dirty="0"/>
              <a:t>, S. G., &amp; </a:t>
            </a:r>
            <a:r>
              <a:rPr lang="sl-SI" sz="2800" dirty="0" err="1"/>
              <a:t>Lughofer</a:t>
            </a:r>
            <a:r>
              <a:rPr lang="sl-SI" sz="2800" dirty="0"/>
              <a:t>, E. (2014). </a:t>
            </a:r>
            <a:r>
              <a:rPr lang="sl-SI" sz="2800" dirty="0" err="1"/>
              <a:t>Genefis</a:t>
            </a:r>
            <a:r>
              <a:rPr lang="sl-SI" sz="2800" dirty="0"/>
              <a:t>: </a:t>
            </a:r>
            <a:r>
              <a:rPr lang="sl-SI" sz="2800" dirty="0" err="1"/>
              <a:t>Toward</a:t>
            </a:r>
            <a:r>
              <a:rPr lang="sl-SI" sz="2800" dirty="0"/>
              <a:t> </a:t>
            </a:r>
            <a:r>
              <a:rPr lang="sl-SI" sz="2800" dirty="0" err="1"/>
              <a:t>an</a:t>
            </a:r>
            <a:r>
              <a:rPr lang="sl-SI" sz="2800" dirty="0"/>
              <a:t> </a:t>
            </a:r>
            <a:r>
              <a:rPr lang="sl-SI" sz="2800" dirty="0" err="1"/>
              <a:t>effective</a:t>
            </a:r>
            <a:r>
              <a:rPr lang="sl-SI" sz="2800" dirty="0"/>
              <a:t> </a:t>
            </a:r>
            <a:r>
              <a:rPr lang="sl-SI" sz="2800" dirty="0" err="1"/>
              <a:t>localist</a:t>
            </a:r>
            <a:r>
              <a:rPr lang="sl-SI" sz="2800" dirty="0"/>
              <a:t> </a:t>
            </a:r>
            <a:r>
              <a:rPr lang="sl-SI" sz="2800" dirty="0" err="1"/>
              <a:t>network</a:t>
            </a:r>
            <a:r>
              <a:rPr lang="sl-SI" sz="2800" dirty="0"/>
              <a:t>. </a:t>
            </a:r>
            <a:r>
              <a:rPr lang="sl-SI" sz="2800" i="1" dirty="0"/>
              <a:t>IEEE </a:t>
            </a:r>
            <a:r>
              <a:rPr lang="sl-SI" sz="2800" i="1" dirty="0" err="1"/>
              <a:t>Transactions</a:t>
            </a:r>
            <a:r>
              <a:rPr lang="sl-SI" sz="2800" i="1" dirty="0"/>
              <a:t> on </a:t>
            </a:r>
            <a:r>
              <a:rPr lang="sl-SI" sz="2800" i="1" dirty="0" err="1"/>
              <a:t>Fuzzy</a:t>
            </a:r>
            <a:r>
              <a:rPr lang="sl-SI" sz="2800" i="1" dirty="0"/>
              <a:t> </a:t>
            </a:r>
            <a:r>
              <a:rPr lang="sl-SI" sz="2800" i="1" dirty="0" err="1"/>
              <a:t>Systems</a:t>
            </a:r>
            <a:r>
              <a:rPr lang="sl-SI" sz="2800" dirty="0"/>
              <a:t>, </a:t>
            </a:r>
            <a:r>
              <a:rPr lang="sl-SI" sz="2800" i="1" dirty="0"/>
              <a:t>22</a:t>
            </a:r>
            <a:r>
              <a:rPr lang="sl-SI" sz="2800" dirty="0"/>
              <a:t>(3), 547–562. https://doi.org/10.1109/TFUZZ.2013.2264938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787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018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378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[22] Rong, H. J., Sundararajan, N., Huang, G. bin,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Nelles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 (2001). Nonlinear System Identification. Nonlinear System Identification.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(2021).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consequent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545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[55]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 J.,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J., Angelov, P. P.,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K. (2018).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Correntropy-Based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1324–1338.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Ansambel/skupina (</a:t>
            </a:r>
            <a:r>
              <a:rPr lang="sl-SI" sz="1200" dirty="0" err="1"/>
              <a:t>Ensamble</a:t>
            </a:r>
            <a:r>
              <a:rPr lang="sl-SI" sz="1200" dirty="0"/>
              <a:t> </a:t>
            </a:r>
            <a:r>
              <a:rPr lang="sl-SI" sz="1200" dirty="0" err="1"/>
              <a:t>learning</a:t>
            </a:r>
            <a:r>
              <a:rPr lang="sl-SI" sz="1200" dirty="0"/>
              <a:t>) modelov je sestavljena iz več različnih </a:t>
            </a:r>
            <a:r>
              <a:rPr lang="sl-SI" sz="1200" dirty="0" err="1"/>
              <a:t>samorazvijajočih</a:t>
            </a:r>
            <a:r>
              <a:rPr lang="sl-SI" sz="1200" dirty="0"/>
              <a:t> se modelov, ki jih paralelno učimo na istem problemu z različnimi parametri </a:t>
            </a:r>
            <a:r>
              <a:rPr lang="en-US" sz="1200" dirty="0"/>
              <a:t>[10, 48]</a:t>
            </a:r>
            <a:r>
              <a:rPr lang="sl-SI" sz="1200" dirty="0"/>
              <a:t>. Posamezni </a:t>
            </a:r>
            <a:r>
              <a:rPr lang="sl-SI" sz="1200" dirty="0" err="1"/>
              <a:t>samorazvijajoči</a:t>
            </a:r>
            <a:r>
              <a:rPr lang="sl-SI" sz="1200" dirty="0"/>
              <a:t> se modeli v ansamblu se lahko razlikujejo po strukturi, številu parametrov, različnih omejitvah, </a:t>
            </a:r>
            <a:r>
              <a:rPr lang="sl-SI" sz="1200" dirty="0" err="1"/>
              <a:t>kriterijski</a:t>
            </a:r>
            <a:r>
              <a:rPr lang="sl-SI" sz="1200" dirty="0"/>
              <a:t> funkciji ali celo tipu modela.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Ansambli </a:t>
            </a:r>
            <a:r>
              <a:rPr lang="sl-SI" sz="1200" dirty="0" err="1"/>
              <a:t>samorazvijajočih</a:t>
            </a:r>
            <a:r>
              <a:rPr lang="sl-SI" sz="1200" dirty="0"/>
              <a:t> se modelov v obliki omrežja [44].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[44] Gu, X. (2021). Multilayer Ensemble Evolving Fuzzy Inference System.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(8), 2425–2431.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2800" dirty="0"/>
              <a:t>[27] Škrjanc, I., Iglesias, J., </a:t>
            </a:r>
            <a:r>
              <a:rPr lang="sl-SI" sz="2800" dirty="0" err="1"/>
              <a:t>Sanchis</a:t>
            </a:r>
            <a:r>
              <a:rPr lang="sl-SI" sz="2800" dirty="0"/>
              <a:t>, A., </a:t>
            </a:r>
            <a:r>
              <a:rPr lang="sl-SI" sz="2800" dirty="0" err="1"/>
              <a:t>Leite</a:t>
            </a:r>
            <a:r>
              <a:rPr lang="sl-SI" sz="2800" dirty="0"/>
              <a:t>, D., </a:t>
            </a:r>
            <a:r>
              <a:rPr lang="sl-SI" sz="2800" dirty="0" err="1"/>
              <a:t>Lughofer</a:t>
            </a:r>
            <a:r>
              <a:rPr lang="sl-SI" sz="2800" dirty="0"/>
              <a:t>, E., &amp; </a:t>
            </a:r>
            <a:r>
              <a:rPr lang="sl-SI" sz="2800" dirty="0" err="1"/>
              <a:t>Gomide</a:t>
            </a:r>
            <a:r>
              <a:rPr lang="sl-SI" sz="2800" dirty="0"/>
              <a:t>, F. (2019). </a:t>
            </a:r>
            <a:r>
              <a:rPr lang="sl-SI" sz="2800" dirty="0" err="1"/>
              <a:t>Evolving</a:t>
            </a:r>
            <a:r>
              <a:rPr lang="sl-SI" sz="2800" dirty="0"/>
              <a:t> </a:t>
            </a:r>
            <a:r>
              <a:rPr lang="sl-SI" sz="2800" dirty="0" err="1"/>
              <a:t>fuzzy</a:t>
            </a:r>
            <a:r>
              <a:rPr lang="sl-SI" sz="2800" dirty="0"/>
              <a:t>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neuro-fuzzy</a:t>
            </a:r>
            <a:r>
              <a:rPr lang="sl-SI" sz="2800" dirty="0"/>
              <a:t> </a:t>
            </a:r>
            <a:r>
              <a:rPr lang="sl-SI" sz="2800" dirty="0" err="1"/>
              <a:t>approaches</a:t>
            </a:r>
            <a:r>
              <a:rPr lang="sl-SI" sz="2800" dirty="0"/>
              <a:t> in </a:t>
            </a:r>
            <a:r>
              <a:rPr lang="sl-SI" sz="2800" dirty="0" err="1"/>
              <a:t>clustering</a:t>
            </a:r>
            <a:r>
              <a:rPr lang="sl-SI" sz="2800" dirty="0"/>
              <a:t>, </a:t>
            </a:r>
            <a:r>
              <a:rPr lang="sl-SI" sz="2800" dirty="0" err="1"/>
              <a:t>regression</a:t>
            </a:r>
            <a:r>
              <a:rPr lang="sl-SI" sz="2800" dirty="0"/>
              <a:t>, </a:t>
            </a:r>
            <a:r>
              <a:rPr lang="sl-SI" sz="2800" dirty="0" err="1"/>
              <a:t>identification</a:t>
            </a:r>
            <a:r>
              <a:rPr lang="sl-SI" sz="2800" dirty="0"/>
              <a:t>,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classification</a:t>
            </a:r>
            <a:r>
              <a:rPr lang="sl-SI" sz="2800" dirty="0"/>
              <a:t>: A </a:t>
            </a:r>
            <a:r>
              <a:rPr lang="sl-SI" sz="2800" dirty="0" err="1"/>
              <a:t>Survey</a:t>
            </a:r>
            <a:r>
              <a:rPr lang="sl-SI" sz="2800" dirty="0"/>
              <a:t>. </a:t>
            </a:r>
            <a:r>
              <a:rPr lang="sl-SI" sz="2800" i="1" dirty="0" err="1"/>
              <a:t>Information</a:t>
            </a:r>
            <a:r>
              <a:rPr lang="sl-SI" sz="2800" i="1" dirty="0"/>
              <a:t> </a:t>
            </a:r>
            <a:r>
              <a:rPr lang="sl-SI" sz="2800" i="1" dirty="0" err="1"/>
              <a:t>Sciences</a:t>
            </a:r>
            <a:r>
              <a:rPr lang="sl-SI" sz="2800" dirty="0"/>
              <a:t>, </a:t>
            </a:r>
            <a:r>
              <a:rPr lang="sl-SI" sz="2800" i="1" dirty="0"/>
              <a:t>490</a:t>
            </a:r>
            <a:r>
              <a:rPr lang="sl-SI" sz="2800" dirty="0"/>
              <a:t>, 344–368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60463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761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4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3145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CEB-6994-4547-95E9-063D0DFE2005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674E-E745-4B5A-B361-1FBB3F2C0E25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BA14-1BEC-4C69-8669-987D3BB86C80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0069-D9D2-4691-9326-92279138C27E}" type="datetime1">
              <a:rPr lang="sl-SI" smtClean="0"/>
              <a:t>17. 05. 2022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B458-7746-4E38-93C9-2364CA79D665}" type="datetime1">
              <a:rPr lang="sl-SI" smtClean="0"/>
              <a:t>17. 05. 2022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D3AD-843C-4BBB-AEB5-3F8774D112B4}" type="datetime1">
              <a:rPr lang="sl-SI" smtClean="0"/>
              <a:t>17. 05. 2022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EC7B-5D5C-4311-93D6-61421A96773A}" type="datetime1">
              <a:rPr lang="sl-SI" smtClean="0"/>
              <a:t>17. 05. 2022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4E2CC-5107-4577-BC25-41FA1918EE4A}" type="datetime1">
              <a:rPr lang="sl-SI" smtClean="0"/>
              <a:t>17. 05. 2022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7BA9-EF28-4817-A53F-50ECE5AC9F09}" type="datetime1">
              <a:rPr lang="sl-SI" smtClean="0"/>
              <a:t>17. 05. 2022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F640-D33E-4F67-9EAB-E94BCE00F3FC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167-1F5A-475D-9616-850BB40C41DC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2519-ECC3-4463-A116-565D4AEA2FEE}" type="datetime1">
              <a:rPr lang="sl-SI" smtClean="0"/>
              <a:t>17. 05. 2022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F96E047F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C901B68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18/10/relationships/comments" Target="../comments/modernComment_110_FAD9860D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18/10/relationships/comments" Target="../comments/modernComment_111_C1265F66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microsoft.com/office/2018/10/relationships/comments" Target="../comments/modernComment_115_69ED7051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microsoft.com/office/2018/10/relationships/comments" Target="../comments/modernComment_117_A9D910F1.x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18/10/relationships/comments" Target="../comments/modernComment_116_CE50F583.xm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E14051A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microsoft.com/office/2018/10/relationships/comments" Target="../comments/modernComment_118_9A12B3C3.xm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E8B4A55E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451E80B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2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533272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i="0" u="none" strike="noStrike" baseline="0" dirty="0">
                <a:latin typeface="CMR17"/>
              </a:rPr>
              <a:t>Miha O</a:t>
            </a:r>
            <a:r>
              <a:rPr lang="en-GB" sz="2000" dirty="0">
                <a:latin typeface="CMR17"/>
              </a:rPr>
              <a:t>ž</a:t>
            </a:r>
            <a:r>
              <a:rPr lang="en-GB" sz="2000" b="0" i="0" u="none" strike="noStrike" baseline="0" dirty="0">
                <a:latin typeface="CMR17"/>
              </a:rPr>
              <a:t>bot, </a:t>
            </a:r>
            <a:r>
              <a:rPr lang="en-GB" sz="2000" b="0" i="0" u="none" strike="noStrike" baseline="0" dirty="0">
                <a:latin typeface="CMR12"/>
              </a:rPr>
              <a:t>Igor </a:t>
            </a:r>
            <a:r>
              <a:rPr lang="en-GB" sz="2000" dirty="0">
                <a:latin typeface="CMR12"/>
              </a:rPr>
              <a:t>Š</a:t>
            </a:r>
            <a:r>
              <a:rPr lang="en-GB" sz="2000" b="0" i="0" u="none" strike="noStrike" baseline="0" dirty="0">
                <a:latin typeface="CMR12"/>
              </a:rPr>
              <a:t>krjanc</a:t>
            </a:r>
            <a:endParaRPr lang="en-GB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970" y="419318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MR12"/>
              </a:rPr>
              <a:t>Ljubljana, 25th Maj 2022</a:t>
            </a:r>
            <a:endParaRPr lang="en-GB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760132" y="2534575"/>
            <a:ext cx="106717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>
                <a:latin typeface="+mj-lt"/>
                <a:ea typeface="Calibri" panose="020F0502020204030204" pitchFamily="34" charset="0"/>
              </a:rPr>
              <a:t>E</a:t>
            </a:r>
            <a:r>
              <a:rPr lang="en-GB" sz="4800" dirty="0">
                <a:effectLst/>
                <a:latin typeface="+mj-lt"/>
                <a:ea typeface="Calibri" panose="020F0502020204030204" pitchFamily="34" charset="0"/>
              </a:rPr>
              <a:t>volving</a:t>
            </a:r>
            <a:r>
              <a:rPr lang="en-GB" sz="4800" dirty="0">
                <a:latin typeface="+mj-lt"/>
                <a:ea typeface="Calibri" panose="020F0502020204030204" pitchFamily="34" charset="0"/>
              </a:rPr>
              <a:t> Neuro-Fuzzy Systems in Modelling and Control</a:t>
            </a:r>
            <a:endParaRPr lang="en-GB" sz="4800" dirty="0">
              <a:effectLst/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1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000" dirty="0">
                <a:ea typeface="Calibri" panose="020F0502020204030204" pitchFamily="34" charset="0"/>
              </a:rPr>
              <a:t>Evolving </a:t>
            </a:r>
            <a:r>
              <a:rPr lang="en-GB" sz="5000" dirty="0">
                <a:effectLst/>
                <a:latin typeface="+mj-lt"/>
                <a:ea typeface="Calibri" panose="020F0502020204030204" pitchFamily="34" charset="0"/>
              </a:rPr>
              <a:t>(</a:t>
            </a:r>
            <a:r>
              <a:rPr lang="en-GB" sz="5000" dirty="0">
                <a:ea typeface="Calibri" panose="020F0502020204030204" pitchFamily="34" charset="0"/>
              </a:rPr>
              <a:t>Intelligent</a:t>
            </a:r>
            <a:r>
              <a:rPr lang="en-GB" sz="5000" dirty="0">
                <a:effectLst/>
                <a:latin typeface="+mj-lt"/>
                <a:ea typeface="Calibri" panose="020F0502020204030204" pitchFamily="34" charset="0"/>
              </a:rPr>
              <a:t>) Systems</a:t>
            </a:r>
            <a:endParaRPr lang="en-GB" sz="5000" dirty="0"/>
          </a:p>
        </p:txBody>
      </p:sp>
      <p:sp>
        <p:nvSpPr>
          <p:cNvPr id="1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volving </a:t>
            </a:r>
            <a:r>
              <a:rPr lang="en-GB" sz="1800" b="1" dirty="0"/>
              <a:t>intelligent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systems 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their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parameters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 as well as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structure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with a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over the data [1] in an online manner in real time [2].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unknown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and the model is built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from scratch without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prior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information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about the model structure (number of rules , prototypes, centres).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fuzzy rules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[1,3],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information granules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[4,5],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[6],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decision tree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[7],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, etc.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Better Transparency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and in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linguistic interpretability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[6]. 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C075-9F0E-4B74-A73C-6BBE2DF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en-GB" smtClean="0"/>
              <a:t>2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5F910-92AB-4FEF-8283-1ED6658F7DBE}"/>
              </a:ext>
            </a:extLst>
          </p:cNvPr>
          <p:cNvSpPr txBox="1"/>
          <p:nvPr/>
        </p:nvSpPr>
        <p:spPr>
          <a:xfrm>
            <a:off x="313044" y="5521146"/>
            <a:ext cx="10618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[1]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P. P.,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 P. (2004). An Approach to Online Identification of Takagi-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Sugeno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 Fuzzy Models. IEEE Transactions on Systems, Man, and Cybernetics, Part B: Cybernetics, 34(1), 484–498.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en-GB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[4]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D., Andonovski, G.,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I.,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F. (2020). Optimal rule-based granular systems from data streams. IEEE Transactions on Fuzzy Systems, 28(3), 583–596.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D., Costa, P.,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F. (2010). Granular Approach for Evolving System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. Lecture Notes in Computer Science (Including Subseries Lecture Notes in Artificial Intelligence and Lecture Notes in Bioinformatics), 6178 LNAI, 340–349.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F. (2020). An overview on evolving systems and learning from stream data. Evolving Systems, 11(2), 181–198. 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[7]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Lemos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Caminhas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W.,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F. (2010). Evolving fuzzy linear regression trees. 2010 IEEE World Congress on Computational Intelligence, WCCI 2010. </a:t>
            </a:r>
          </a:p>
        </p:txBody>
      </p:sp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028B34C-71DF-4C39-AB40-22F05570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000" dirty="0">
                <a:ea typeface="Calibri" panose="020F0502020204030204" pitchFamily="34" charset="0"/>
              </a:rPr>
              <a:t>Evolving </a:t>
            </a:r>
            <a:r>
              <a:rPr lang="en-GB" sz="5000" dirty="0">
                <a:effectLst/>
                <a:latin typeface="+mj-lt"/>
                <a:ea typeface="Calibri" panose="020F0502020204030204" pitchFamily="34" charset="0"/>
              </a:rPr>
              <a:t>(</a:t>
            </a:r>
            <a:r>
              <a:rPr lang="en-GB" sz="5000" dirty="0">
                <a:ea typeface="Calibri" panose="020F0502020204030204" pitchFamily="34" charset="0"/>
              </a:rPr>
              <a:t>Intelligent</a:t>
            </a:r>
            <a:r>
              <a:rPr lang="en-GB" sz="5000" dirty="0">
                <a:effectLst/>
                <a:latin typeface="+mj-lt"/>
                <a:ea typeface="Calibri" panose="020F0502020204030204" pitchFamily="34" charset="0"/>
              </a:rPr>
              <a:t>) Systems</a:t>
            </a:r>
            <a:endParaRPr lang="en-GB" sz="5000" dirty="0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značba mesta vsebine 2">
            <a:extLst>
              <a:ext uri="{FF2B5EF4-FFF2-40B4-BE49-F238E27FC236}">
                <a16:creationId xmlns:a16="http://schemas.microsoft.com/office/drawing/2014/main" id="{B8D13A2C-0815-46E8-A56B-72319239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Modelling, identification, inference, control, prediction, clustering, classification, fault detection, anomaly detection, image recognition [8], decision support, soft sensor [8] and self-calibrating sensors.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Monographies on evolving systems: </a:t>
            </a:r>
          </a:p>
          <a:p>
            <a:pPr lvl="1">
              <a:spcAft>
                <a:spcPts val="800"/>
              </a:spcAft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(2007),</a:t>
            </a:r>
          </a:p>
          <a:p>
            <a:pPr lvl="1">
              <a:spcAft>
                <a:spcPts val="800"/>
              </a:spcAft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(2010), </a:t>
            </a:r>
          </a:p>
          <a:p>
            <a:pPr lvl="1">
              <a:spcAft>
                <a:spcPts val="800"/>
              </a:spcAft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</a:t>
            </a:r>
            <a:r>
              <a:rPr lang="en-GB" sz="1800" dirty="0"/>
              <a:t>(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2011)</a:t>
            </a:r>
            <a:endParaRPr lang="en-GB" sz="1800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E9DBEFD9-8734-45D4-BE7D-7FBA6CD50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A32EE-BDD3-4BFE-987F-7ECA329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en-GB" smtClean="0"/>
              <a:t>3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CB694-F4D3-4289-A2F5-836A72C0514D}"/>
              </a:ext>
            </a:extLst>
          </p:cNvPr>
          <p:cNvSpPr txBox="1"/>
          <p:nvPr/>
        </p:nvSpPr>
        <p:spPr>
          <a:xfrm>
            <a:off x="296229" y="6350395"/>
            <a:ext cx="968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>
                <a:solidFill>
                  <a:schemeClr val="bg1">
                    <a:lumMod val="50000"/>
                  </a:schemeClr>
                </a:solidFill>
              </a:rPr>
              <a:t>[6] Leite, D., Škrjanc, I., &amp; Gomide, F.a (2020). An overview on evolving systems and learning from stream data. Evolving Systems, 11(2), 181–198. </a:t>
            </a:r>
          </a:p>
          <a:p>
            <a:r>
              <a:rPr lang="en-GB" sz="900">
                <a:solidFill>
                  <a:schemeClr val="bg1">
                    <a:lumMod val="50000"/>
                  </a:schemeClr>
                </a:solidFill>
              </a:rPr>
              <a:t>[8] Lughofer, E. (2013). On-line assurance of interpretability criteria in evolving fuzzy systems – Achievements, new concepts and open issues. Information Sciences, 251, 22–46.</a:t>
            </a:r>
          </a:p>
        </p:txBody>
      </p:sp>
    </p:spTree>
    <p:extLst>
      <p:ext uri="{BB962C8B-B14F-4D97-AF65-F5344CB8AC3E}">
        <p14:creationId xmlns:p14="http://schemas.microsoft.com/office/powerpoint/2010/main" val="12391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9" name="Rectangle 24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>
                <a:ea typeface="Calibri" panose="020F0502020204030204" pitchFamily="34" charset="0"/>
              </a:rPr>
              <a:t>Data Streams</a:t>
            </a:r>
            <a:endParaRPr lang="en-GB" sz="5400"/>
          </a:p>
        </p:txBody>
      </p:sp>
      <p:sp>
        <p:nvSpPr>
          <p:cNvPr id="25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7" y="617856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buFont typeface="+mj-lt"/>
              <a:buAutoNum type="romanUcPeriod"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ata samples arrive 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one-by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</a:p>
          <a:p>
            <a:pPr marL="342900" lvl="0" indent="-342900">
              <a:buFont typeface="+mj-lt"/>
              <a:buAutoNum type="romanUcPeriod"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ata are generated 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 long as the process is active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and they are 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not limited in quantity</a:t>
            </a:r>
          </a:p>
          <a:p>
            <a:pPr marL="342900" lvl="0" indent="-342900">
              <a:buFont typeface="+mj-lt"/>
              <a:buAutoNum type="romanUcPeriod"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Data characteristics are time-varying with nonstationary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phenomena </a:t>
            </a:r>
          </a:p>
          <a:p>
            <a:pPr marL="342900" lvl="0" indent="-342900">
              <a:buFont typeface="+mj-lt"/>
              <a:buAutoNum type="romanUcPeriod"/>
            </a:pP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Samples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GB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discarded immediately after processing</a:t>
            </a:r>
          </a:p>
          <a:p>
            <a:pPr marL="342900" indent="-342900">
              <a:buFont typeface="+mj-lt"/>
              <a:buAutoNum type="romanUcPeriod"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Processing time should 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scale efficiently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with data size and the number of model parameters</a:t>
            </a:r>
          </a:p>
          <a:p>
            <a:pPr marL="0" indent="0">
              <a:buNone/>
            </a:pP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Sources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GB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high-frequency trading, 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mining, cyber security, medical prognosis, smart industry,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 logistics, social networks, internet of things 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, [9],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[10] 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F287F-7DFF-49DA-A6B3-51B3C47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en-GB" smtClean="0"/>
              <a:t>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7E1A-61AD-4148-8518-0D206CBD7628}"/>
              </a:ext>
            </a:extLst>
          </p:cNvPr>
          <p:cNvSpPr txBox="1"/>
          <p:nvPr/>
        </p:nvSpPr>
        <p:spPr>
          <a:xfrm>
            <a:off x="214313" y="6098983"/>
            <a:ext cx="121706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>
                <a:solidFill>
                  <a:schemeClr val="bg1">
                    <a:lumMod val="50000"/>
                  </a:schemeClr>
                </a:solidFill>
              </a:rPr>
              <a:t>[6] Leite, D., Škrjanc, I., &amp; Gomide, F. (2020). An overview on evolving systems and learning from stream data. Evolving Systems, 11(2), 181–198. </a:t>
            </a:r>
          </a:p>
          <a:p>
            <a:r>
              <a:rPr lang="en-GB" sz="900">
                <a:solidFill>
                  <a:schemeClr val="bg1">
                    <a:lumMod val="50000"/>
                  </a:schemeClr>
                </a:solidFill>
              </a:rPr>
              <a:t>[9] Blazic, S., &amp; Skrjanc, I. (2020). Hybrid system identification by incremental fuzzy C-regression clustering. IEEE International Conference on Fuzzy Systems, 2020-July. </a:t>
            </a:r>
          </a:p>
          <a:p>
            <a:r>
              <a:rPr lang="en-GB" sz="900">
                <a:solidFill>
                  <a:schemeClr val="bg1">
                    <a:lumMod val="50000"/>
                  </a:schemeClr>
                </a:solidFill>
              </a:rPr>
              <a:t>[10] Angelov, P. P., Gu, X., &amp; Principe, J. C. (2018). Autonomous learning multimodel systems from data streams. IEEE Transactions on Fuzzy Systems, 26(4), 2213–2224. </a:t>
            </a:r>
          </a:p>
        </p:txBody>
      </p:sp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3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Evolving Fuzzy Systems</a:t>
            </a:r>
          </a:p>
        </p:txBody>
      </p:sp>
      <p:sp>
        <p:nvSpPr>
          <p:cNvPr id="1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2C50-D078-4A16-8314-836AB10B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en-GB" smtClean="0"/>
              <a:t>5</a:t>
            </a:fld>
            <a:endParaRPr lang="en-GB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2E0403B4-7E8A-4C65-8B7F-3EFA96F85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4" y="3292829"/>
            <a:ext cx="4854146" cy="34672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4E9ED50-A3E4-4040-8F2C-1F9E782B0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290" y="3240196"/>
            <a:ext cx="5595551" cy="714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853928" cy="4290441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 models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 set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antecedent part, </a:t>
            </a:r>
          </a:p>
          <a:p>
            <a:pPr lvl="1">
              <a:spcAft>
                <a:spcPts val="800"/>
              </a:spcAft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ocal linear models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consequent part.</a:t>
            </a:r>
          </a:p>
          <a:p>
            <a:pPr marL="457200" lvl="1" indent="0">
              <a:spcAft>
                <a:spcPts val="800"/>
              </a:spcAft>
              <a:buNone/>
            </a:pPr>
            <a:endParaRPr lang="en-GB" sz="2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800"/>
              </a:spcAft>
              <a:buNone/>
            </a:pPr>
            <a:endParaRPr lang="en-GB" sz="2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 tasks of fuzzy models </a:t>
            </a:r>
          </a:p>
          <a:p>
            <a:pPr lvl="1">
              <a:spcAft>
                <a:spcPts val="800"/>
              </a:spcAft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recise function modelling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GB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type, </a:t>
            </a:r>
          </a:p>
          <a:p>
            <a:pPr lvl="1"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 modelling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type, </a:t>
            </a:r>
          </a:p>
          <a:p>
            <a:pPr lvl="1">
              <a:spcAft>
                <a:spcPts val="800"/>
              </a:spcAft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lassification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defuzzification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done with a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centre of gravity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linguistic outputs, </a:t>
            </a:r>
            <a:r>
              <a:rPr lang="en-GB" sz="1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en-GB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function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outputs and 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</a:t>
            </a:r>
            <a:r>
              <a:rPr lang="en-GB" sz="1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classification tasks. </a:t>
            </a:r>
            <a:endParaRPr lang="en-GB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E3DA9-C9DD-4E3C-8F91-4AAB9CE3EA88}"/>
              </a:ext>
            </a:extLst>
          </p:cNvPr>
          <p:cNvSpPr txBox="1"/>
          <p:nvPr/>
        </p:nvSpPr>
        <p:spPr>
          <a:xfrm>
            <a:off x="247397" y="6415067"/>
            <a:ext cx="10790276" cy="23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Evolving fuzzy granular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nonstationary fuzzy data streams.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 Systems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en-GB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2A9F3-9775-4B33-A2DB-F8CB7347BA99}"/>
              </a:ext>
            </a:extLst>
          </p:cNvPr>
          <p:cNvSpPr txBox="1"/>
          <p:nvPr/>
        </p:nvSpPr>
        <p:spPr>
          <a:xfrm>
            <a:off x="11237976" y="3412623"/>
            <a:ext cx="95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047507C-C1F5-4A31-8837-38927F9C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GB" sz="5400" dirty="0">
                <a:effectLst/>
                <a:latin typeface="+mj-lt"/>
                <a:ea typeface="Calibri" panose="020F0502020204030204" pitchFamily="34" charset="0"/>
              </a:rPr>
              <a:t>Evolving </a:t>
            </a:r>
            <a:r>
              <a:rPr lang="en-GB" sz="5400" dirty="0">
                <a:ea typeface="Calibri" panose="020F0502020204030204" pitchFamily="34" charset="0"/>
              </a:rPr>
              <a:t>N</a:t>
            </a:r>
            <a:r>
              <a:rPr lang="en-GB" sz="5400" dirty="0">
                <a:effectLst/>
                <a:latin typeface="+mj-lt"/>
                <a:ea typeface="Calibri" panose="020F0502020204030204" pitchFamily="34" charset="0"/>
              </a:rPr>
              <a:t>euro-Fuzzy Models</a:t>
            </a:r>
            <a:endParaRPr lang="en-GB" sz="5400" dirty="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659CA1E-78AE-4B20-B988-09B42C7E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744486"/>
            <a:ext cx="4014216" cy="2418564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EE79E24-625E-4E2A-8A73-BDF3D154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3" y="3776692"/>
            <a:ext cx="3995928" cy="1128849"/>
          </a:xfrm>
          <a:prstGeom prst="rect">
            <a:avLst/>
          </a:prstGeom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B963D87-ED67-48B8-B813-8E848277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2418564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models have a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neural network topology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connections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[6].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fuzzy rule can be defined by multiple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 set [12]. Neuro-fuzzy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 use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cluster for each rule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which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simplifies the adaptation of the structure with merging, splitting and removal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transformed into fuzzy sets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8" name="Slika 4">
            <a:extLst>
              <a:ext uri="{FF2B5EF4-FFF2-40B4-BE49-F238E27FC236}">
                <a16:creationId xmlns:a16="http://schemas.microsoft.com/office/drawing/2014/main" id="{CF035824-EFDA-41FA-8349-C1DFF0B6E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7179-F583-40B4-856E-2BB5762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6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72E00-ECD2-47B7-AC49-7FC491FC70D8}"/>
              </a:ext>
            </a:extLst>
          </p:cNvPr>
          <p:cNvSpPr txBox="1"/>
          <p:nvPr/>
        </p:nvSpPr>
        <p:spPr>
          <a:xfrm>
            <a:off x="71155" y="6024293"/>
            <a:ext cx="1202860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12749-6FD6-482D-B1B0-6D2E11D2EFE0}"/>
              </a:ext>
            </a:extLst>
          </p:cNvPr>
          <p:cNvSpPr txBox="1"/>
          <p:nvPr/>
        </p:nvSpPr>
        <p:spPr>
          <a:xfrm>
            <a:off x="3462527" y="2793718"/>
            <a:ext cx="93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72332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3800" dirty="0"/>
              <a:t>Transparency and Interpretability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800" b="1" dirty="0"/>
              <a:t>Distinguishability </a:t>
            </a:r>
            <a:r>
              <a:rPr lang="en-GB" sz="1800" dirty="0"/>
              <a:t>– no overlapping, no redundant structures,</a:t>
            </a:r>
          </a:p>
          <a:p>
            <a:r>
              <a:rPr lang="en-GB" sz="1800" b="1" dirty="0"/>
              <a:t>Simplicity  </a:t>
            </a:r>
            <a:r>
              <a:rPr lang="en-GB" sz="1800" dirty="0"/>
              <a:t>– parsimonious structure, complexity-accuracy </a:t>
            </a:r>
            <a:r>
              <a:rPr lang="en-GB" sz="1800" dirty="0" err="1"/>
              <a:t>tradeoff</a:t>
            </a:r>
            <a:r>
              <a:rPr lang="en-GB" sz="1800" dirty="0"/>
              <a:t>,</a:t>
            </a:r>
          </a:p>
          <a:p>
            <a:r>
              <a:rPr lang="en-GB" sz="1800" b="1" dirty="0"/>
              <a:t>Consistency</a:t>
            </a:r>
            <a:r>
              <a:rPr lang="en-GB" sz="1800" dirty="0"/>
              <a:t> – clusters with dissimilar consecutive </a:t>
            </a:r>
            <a:r>
              <a:rPr lang="sl-SI" sz="1800" dirty="0" err="1"/>
              <a:t>must</a:t>
            </a:r>
            <a:r>
              <a:rPr lang="sl-SI" sz="1800" dirty="0"/>
              <a:t> </a:t>
            </a:r>
            <a:r>
              <a:rPr lang="en-GB" sz="1800" dirty="0"/>
              <a:t>have dissimilar antecedents,</a:t>
            </a:r>
          </a:p>
          <a:p>
            <a:r>
              <a:rPr lang="en-GB" sz="1800" b="1" dirty="0"/>
              <a:t>Coverage and completeness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fully defined structure,</a:t>
            </a:r>
          </a:p>
          <a:p>
            <a:r>
              <a:rPr lang="en-GB" sz="1800" b="1" dirty="0"/>
              <a:t>Interpretability </a:t>
            </a:r>
            <a:r>
              <a:rPr lang="en-GB" sz="1800" dirty="0"/>
              <a:t>of the </a:t>
            </a:r>
            <a:r>
              <a:rPr lang="en-GB" sz="1800" b="1" dirty="0"/>
              <a:t>consequent part,</a:t>
            </a:r>
          </a:p>
          <a:p>
            <a:r>
              <a:rPr lang="en-GB" sz="1800" b="1" dirty="0"/>
              <a:t>Feature importance,</a:t>
            </a:r>
          </a:p>
          <a:p>
            <a:r>
              <a:rPr lang="en-GB" sz="1800" b="1" dirty="0"/>
              <a:t>Rule importance.</a:t>
            </a:r>
            <a:endParaRPr lang="en-GB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7640-8D38-4CB3-89E5-FF21B193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7</a:t>
            </a:fld>
            <a:endParaRPr lang="sl-SI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1A6328-5AB3-4859-BE43-A2BCBF085DA7}"/>
              </a:ext>
            </a:extLst>
          </p:cNvPr>
          <p:cNvSpPr txBox="1"/>
          <p:nvPr/>
        </p:nvSpPr>
        <p:spPr>
          <a:xfrm>
            <a:off x="413861" y="6490643"/>
            <a:ext cx="11364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GB" sz="5400" dirty="0"/>
              <a:t>Clustering and Granulation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716A637-5B18-4C90-97D1-63B8180B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85" y="392430"/>
            <a:ext cx="2477686" cy="1443252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Antecedent s</a:t>
            </a:r>
            <a:r>
              <a:rPr lang="en-GB" sz="1800" b="0" i="0" dirty="0">
                <a:effectLst/>
              </a:rPr>
              <a:t>tructure: </a:t>
            </a:r>
            <a:r>
              <a:rPr lang="en-GB" sz="1800" b="1" i="0" dirty="0">
                <a:effectLst/>
              </a:rPr>
              <a:t>fuzzy sets</a:t>
            </a:r>
            <a:r>
              <a:rPr lang="en-GB" sz="1800" b="0" i="0" dirty="0">
                <a:effectLst/>
              </a:rPr>
              <a:t>[1], </a:t>
            </a:r>
            <a:r>
              <a:rPr lang="en-GB" sz="1800" b="1" i="0" dirty="0">
                <a:effectLst/>
              </a:rPr>
              <a:t>information granules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[14, 5 ,11],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leaves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clouds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[12,15],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lusters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[3, 14, 2],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9] etc. 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membership functions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Gaussian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trapezoidal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triangular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granules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groups of objects or elements with similar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functionality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spatial proximity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[12], [5]. 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57EAB7B9-C178-4EC6-9A26-2FCA9232B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612097"/>
            <a:ext cx="1748453" cy="189022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08DF426-1E34-4908-A0BC-B039426C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285" y="3901826"/>
            <a:ext cx="2303308" cy="163534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26A-C1E4-441D-8168-8A41AC9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8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4A8E360B-A1E2-4AED-9D54-4F79BE2BA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074" y="3893000"/>
            <a:ext cx="2245052" cy="177648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35BE1C1F-18FF-41CA-8072-6B4D8C91F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375" y="2004989"/>
            <a:ext cx="2245053" cy="1817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26FB7F-DADB-4F0F-94E9-EDA726B94010}"/>
              </a:ext>
            </a:extLst>
          </p:cNvPr>
          <p:cNvSpPr txBox="1"/>
          <p:nvPr/>
        </p:nvSpPr>
        <p:spPr>
          <a:xfrm>
            <a:off x="177173" y="5537175"/>
            <a:ext cx="113385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7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[10] Angelov, P. P.,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[14]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Porto, A.,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[15] Angelov,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C922A-B6B6-BF6C-B7BF-34465FCE2898}"/>
              </a:ext>
            </a:extLst>
          </p:cNvPr>
          <p:cNvSpPr txBox="1"/>
          <p:nvPr/>
        </p:nvSpPr>
        <p:spPr>
          <a:xfrm>
            <a:off x="9537667" y="260121"/>
            <a:ext cx="555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endParaRPr lang="en-GB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ADDD15-AFC4-B0A8-EBF5-D981D6F75349}"/>
              </a:ext>
            </a:extLst>
          </p:cNvPr>
          <p:cNvSpPr txBox="1"/>
          <p:nvPr/>
        </p:nvSpPr>
        <p:spPr>
          <a:xfrm>
            <a:off x="9495641" y="1810037"/>
            <a:ext cx="555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en-GB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4B7EBE-ACAA-1BA6-B8C1-E6FA62D215E7}"/>
              </a:ext>
            </a:extLst>
          </p:cNvPr>
          <p:cNvSpPr txBox="1"/>
          <p:nvPr/>
        </p:nvSpPr>
        <p:spPr>
          <a:xfrm>
            <a:off x="11496920" y="1490929"/>
            <a:ext cx="555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en-GB" sz="4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FB0429-C9E8-88FC-19BB-3A6CA879003A}"/>
              </a:ext>
            </a:extLst>
          </p:cNvPr>
          <p:cNvSpPr txBox="1"/>
          <p:nvPr/>
        </p:nvSpPr>
        <p:spPr>
          <a:xfrm>
            <a:off x="9459527" y="3809575"/>
            <a:ext cx="555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endParaRPr lang="en-GB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9115A4-C09B-C0F1-0E51-C4792AAFABB8}"/>
              </a:ext>
            </a:extLst>
          </p:cNvPr>
          <p:cNvSpPr txBox="1"/>
          <p:nvPr/>
        </p:nvSpPr>
        <p:spPr>
          <a:xfrm>
            <a:off x="11558040" y="3743525"/>
            <a:ext cx="555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GB" sz="5400" dirty="0"/>
              <a:t>Clustering Methods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656381" cy="3909192"/>
          </a:xfrm>
        </p:spPr>
        <p:txBody>
          <a:bodyPr anchor="t">
            <a:normAutofit/>
          </a:bodyPr>
          <a:lstStyle/>
          <a:p>
            <a:r>
              <a:rPr lang="en-GB" sz="1600" b="1" dirty="0"/>
              <a:t>subtractive clustering </a:t>
            </a:r>
            <a:r>
              <a:rPr lang="en-GB" sz="1600" dirty="0"/>
              <a:t>[1, 15], </a:t>
            </a:r>
          </a:p>
          <a:p>
            <a:r>
              <a:rPr lang="en-GB" sz="1600" b="1" dirty="0"/>
              <a:t>Fuzzy C-means</a:t>
            </a:r>
            <a:r>
              <a:rPr lang="en-GB" sz="1600" dirty="0"/>
              <a:t>, </a:t>
            </a:r>
          </a:p>
          <a:p>
            <a:r>
              <a:rPr lang="en-GB" sz="1600" b="1" dirty="0"/>
              <a:t>Recursive Gustafson-Kesse</a:t>
            </a:r>
            <a:r>
              <a:rPr lang="en-GB" sz="1600" dirty="0"/>
              <a:t>l [3,16],</a:t>
            </a:r>
          </a:p>
          <a:p>
            <a:r>
              <a:rPr lang="en-GB" sz="1600" b="1" dirty="0"/>
              <a:t>Recursive</a:t>
            </a:r>
            <a:r>
              <a:rPr lang="en-GB" sz="1600" dirty="0"/>
              <a:t> </a:t>
            </a:r>
            <a:r>
              <a:rPr lang="en-GB" sz="1600" b="1" dirty="0"/>
              <a:t>Gath-</a:t>
            </a:r>
            <a:r>
              <a:rPr lang="en-GB" sz="1600" b="1" dirty="0" err="1"/>
              <a:t>Geva</a:t>
            </a:r>
            <a:r>
              <a:rPr lang="en-GB" sz="1600" b="1" dirty="0"/>
              <a:t> </a:t>
            </a:r>
            <a:r>
              <a:rPr lang="en-GB" sz="1600" dirty="0"/>
              <a:t>[17],</a:t>
            </a:r>
          </a:p>
          <a:p>
            <a:r>
              <a:rPr lang="en-GB" sz="1600" b="1" dirty="0"/>
              <a:t>evolving clustering method </a:t>
            </a:r>
            <a:r>
              <a:rPr lang="en-GB" sz="1600" dirty="0"/>
              <a:t>[13], </a:t>
            </a:r>
          </a:p>
          <a:p>
            <a:pPr>
              <a:lnSpc>
                <a:spcPct val="120000"/>
              </a:lnSpc>
            </a:pPr>
            <a:r>
              <a:rPr lang="en-GB" sz="1600" b="1" dirty="0"/>
              <a:t>incremental fuzzy C-regression clustering </a:t>
            </a:r>
            <a:r>
              <a:rPr lang="en-GB" sz="1600" dirty="0"/>
              <a:t>[9],  </a:t>
            </a:r>
          </a:p>
          <a:p>
            <a:r>
              <a:rPr lang="en-GB" sz="1600" b="1" dirty="0"/>
              <a:t>possibilistic C-means</a:t>
            </a:r>
            <a:r>
              <a:rPr lang="en-GB" sz="1600" dirty="0"/>
              <a:t>,</a:t>
            </a:r>
          </a:p>
          <a:p>
            <a:r>
              <a:rPr lang="en-GB" sz="1600" b="1" dirty="0"/>
              <a:t>density-based</a:t>
            </a:r>
            <a:r>
              <a:rPr lang="en-GB" sz="1600" dirty="0"/>
              <a:t> [12], </a:t>
            </a:r>
          </a:p>
          <a:p>
            <a:r>
              <a:rPr lang="en-GB" sz="1600" b="1" dirty="0"/>
              <a:t>scatter-based </a:t>
            </a:r>
            <a:r>
              <a:rPr lang="en-GB" sz="1600" dirty="0"/>
              <a:t>[18],</a:t>
            </a:r>
          </a:p>
          <a:p>
            <a:r>
              <a:rPr lang="en-GB" sz="1600" b="1" dirty="0"/>
              <a:t>vector quantization </a:t>
            </a:r>
            <a:r>
              <a:rPr lang="en-GB" sz="1600" dirty="0"/>
              <a:t>[19],  </a:t>
            </a:r>
          </a:p>
          <a:p>
            <a:r>
              <a:rPr lang="en-GB" sz="16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eGauss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GB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en-GB" sz="1600" dirty="0"/>
              <a:t>etc</a:t>
            </a:r>
            <a:r>
              <a:rPr lang="en-GB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Slika 7" descr="Slika, ki vsebuje besede besedilo&#10;&#10;Opis je samodejno ustvarjen">
            <a:extLst>
              <a:ext uri="{FF2B5EF4-FFF2-40B4-BE49-F238E27FC236}">
                <a16:creationId xmlns:a16="http://schemas.microsoft.com/office/drawing/2014/main" id="{F057BFDF-3E42-4BB8-8623-4B77CC94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91" y="2367792"/>
            <a:ext cx="3663771" cy="124568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54B71B-2949-4EE9-AA67-6232A6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9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55479145-6CF5-47A0-93D5-23934F8F8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697732"/>
            <a:ext cx="2776353" cy="953418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9B312533-066A-49D1-9F28-DEFD44A7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7317" y="2225914"/>
            <a:ext cx="3078867" cy="423434"/>
          </a:xfrm>
          <a:prstGeom prst="rect">
            <a:avLst/>
          </a:prstGeom>
        </p:spPr>
      </p:pic>
      <p:pic>
        <p:nvPicPr>
          <p:cNvPr id="17" name="Slika 4">
            <a:extLst>
              <a:ext uri="{FF2B5EF4-FFF2-40B4-BE49-F238E27FC236}">
                <a16:creationId xmlns:a16="http://schemas.microsoft.com/office/drawing/2014/main" id="{593A5D32-7A7C-4F7C-B891-CFFFAA1A1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300" y="887862"/>
            <a:ext cx="2706820" cy="423676"/>
          </a:xfrm>
          <a:prstGeom prst="rect">
            <a:avLst/>
          </a:prstGeom>
        </p:spPr>
      </p:pic>
      <p:pic>
        <p:nvPicPr>
          <p:cNvPr id="19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D35C37BC-E55C-473D-B7A2-48AD29E8C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324" y="1363354"/>
            <a:ext cx="3906393" cy="6676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3915B4-3F5A-494A-86E5-4E7AEBE329A6}"/>
              </a:ext>
            </a:extLst>
          </p:cNvPr>
          <p:cNvSpPr txBox="1"/>
          <p:nvPr/>
        </p:nvSpPr>
        <p:spPr>
          <a:xfrm>
            <a:off x="5350037" y="4041354"/>
            <a:ext cx="68419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Angelov, P., &amp;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 algorithm. Evolving Systems, 2(1), 15–24.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Soleimani-B, H., Lucas, C.,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E33A3-DA3B-4CA6-BD08-D649F531296B}"/>
              </a:ext>
            </a:extLst>
          </p:cNvPr>
          <p:cNvSpPr txBox="1"/>
          <p:nvPr/>
        </p:nvSpPr>
        <p:spPr>
          <a:xfrm>
            <a:off x="9261534" y="1732725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5ABBC-C6F3-4840-A57C-FFECDD082730}"/>
              </a:ext>
            </a:extLst>
          </p:cNvPr>
          <p:cNvSpPr txBox="1"/>
          <p:nvPr/>
        </p:nvSpPr>
        <p:spPr>
          <a:xfrm>
            <a:off x="11198741" y="2225914"/>
            <a:ext cx="633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sz="16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5A0888B-FC45-4C22-A2E7-4B6D3FCB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B48C6CF9-C31A-4677-8229-AD65915DE223}"/>
              </a:ext>
            </a:extLst>
          </p:cNvPr>
          <p:cNvSpPr txBox="1"/>
          <p:nvPr/>
        </p:nvSpPr>
        <p:spPr>
          <a:xfrm>
            <a:off x="8518584" y="2357733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dirty="0"/>
              <a:t>Cluster</a:t>
            </a:r>
            <a:br>
              <a:rPr lang="en-GB" sz="5400" dirty="0"/>
            </a:br>
            <a:r>
              <a:rPr lang="en-GB" sz="5400" dirty="0"/>
              <a:t>Addition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3304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800" b="1" dirty="0"/>
              <a:t>Distance </a:t>
            </a:r>
            <a:r>
              <a:rPr lang="en-GB" sz="1800" dirty="0"/>
              <a:t>of new sample (Euclidean , </a:t>
            </a:r>
            <a:r>
              <a:rPr lang="en-GB" sz="1800" dirty="0" err="1"/>
              <a:t>Mahalanobis</a:t>
            </a:r>
            <a:r>
              <a:rPr lang="en-GB" sz="1800" dirty="0"/>
              <a:t>) to existing structures [19,13,3],</a:t>
            </a:r>
          </a:p>
          <a:p>
            <a:r>
              <a:rPr lang="en-GB" sz="1800" b="1" dirty="0"/>
              <a:t>Membership</a:t>
            </a:r>
            <a:r>
              <a:rPr lang="en-GB" sz="1800" dirty="0"/>
              <a:t> of new sample to existing structures [1],</a:t>
            </a:r>
          </a:p>
          <a:p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Sample potential</a:t>
            </a:r>
            <a:r>
              <a:rPr lang="en-GB" sz="1800" dirty="0"/>
              <a:t> [1],</a:t>
            </a:r>
          </a:p>
          <a:p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Sample </a:t>
            </a:r>
            <a:r>
              <a:rPr lang="en-GB" sz="1800" dirty="0"/>
              <a:t>density [20],</a:t>
            </a:r>
          </a:p>
          <a:p>
            <a:r>
              <a:rPr lang="en-GB" sz="1800" dirty="0"/>
              <a:t>Maximum number of clusters [20],</a:t>
            </a:r>
          </a:p>
          <a:p>
            <a:r>
              <a:rPr lang="en-GB" sz="1800" dirty="0"/>
              <a:t>Number of samples since last added cluster [20] etc.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Parameters are </a:t>
            </a:r>
            <a:r>
              <a:rPr lang="en-GB" sz="1800" b="1" dirty="0"/>
              <a:t>initialised</a:t>
            </a:r>
            <a:r>
              <a:rPr lang="en-GB" sz="1800" dirty="0"/>
              <a:t> to a </a:t>
            </a:r>
            <a:r>
              <a:rPr lang="en-GB" sz="1800" b="1" dirty="0"/>
              <a:t>default value</a:t>
            </a:r>
            <a:r>
              <a:rPr lang="en-GB" sz="1800" dirty="0"/>
              <a:t>, based on </a:t>
            </a:r>
            <a:r>
              <a:rPr lang="en-GB" sz="1800" b="1" dirty="0"/>
              <a:t>neighbouring clusters </a:t>
            </a:r>
            <a:r>
              <a:rPr lang="en-GB" sz="1800" dirty="0"/>
              <a:t>or the </a:t>
            </a:r>
            <a:r>
              <a:rPr lang="en-GB" sz="1800" b="1" dirty="0"/>
              <a:t>coverage</a:t>
            </a:r>
            <a:r>
              <a:rPr lang="en-GB" sz="1800" dirty="0"/>
              <a:t> of the definition space [10] etc. </a:t>
            </a:r>
          </a:p>
          <a:p>
            <a:pPr marL="0" indent="0">
              <a:buNone/>
            </a:pPr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2933B-F06D-4267-87AB-9A97A4C4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10</a:t>
            </a:fld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BDDF24-BE12-45C1-B3C4-A341AB166400}"/>
              </a:ext>
            </a:extLst>
          </p:cNvPr>
          <p:cNvSpPr txBox="1"/>
          <p:nvPr/>
        </p:nvSpPr>
        <p:spPr>
          <a:xfrm>
            <a:off x="0" y="5710122"/>
            <a:ext cx="12534900" cy="95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P.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P. (2004). An Approach to Online Identification of Takagi-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Sugeno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Fuzzy Models. IEEE Transactions on Systems, Man, and Cybernetics, Part B: Cybernetics, 34(1), 484–498.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10(2), 144–154.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Mušič, G., Blažič, S., &amp; Škrjanc, I. (2018). Evolving model identification for process monitoring and prediction of non-linear systems. Engineering Applications of Artificial Intelligence, 68, 214–221.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600" dirty="0"/>
              <a:t>Merging, Splitting and Removal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splitting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compensate for a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hyperparameters selection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[19].</a:t>
            </a:r>
            <a:r>
              <a:rPr lang="en-GB" sz="2000" dirty="0"/>
              <a:t>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 adaptation to changes with long term stability.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Stability-plasticity dilemma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[8, 19].  </a:t>
            </a:r>
          </a:p>
          <a:p>
            <a:pPr marL="0" indent="0">
              <a:buNone/>
            </a:pPr>
            <a:r>
              <a:rPr lang="en-GB" sz="2000" dirty="0"/>
              <a:t>Random samples from data streams </a:t>
            </a:r>
            <a:r>
              <a:rPr lang="en-GB" sz="2000" b="1" dirty="0"/>
              <a:t>create too many clusters</a:t>
            </a:r>
            <a:r>
              <a:rPr lang="en-GB" sz="2000" dirty="0"/>
              <a:t>. With further samples or conceptual drift, clusters [21]:</a:t>
            </a:r>
          </a:p>
          <a:p>
            <a:pPr lvl="1"/>
            <a:r>
              <a:rPr lang="en-GB" sz="2000" b="1" dirty="0"/>
              <a:t>Coalesce</a:t>
            </a:r>
            <a:r>
              <a:rPr lang="en-GB" sz="2000" dirty="0"/>
              <a:t>,</a:t>
            </a:r>
          </a:p>
          <a:p>
            <a:pPr lvl="1"/>
            <a:r>
              <a:rPr lang="en-GB" sz="2000" b="1" dirty="0"/>
              <a:t>Delaminate</a:t>
            </a:r>
            <a:r>
              <a:rPr lang="en-GB" sz="2000" dirty="0"/>
              <a:t>.</a:t>
            </a:r>
          </a:p>
          <a:p>
            <a:pPr marL="0" indent="0">
              <a:buNone/>
            </a:pPr>
            <a:r>
              <a:rPr lang="en-GB" sz="2000" dirty="0"/>
              <a:t>The </a:t>
            </a:r>
            <a:r>
              <a:rPr lang="en-GB" sz="2000" b="1" dirty="0"/>
              <a:t>removal</a:t>
            </a:r>
            <a:r>
              <a:rPr lang="en-GB" sz="2000" dirty="0"/>
              <a:t> mechanism </a:t>
            </a:r>
            <a:r>
              <a:rPr lang="en-GB" sz="2000" b="1" dirty="0"/>
              <a:t>increases</a:t>
            </a:r>
            <a:r>
              <a:rPr lang="en-GB" sz="2000" dirty="0"/>
              <a:t> </a:t>
            </a:r>
            <a:r>
              <a:rPr lang="en-GB" sz="2000" b="1" dirty="0"/>
              <a:t>accuracy</a:t>
            </a:r>
            <a:r>
              <a:rPr lang="en-GB" sz="2000" dirty="0"/>
              <a:t> and </a:t>
            </a:r>
            <a:r>
              <a:rPr lang="en-GB" sz="2000" b="1" dirty="0"/>
              <a:t>simplifies the structure</a:t>
            </a:r>
            <a:r>
              <a:rPr lang="en-GB" sz="2000" dirty="0"/>
              <a:t>. The model might be inadequate because of </a:t>
            </a:r>
            <a:r>
              <a:rPr lang="en-GB" sz="2000" b="1" dirty="0"/>
              <a:t>outliers</a:t>
            </a:r>
            <a:r>
              <a:rPr lang="en-GB" sz="2000" dirty="0"/>
              <a:t> or </a:t>
            </a:r>
            <a:r>
              <a:rPr lang="en-GB" sz="2000" b="1" dirty="0"/>
              <a:t>concept changes </a:t>
            </a:r>
            <a:r>
              <a:rPr lang="en-GB" sz="2000" dirty="0"/>
              <a:t>in the data stream [22]. </a:t>
            </a:r>
            <a:endParaRPr lang="en-GB" sz="22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E962-2C8A-4C58-AF53-3B13DFF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11</a:t>
            </a:fld>
            <a:endParaRPr lang="sl-SI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7009-4B8A-44B0-9C8A-E92773DB389F}"/>
              </a:ext>
            </a:extLst>
          </p:cNvPr>
          <p:cNvSpPr txBox="1"/>
          <p:nvPr/>
        </p:nvSpPr>
        <p:spPr>
          <a:xfrm>
            <a:off x="184150" y="6181344"/>
            <a:ext cx="11009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Merging Conditions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1800" dirty="0"/>
              <a:t>cluster</a:t>
            </a:r>
            <a:r>
              <a:rPr lang="en-GB" sz="1800" b="1" dirty="0"/>
              <a:t> overlap </a:t>
            </a:r>
            <a:r>
              <a:rPr lang="en-GB" sz="1800" dirty="0"/>
              <a:t>and</a:t>
            </a:r>
            <a:r>
              <a:rPr lang="en-GB" sz="1800" b="1" dirty="0"/>
              <a:t> similarity </a:t>
            </a:r>
            <a:r>
              <a:rPr lang="en-GB" sz="1800" dirty="0"/>
              <a:t>measures</a:t>
            </a:r>
            <a:r>
              <a:rPr lang="en-GB" sz="1800" b="1" dirty="0"/>
              <a:t> </a:t>
            </a:r>
            <a:r>
              <a:rPr lang="en-GB" sz="1800" dirty="0"/>
              <a:t>[3] (</a:t>
            </a:r>
            <a:r>
              <a:rPr lang="en-GB" sz="1800" dirty="0" err="1"/>
              <a:t>Kullback</a:t>
            </a:r>
            <a:r>
              <a:rPr lang="en-GB" sz="1800" dirty="0"/>
              <a:t>–</a:t>
            </a:r>
            <a:r>
              <a:rPr lang="en-GB" sz="1800" dirty="0" err="1"/>
              <a:t>Leibler</a:t>
            </a:r>
            <a:r>
              <a:rPr lang="en-GB" sz="1800" dirty="0"/>
              <a:t> divergence, Bhattacharyya distance[21]),</a:t>
            </a:r>
          </a:p>
          <a:p>
            <a:r>
              <a:rPr lang="en-GB" sz="1800" b="1" dirty="0"/>
              <a:t>rule activation </a:t>
            </a:r>
            <a:r>
              <a:rPr lang="en-GB" sz="1800" dirty="0"/>
              <a:t>similarity [3],</a:t>
            </a:r>
          </a:p>
          <a:p>
            <a:r>
              <a:rPr lang="en-GB" sz="1800" b="1" dirty="0"/>
              <a:t>distance</a:t>
            </a:r>
            <a:r>
              <a:rPr lang="en-GB" sz="1800" dirty="0"/>
              <a:t> between clusters (Welch test) [3,17,23,24] or granules [11],</a:t>
            </a:r>
          </a:p>
          <a:p>
            <a:r>
              <a:rPr lang="en-GB" sz="1800" b="1" dirty="0"/>
              <a:t>consequent parameters </a:t>
            </a:r>
            <a:r>
              <a:rPr lang="en-GB" sz="1800" dirty="0"/>
              <a:t>comparison </a:t>
            </a:r>
            <a:r>
              <a:rPr lang="sl-SI" sz="1800" dirty="0"/>
              <a:t>(</a:t>
            </a:r>
            <a:r>
              <a:rPr lang="sl-SI" sz="1800" dirty="0" err="1"/>
              <a:t>steady-state</a:t>
            </a:r>
            <a:r>
              <a:rPr lang="sl-SI" sz="1800" dirty="0"/>
              <a:t> </a:t>
            </a:r>
            <a:r>
              <a:rPr lang="sl-SI" sz="1800" dirty="0" err="1"/>
              <a:t>gain</a:t>
            </a:r>
            <a:r>
              <a:rPr lang="sl-SI" sz="1800" dirty="0"/>
              <a:t>) </a:t>
            </a:r>
            <a:r>
              <a:rPr lang="en-GB" sz="1800" dirty="0"/>
              <a:t>[3,25] </a:t>
            </a:r>
            <a:r>
              <a:rPr lang="sl-SI" sz="1800" dirty="0" err="1"/>
              <a:t>etc</a:t>
            </a:r>
            <a:r>
              <a:rPr lang="en-GB" sz="1800" dirty="0"/>
              <a:t>.</a:t>
            </a: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32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468DC9AA-6CE9-7557-7F6D-F19D4FF60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0781" y="3644658"/>
            <a:ext cx="1931988" cy="733536"/>
          </a:xfrm>
          <a:prstGeom prst="rect">
            <a:avLst/>
          </a:prstGeom>
        </p:spPr>
      </p:pic>
      <p:pic>
        <p:nvPicPr>
          <p:cNvPr id="33" name="Slika 7">
            <a:extLst>
              <a:ext uri="{FF2B5EF4-FFF2-40B4-BE49-F238E27FC236}">
                <a16:creationId xmlns:a16="http://schemas.microsoft.com/office/drawing/2014/main" id="{9A62B57A-3595-A0D3-DF02-94AC7C821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4268" y="4517009"/>
            <a:ext cx="2452370" cy="593725"/>
          </a:xfrm>
          <a:prstGeom prst="rect">
            <a:avLst/>
          </a:prstGeom>
        </p:spPr>
      </p:pic>
      <p:pic>
        <p:nvPicPr>
          <p:cNvPr id="34" name="Picture 38">
            <a:extLst>
              <a:ext uri="{FF2B5EF4-FFF2-40B4-BE49-F238E27FC236}">
                <a16:creationId xmlns:a16="http://schemas.microsoft.com/office/drawing/2014/main" id="{E3BC65EA-5423-5943-83D0-A6B34602DD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3646" y="4367295"/>
            <a:ext cx="3638550" cy="361950"/>
          </a:xfrm>
          <a:prstGeom prst="rect">
            <a:avLst/>
          </a:prstGeom>
        </p:spPr>
      </p:pic>
      <p:pic>
        <p:nvPicPr>
          <p:cNvPr id="35" name="Picture 30" descr="Text&#10;&#10;Description automatically generated">
            <a:extLst>
              <a:ext uri="{FF2B5EF4-FFF2-40B4-BE49-F238E27FC236}">
                <a16:creationId xmlns:a16="http://schemas.microsoft.com/office/drawing/2014/main" id="{1ABF324B-86CA-E818-6E1A-A01C5CA7F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646" y="4905783"/>
            <a:ext cx="3343275" cy="609600"/>
          </a:xfrm>
          <a:prstGeom prst="rect">
            <a:avLst/>
          </a:prstGeom>
        </p:spPr>
      </p:pic>
      <p:pic>
        <p:nvPicPr>
          <p:cNvPr id="36" name="Picture 40">
            <a:extLst>
              <a:ext uri="{FF2B5EF4-FFF2-40B4-BE49-F238E27FC236}">
                <a16:creationId xmlns:a16="http://schemas.microsoft.com/office/drawing/2014/main" id="{8559AD61-8147-5380-7383-4EDFC8DC8B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943" y="4652290"/>
            <a:ext cx="3571875" cy="361950"/>
          </a:xfrm>
          <a:prstGeom prst="rect">
            <a:avLst/>
          </a:prstGeom>
        </p:spPr>
      </p:pic>
      <p:pic>
        <p:nvPicPr>
          <p:cNvPr id="37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3E1D6A3F-6AEB-F5E5-C933-4CB938C48D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943" y="4969530"/>
            <a:ext cx="3743325" cy="600075"/>
          </a:xfrm>
          <a:prstGeom prst="rect">
            <a:avLst/>
          </a:prstGeom>
        </p:spPr>
      </p:pic>
      <p:pic>
        <p:nvPicPr>
          <p:cNvPr id="38" name="Slika 15">
            <a:extLst>
              <a:ext uri="{FF2B5EF4-FFF2-40B4-BE49-F238E27FC236}">
                <a16:creationId xmlns:a16="http://schemas.microsoft.com/office/drawing/2014/main" id="{9DA8DF22-6777-C34F-B480-0B48C27106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0587" y="3673646"/>
            <a:ext cx="4867275" cy="647700"/>
          </a:xfrm>
          <a:prstGeom prst="rect">
            <a:avLst/>
          </a:prstGeom>
        </p:spPr>
      </p:pic>
      <p:pic>
        <p:nvPicPr>
          <p:cNvPr id="39" name="Slika 4">
            <a:extLst>
              <a:ext uri="{FF2B5EF4-FFF2-40B4-BE49-F238E27FC236}">
                <a16:creationId xmlns:a16="http://schemas.microsoft.com/office/drawing/2014/main" id="{5BB24A33-3307-7159-D4E8-6373095F89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039" y="5003687"/>
            <a:ext cx="3389889" cy="648378"/>
          </a:xfrm>
          <a:prstGeom prst="rect">
            <a:avLst/>
          </a:prstGeom>
        </p:spPr>
      </p:pic>
      <p:pic>
        <p:nvPicPr>
          <p:cNvPr id="40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A592BFBB-4E98-D36A-571F-77767068D3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43" y="3540166"/>
            <a:ext cx="4514574" cy="984998"/>
          </a:xfrm>
          <a:prstGeom prst="rect">
            <a:avLst/>
          </a:prstGeom>
        </p:spPr>
      </p:pic>
      <p:sp>
        <p:nvSpPr>
          <p:cNvPr id="41" name="Slide Number Placeholder 3">
            <a:extLst>
              <a:ext uri="{FF2B5EF4-FFF2-40B4-BE49-F238E27FC236}">
                <a16:creationId xmlns:a16="http://schemas.microsoft.com/office/drawing/2014/main" id="{644B1325-7AFB-0923-E4CD-7197FA8E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E658395-0858-4046-BAB6-178FB2A7F14B}" type="slidenum">
              <a:rPr lang="sl-SI" smtClean="0"/>
              <a:t>12</a:t>
            </a:fld>
            <a:endParaRPr lang="sl-SI"/>
          </a:p>
        </p:txBody>
      </p:sp>
      <p:pic>
        <p:nvPicPr>
          <p:cNvPr id="42" name="Slika 9">
            <a:extLst>
              <a:ext uri="{FF2B5EF4-FFF2-40B4-BE49-F238E27FC236}">
                <a16:creationId xmlns:a16="http://schemas.microsoft.com/office/drawing/2014/main" id="{DE08E955-0337-327C-608A-C44F50B9E8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1557" y="2413325"/>
            <a:ext cx="3314700" cy="98107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BD767D4-E92B-D00B-5F2C-8327193B279F}"/>
              </a:ext>
            </a:extLst>
          </p:cNvPr>
          <p:cNvSpPr txBox="1"/>
          <p:nvPr/>
        </p:nvSpPr>
        <p:spPr>
          <a:xfrm>
            <a:off x="209177" y="5754271"/>
            <a:ext cx="125577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Soleimani-B, H., Lucas, C.,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Araabi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B. N. (2010). Recursive Gath-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Geva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clustering as a basis for evolving neuro-fuzzy modeling. Evolving Systems, 1(1), 59–71.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E. Lima, M. Hell, R.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Evolving fuzzy modeling using participatory learning, in: P.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N.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(Eds.),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EvolvingIntelligent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Systems: Methodology and Applications, John Wiley &amp; Sons, New York, 2010, pp. 67–86.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Bouchot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J. L., &amp; Shaker, A. (2011). On-line elimination of local redundancies in evolving fuzzy systems. Evolving Systems, 2(3), 165–187.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(2021). Evolving Fuzzy Model Identification of Nonlinear Wiener-Hammerstein Processes. IEEE Access, 9, 158470–158480.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8BAEFF-AC5D-E4FB-B6BB-7E9F7D2393AD}"/>
              </a:ext>
            </a:extLst>
          </p:cNvPr>
          <p:cNvSpPr txBox="1"/>
          <p:nvPr/>
        </p:nvSpPr>
        <p:spPr>
          <a:xfrm>
            <a:off x="11713464" y="4079469"/>
            <a:ext cx="478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A700EE-8BB9-1246-6E4F-8B3BA574E79B}"/>
              </a:ext>
            </a:extLst>
          </p:cNvPr>
          <p:cNvSpPr txBox="1"/>
          <p:nvPr/>
        </p:nvSpPr>
        <p:spPr>
          <a:xfrm>
            <a:off x="3701677" y="4758455"/>
            <a:ext cx="504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87C159-4D12-44E7-CFFF-A641870D7503}"/>
              </a:ext>
            </a:extLst>
          </p:cNvPr>
          <p:cNvSpPr txBox="1"/>
          <p:nvPr/>
        </p:nvSpPr>
        <p:spPr>
          <a:xfrm>
            <a:off x="11008036" y="5282733"/>
            <a:ext cx="490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F77D32-78B2-7929-AC08-3A55DD7C7920}"/>
              </a:ext>
            </a:extLst>
          </p:cNvPr>
          <p:cNvSpPr txBox="1"/>
          <p:nvPr/>
        </p:nvSpPr>
        <p:spPr>
          <a:xfrm>
            <a:off x="7523211" y="5384939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BD6A5B-2E0D-F976-2D84-8CE2D9CE7319}"/>
              </a:ext>
            </a:extLst>
          </p:cNvPr>
          <p:cNvSpPr txBox="1"/>
          <p:nvPr/>
        </p:nvSpPr>
        <p:spPr>
          <a:xfrm>
            <a:off x="3746070" y="534962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B00EDF-45BA-EA77-BAF9-5C9BF94EC9F5}"/>
              </a:ext>
            </a:extLst>
          </p:cNvPr>
          <p:cNvSpPr txBox="1"/>
          <p:nvPr/>
        </p:nvSpPr>
        <p:spPr>
          <a:xfrm>
            <a:off x="6189430" y="4716815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9AAC7F-109A-CCEA-14F7-3B2A9A970920}"/>
              </a:ext>
            </a:extLst>
          </p:cNvPr>
          <p:cNvSpPr txBox="1"/>
          <p:nvPr/>
        </p:nvSpPr>
        <p:spPr>
          <a:xfrm>
            <a:off x="9597469" y="402517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863BC6-7540-B3E3-0176-331526ED5B90}"/>
              </a:ext>
            </a:extLst>
          </p:cNvPr>
          <p:cNvSpPr txBox="1"/>
          <p:nvPr/>
        </p:nvSpPr>
        <p:spPr>
          <a:xfrm>
            <a:off x="10739684" y="3087240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3CCCFB-0BD8-A718-9D08-492992282031}"/>
              </a:ext>
            </a:extLst>
          </p:cNvPr>
          <p:cNvSpPr txBox="1"/>
          <p:nvPr/>
        </p:nvSpPr>
        <p:spPr>
          <a:xfrm>
            <a:off x="4521508" y="4067697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91DC34-4E56-D7DC-00B7-3BE68F830FD6}"/>
              </a:ext>
            </a:extLst>
          </p:cNvPr>
          <p:cNvSpPr txBox="1"/>
          <p:nvPr/>
        </p:nvSpPr>
        <p:spPr>
          <a:xfrm>
            <a:off x="10931704" y="4581795"/>
            <a:ext cx="593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/>
              <a:t>Merging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sl-SI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centre</a:t>
            </a:r>
            <a:r>
              <a:rPr lang="sl-SI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covariance</a:t>
            </a:r>
            <a:r>
              <a:rPr lang="sl-SI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averaging</a:t>
            </a:r>
            <a:r>
              <a:rPr lang="sl-SI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3,2,26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sl-SI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convex</a:t>
            </a:r>
            <a:r>
              <a:rPr lang="sl-SI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hull</a:t>
            </a:r>
            <a:r>
              <a:rPr lang="sl-SI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27,11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3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51B85857-5975-12A0-74A7-8660747D3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152" y="1566700"/>
            <a:ext cx="2400300" cy="1368799"/>
          </a:xfrm>
          <a:prstGeom prst="rect">
            <a:avLst/>
          </a:prstGeom>
        </p:spPr>
      </p:pic>
      <p:pic>
        <p:nvPicPr>
          <p:cNvPr id="2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5116B747-F5D6-7D03-3961-7AE43C966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7542" y="2958642"/>
            <a:ext cx="4274976" cy="498358"/>
          </a:xfrm>
          <a:prstGeom prst="rect">
            <a:avLst/>
          </a:prstGeom>
        </p:spPr>
      </p:pic>
      <p:pic>
        <p:nvPicPr>
          <p:cNvPr id="27" name="Slika 5">
            <a:extLst>
              <a:ext uri="{FF2B5EF4-FFF2-40B4-BE49-F238E27FC236}">
                <a16:creationId xmlns:a16="http://schemas.microsoft.com/office/drawing/2014/main" id="{9B38A2C0-878D-4A0E-16BC-3A35090D4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509" y="3538964"/>
            <a:ext cx="3690594" cy="382301"/>
          </a:xfrm>
          <a:prstGeom prst="rect">
            <a:avLst/>
          </a:prstGeom>
        </p:spPr>
      </p:pic>
      <p:pic>
        <p:nvPicPr>
          <p:cNvPr id="28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F0B6CDA7-776A-8588-76D9-14C699BE2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883" y="3042666"/>
            <a:ext cx="4377162" cy="1244651"/>
          </a:xfrm>
          <a:prstGeom prst="rect">
            <a:avLst/>
          </a:prstGeom>
        </p:spPr>
      </p:pic>
      <p:pic>
        <p:nvPicPr>
          <p:cNvPr id="29" name="Slika 13">
            <a:extLst>
              <a:ext uri="{FF2B5EF4-FFF2-40B4-BE49-F238E27FC236}">
                <a16:creationId xmlns:a16="http://schemas.microsoft.com/office/drawing/2014/main" id="{898CE5D2-6833-C58C-C7B8-9D71C7451D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957" y="4328654"/>
            <a:ext cx="3781425" cy="1981411"/>
          </a:xfrm>
          <a:prstGeom prst="rect">
            <a:avLst/>
          </a:prstGeom>
        </p:spPr>
      </p:pic>
      <p:sp>
        <p:nvSpPr>
          <p:cNvPr id="30" name="Slide Number Placeholder 7">
            <a:extLst>
              <a:ext uri="{FF2B5EF4-FFF2-40B4-BE49-F238E27FC236}">
                <a16:creationId xmlns:a16="http://schemas.microsoft.com/office/drawing/2014/main" id="{A36C0BC5-446E-EAF6-A096-91D02764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E658395-0858-4046-BAB6-178FB2A7F14B}" type="slidenum">
              <a:rPr lang="sl-SI" smtClean="0"/>
              <a:t>13</a:t>
            </a:fld>
            <a:endParaRPr lang="sl-SI"/>
          </a:p>
        </p:txBody>
      </p:sp>
      <p:pic>
        <p:nvPicPr>
          <p:cNvPr id="31" name="Slika 17">
            <a:extLst>
              <a:ext uri="{FF2B5EF4-FFF2-40B4-BE49-F238E27FC236}">
                <a16:creationId xmlns:a16="http://schemas.microsoft.com/office/drawing/2014/main" id="{33698889-8711-79CC-AB9D-8CA2AD0E02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0382" y="4663450"/>
            <a:ext cx="1726798" cy="1358524"/>
          </a:xfrm>
          <a:prstGeom prst="rect">
            <a:avLst/>
          </a:prstGeom>
        </p:spPr>
      </p:pic>
      <p:pic>
        <p:nvPicPr>
          <p:cNvPr id="32" name="Slika 14">
            <a:extLst>
              <a:ext uri="{FF2B5EF4-FFF2-40B4-BE49-F238E27FC236}">
                <a16:creationId xmlns:a16="http://schemas.microsoft.com/office/drawing/2014/main" id="{2258F870-151D-F8F6-6151-3BB01B811F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20" y="2910962"/>
            <a:ext cx="3227599" cy="1638304"/>
          </a:xfrm>
          <a:prstGeom prst="rect">
            <a:avLst/>
          </a:prstGeom>
        </p:spPr>
      </p:pic>
      <p:sp>
        <p:nvSpPr>
          <p:cNvPr id="33" name="PoljeZBesedilom 18">
            <a:extLst>
              <a:ext uri="{FF2B5EF4-FFF2-40B4-BE49-F238E27FC236}">
                <a16:creationId xmlns:a16="http://schemas.microsoft.com/office/drawing/2014/main" id="{5851CD74-83D0-7D39-D1E1-25648C8DAF76}"/>
              </a:ext>
            </a:extLst>
          </p:cNvPr>
          <p:cNvSpPr txBox="1"/>
          <p:nvPr/>
        </p:nvSpPr>
        <p:spPr>
          <a:xfrm>
            <a:off x="434419" y="5135195"/>
            <a:ext cx="58266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+. IEEE Transactions on Fuzzy Systems, 28(9),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[26] Pratama, M.,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Anavatti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 G.,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(2014).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Genefis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effective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localist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network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22(3), 547–562.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27]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34" name="PoljeZBesedilom 19">
            <a:extLst>
              <a:ext uri="{FF2B5EF4-FFF2-40B4-BE49-F238E27FC236}">
                <a16:creationId xmlns:a16="http://schemas.microsoft.com/office/drawing/2014/main" id="{A9F48625-C1A9-603E-97CD-2F4B154204DE}"/>
              </a:ext>
            </a:extLst>
          </p:cNvPr>
          <p:cNvSpPr txBox="1"/>
          <p:nvPr/>
        </p:nvSpPr>
        <p:spPr>
          <a:xfrm>
            <a:off x="2894775" y="4269628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35" name="PoljeZBesedilom 20">
            <a:extLst>
              <a:ext uri="{FF2B5EF4-FFF2-40B4-BE49-F238E27FC236}">
                <a16:creationId xmlns:a16="http://schemas.microsoft.com/office/drawing/2014/main" id="{B84B3482-660D-BBB9-79C8-254656F86200}"/>
              </a:ext>
            </a:extLst>
          </p:cNvPr>
          <p:cNvSpPr txBox="1"/>
          <p:nvPr/>
        </p:nvSpPr>
        <p:spPr>
          <a:xfrm>
            <a:off x="7645813" y="4125867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dirty="0"/>
          </a:p>
        </p:txBody>
      </p:sp>
      <p:sp>
        <p:nvSpPr>
          <p:cNvPr id="36" name="PoljeZBesedilom 21">
            <a:extLst>
              <a:ext uri="{FF2B5EF4-FFF2-40B4-BE49-F238E27FC236}">
                <a16:creationId xmlns:a16="http://schemas.microsoft.com/office/drawing/2014/main" id="{8A46D8D2-A491-0A12-E2DE-F82091438FCA}"/>
              </a:ext>
            </a:extLst>
          </p:cNvPr>
          <p:cNvSpPr txBox="1"/>
          <p:nvPr/>
        </p:nvSpPr>
        <p:spPr>
          <a:xfrm>
            <a:off x="11690914" y="3788761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37" name="PoljeZBesedilom 23">
            <a:extLst>
              <a:ext uri="{FF2B5EF4-FFF2-40B4-BE49-F238E27FC236}">
                <a16:creationId xmlns:a16="http://schemas.microsoft.com/office/drawing/2014/main" id="{39C2515B-EBBC-8A6E-585F-93CFFE320502}"/>
              </a:ext>
            </a:extLst>
          </p:cNvPr>
          <p:cNvSpPr txBox="1"/>
          <p:nvPr/>
        </p:nvSpPr>
        <p:spPr>
          <a:xfrm>
            <a:off x="10009099" y="5963876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[27] </a:t>
            </a:r>
            <a:endParaRPr lang="sl-SI" dirty="0"/>
          </a:p>
        </p:txBody>
      </p:sp>
      <p:sp>
        <p:nvSpPr>
          <p:cNvPr id="38" name="PoljeZBesedilom 25">
            <a:extLst>
              <a:ext uri="{FF2B5EF4-FFF2-40B4-BE49-F238E27FC236}">
                <a16:creationId xmlns:a16="http://schemas.microsoft.com/office/drawing/2014/main" id="{A9784D07-99BD-A85B-60E4-3715969A29DB}"/>
              </a:ext>
            </a:extLst>
          </p:cNvPr>
          <p:cNvSpPr txBox="1"/>
          <p:nvPr/>
        </p:nvSpPr>
        <p:spPr>
          <a:xfrm>
            <a:off x="11690914" y="5914803"/>
            <a:ext cx="682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/>
              <a:t>Razcep Rojev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766191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Inappropriate merging parameters, </a:t>
            </a:r>
            <a:r>
              <a:rPr lang="en-GB" sz="1800" dirty="0"/>
              <a:t>data stream </a:t>
            </a:r>
            <a:r>
              <a:rPr lang="en-GB" sz="1800" b="1" dirty="0"/>
              <a:t>concept drifts </a:t>
            </a:r>
            <a:r>
              <a:rPr lang="en-GB" sz="1800" dirty="0"/>
              <a:t>and</a:t>
            </a:r>
            <a:r>
              <a:rPr lang="en-GB" sz="1800" b="1" dirty="0"/>
              <a:t> abrupt shifts</a:t>
            </a:r>
            <a:r>
              <a:rPr lang="en-GB" sz="1800" dirty="0"/>
              <a:t>, better </a:t>
            </a:r>
            <a:r>
              <a:rPr lang="en-GB" sz="1800" b="1" dirty="0"/>
              <a:t>space partitioning </a:t>
            </a:r>
            <a:r>
              <a:rPr lang="en-GB" sz="1800" dirty="0"/>
              <a:t>etc.</a:t>
            </a:r>
          </a:p>
          <a:p>
            <a:r>
              <a:rPr lang="en-GB" sz="1800" b="1" dirty="0"/>
              <a:t>Accumulated model error </a:t>
            </a:r>
            <a:r>
              <a:rPr lang="en-GB" sz="1800" dirty="0"/>
              <a:t>[3],</a:t>
            </a:r>
          </a:p>
          <a:p>
            <a:r>
              <a:rPr lang="en-GB" sz="1800" b="1" dirty="0" err="1"/>
              <a:t>Welchejev</a:t>
            </a:r>
            <a:r>
              <a:rPr lang="en-GB" sz="1800" b="1" dirty="0"/>
              <a:t> T-test (Welch T-test)</a:t>
            </a:r>
            <a:r>
              <a:rPr lang="en-GB" sz="1800" dirty="0"/>
              <a:t>[21], </a:t>
            </a:r>
            <a:r>
              <a:rPr lang="en-GB" sz="1800" b="1" dirty="0"/>
              <a:t>Bayesian information criterion </a:t>
            </a:r>
            <a:r>
              <a:rPr lang="en-GB" sz="1800" dirty="0"/>
              <a:t>[21, 27], </a:t>
            </a:r>
            <a:r>
              <a:rPr lang="en-GB" sz="1800" b="1" dirty="0"/>
              <a:t>partition separation index </a:t>
            </a:r>
            <a:r>
              <a:rPr lang="en-GB" sz="1800" dirty="0"/>
              <a:t>[22] etc. </a:t>
            </a:r>
          </a:p>
          <a:p>
            <a:endParaRPr lang="en-GB" sz="180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2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915ACC4B-C20A-AD92-1988-7445EA83B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329" y="2092503"/>
            <a:ext cx="2232660" cy="676275"/>
          </a:xfrm>
          <a:prstGeom prst="rect">
            <a:avLst/>
          </a:prstGeom>
        </p:spPr>
      </p:pic>
      <p:pic>
        <p:nvPicPr>
          <p:cNvPr id="23" name="Slika 4">
            <a:extLst>
              <a:ext uri="{FF2B5EF4-FFF2-40B4-BE49-F238E27FC236}">
                <a16:creationId xmlns:a16="http://schemas.microsoft.com/office/drawing/2014/main" id="{911CD37F-BA2A-1D1E-A452-FC7FE000F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735" y="3753115"/>
            <a:ext cx="2343150" cy="752475"/>
          </a:xfrm>
          <a:prstGeom prst="rect">
            <a:avLst/>
          </a:prstGeom>
        </p:spPr>
      </p:pic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B702F02A-CF32-363B-A896-CB277D7E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E658395-0858-4046-BAB6-178FB2A7F14B}" type="slidenum">
              <a:rPr lang="sl-SI" smtClean="0"/>
              <a:t>14</a:t>
            </a:fld>
            <a:endParaRPr lang="sl-SI" dirty="0"/>
          </a:p>
        </p:txBody>
      </p:sp>
      <p:pic>
        <p:nvPicPr>
          <p:cNvPr id="25" name="Slika 8">
            <a:extLst>
              <a:ext uri="{FF2B5EF4-FFF2-40B4-BE49-F238E27FC236}">
                <a16:creationId xmlns:a16="http://schemas.microsoft.com/office/drawing/2014/main" id="{7793954C-2F74-F165-92A4-0B4726FB7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902" y="4763277"/>
            <a:ext cx="4165293" cy="937030"/>
          </a:xfrm>
          <a:prstGeom prst="rect">
            <a:avLst/>
          </a:prstGeom>
        </p:spPr>
      </p:pic>
      <p:pic>
        <p:nvPicPr>
          <p:cNvPr id="26" name="Slika 12">
            <a:extLst>
              <a:ext uri="{FF2B5EF4-FFF2-40B4-BE49-F238E27FC236}">
                <a16:creationId xmlns:a16="http://schemas.microsoft.com/office/drawing/2014/main" id="{FE430DB3-B058-A8FC-EB3C-69AB37A18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32" y="4164878"/>
            <a:ext cx="3467100" cy="857250"/>
          </a:xfrm>
          <a:prstGeom prst="rect">
            <a:avLst/>
          </a:prstGeom>
        </p:spPr>
      </p:pic>
      <p:pic>
        <p:nvPicPr>
          <p:cNvPr id="27" name="Slika 17">
            <a:extLst>
              <a:ext uri="{FF2B5EF4-FFF2-40B4-BE49-F238E27FC236}">
                <a16:creationId xmlns:a16="http://schemas.microsoft.com/office/drawing/2014/main" id="{FDCDCB29-D19A-FC2C-D79B-A65C92CF25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0110" y="2825346"/>
            <a:ext cx="3081151" cy="365126"/>
          </a:xfrm>
          <a:prstGeom prst="rect">
            <a:avLst/>
          </a:prstGeom>
        </p:spPr>
      </p:pic>
      <p:pic>
        <p:nvPicPr>
          <p:cNvPr id="28" name="Slika 19">
            <a:extLst>
              <a:ext uri="{FF2B5EF4-FFF2-40B4-BE49-F238E27FC236}">
                <a16:creationId xmlns:a16="http://schemas.microsoft.com/office/drawing/2014/main" id="{A8F83F1E-BFC8-7AA5-62B4-3D60FFD6A4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7667" y="4861390"/>
            <a:ext cx="1846165" cy="1154835"/>
          </a:xfrm>
          <a:prstGeom prst="rect">
            <a:avLst/>
          </a:prstGeom>
        </p:spPr>
      </p:pic>
      <p:sp>
        <p:nvSpPr>
          <p:cNvPr id="29" name="PoljeZBesedilom 13">
            <a:extLst>
              <a:ext uri="{FF2B5EF4-FFF2-40B4-BE49-F238E27FC236}">
                <a16:creationId xmlns:a16="http://schemas.microsoft.com/office/drawing/2014/main" id="{01A98D16-FBE2-2C48-3A04-022749EDF7B3}"/>
              </a:ext>
            </a:extLst>
          </p:cNvPr>
          <p:cNvSpPr txBox="1"/>
          <p:nvPr/>
        </p:nvSpPr>
        <p:spPr>
          <a:xfrm>
            <a:off x="101600" y="6075144"/>
            <a:ext cx="10741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Sayed-Mouchaweh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split-and-merge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concepts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plug-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play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304, 54–79.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Pattern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41(3), 995–1011.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[27] 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30" name="PoljeZBesedilom 14">
            <a:extLst>
              <a:ext uri="{FF2B5EF4-FFF2-40B4-BE49-F238E27FC236}">
                <a16:creationId xmlns:a16="http://schemas.microsoft.com/office/drawing/2014/main" id="{2D466CDE-D980-2D2C-10F7-C68EA79A4DCB}"/>
              </a:ext>
            </a:extLst>
          </p:cNvPr>
          <p:cNvSpPr txBox="1"/>
          <p:nvPr/>
        </p:nvSpPr>
        <p:spPr>
          <a:xfrm>
            <a:off x="11525929" y="2974801"/>
            <a:ext cx="444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sz="1400" dirty="0"/>
          </a:p>
        </p:txBody>
      </p:sp>
      <p:sp>
        <p:nvSpPr>
          <p:cNvPr id="31" name="PoljeZBesedilom 16">
            <a:extLst>
              <a:ext uri="{FF2B5EF4-FFF2-40B4-BE49-F238E27FC236}">
                <a16:creationId xmlns:a16="http://schemas.microsoft.com/office/drawing/2014/main" id="{460573DE-5758-B3B1-EBDA-2585B4100057}"/>
              </a:ext>
            </a:extLst>
          </p:cNvPr>
          <p:cNvSpPr txBox="1"/>
          <p:nvPr/>
        </p:nvSpPr>
        <p:spPr>
          <a:xfrm>
            <a:off x="3942690" y="5632430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[22] </a:t>
            </a:r>
          </a:p>
        </p:txBody>
      </p:sp>
      <p:sp>
        <p:nvSpPr>
          <p:cNvPr id="32" name="PoljeZBesedilom 18">
            <a:extLst>
              <a:ext uri="{FF2B5EF4-FFF2-40B4-BE49-F238E27FC236}">
                <a16:creationId xmlns:a16="http://schemas.microsoft.com/office/drawing/2014/main" id="{95BAAA1F-2AD3-1E51-1E4D-4EA9534D520C}"/>
              </a:ext>
            </a:extLst>
          </p:cNvPr>
          <p:cNvSpPr txBox="1"/>
          <p:nvPr/>
        </p:nvSpPr>
        <p:spPr>
          <a:xfrm>
            <a:off x="10332994" y="4122007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[21] </a:t>
            </a:r>
          </a:p>
        </p:txBody>
      </p:sp>
      <p:sp>
        <p:nvSpPr>
          <p:cNvPr id="33" name="PoljeZBesedilom 20">
            <a:extLst>
              <a:ext uri="{FF2B5EF4-FFF2-40B4-BE49-F238E27FC236}">
                <a16:creationId xmlns:a16="http://schemas.microsoft.com/office/drawing/2014/main" id="{78618459-F369-ED2E-6472-16F5D05C92C6}"/>
              </a:ext>
            </a:extLst>
          </p:cNvPr>
          <p:cNvSpPr txBox="1"/>
          <p:nvPr/>
        </p:nvSpPr>
        <p:spPr>
          <a:xfrm>
            <a:off x="9253352" y="5509680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[27] </a:t>
            </a:r>
          </a:p>
        </p:txBody>
      </p:sp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DE6F06D-CBC0-4C63-81F2-CF0BE62B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5400" dirty="0"/>
              <a:t>Cluster Splitting</a:t>
            </a:r>
            <a:endParaRPr lang="en-GB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56187702-45A0-47FE-A28D-88475E6114A6}"/>
              </a:ext>
            </a:extLst>
          </p:cNvPr>
          <p:cNvSpPr txBox="1"/>
          <p:nvPr/>
        </p:nvSpPr>
        <p:spPr>
          <a:xfrm>
            <a:off x="630936" y="2807208"/>
            <a:ext cx="609904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Gaussian mixture model </a:t>
            </a:r>
            <a:r>
              <a:rPr lang="en-GB" sz="2000" dirty="0"/>
              <a:t>[27],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largest covariance matrix eigenvalue</a:t>
            </a:r>
            <a:r>
              <a:rPr lang="en-GB" sz="2000" dirty="0"/>
              <a:t>, </a:t>
            </a:r>
            <a:r>
              <a:rPr lang="en-GB" sz="2000" b="1" dirty="0"/>
              <a:t>number of samples halved</a:t>
            </a:r>
            <a:r>
              <a:rPr lang="en-GB" sz="2000" dirty="0"/>
              <a:t> [3, 22].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GB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000" dirty="0"/>
              <a:t>Model quality can be check after the split [19]. </a:t>
            </a:r>
          </a:p>
        </p:txBody>
      </p:sp>
      <p:pic>
        <p:nvPicPr>
          <p:cNvPr id="16" name="Označba mesta vsebine 5">
            <a:extLst>
              <a:ext uri="{FF2B5EF4-FFF2-40B4-BE49-F238E27FC236}">
                <a16:creationId xmlns:a16="http://schemas.microsoft.com/office/drawing/2014/main" id="{D1666D87-9A10-419E-B128-18E00B23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59357" y="3257465"/>
            <a:ext cx="4294443" cy="2125748"/>
          </a:xfrm>
          <a:prstGeom prst="rect">
            <a:avLst/>
          </a:prstGeom>
        </p:spPr>
      </p:pic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59A0EAC-3961-45B1-8498-74C4999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42663209-40E7-4D5F-8D68-EB48F75F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204" y="2475622"/>
            <a:ext cx="4981575" cy="59055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0D5EAF2-CA5F-4C44-A2F0-70321E4E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A391543-806C-4A98-98B8-2FC8901204B2}"/>
              </a:ext>
            </a:extLst>
          </p:cNvPr>
          <p:cNvSpPr txBox="1"/>
          <p:nvPr/>
        </p:nvSpPr>
        <p:spPr>
          <a:xfrm>
            <a:off x="0" y="5962869"/>
            <a:ext cx="10597753" cy="649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</a:t>
            </a:r>
            <a:endParaRPr lang="sl-SI" sz="9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F220E5E9-1191-46C3-9B1C-BCAE2949A659}"/>
              </a:ext>
            </a:extLst>
          </p:cNvPr>
          <p:cNvSpPr txBox="1"/>
          <p:nvPr/>
        </p:nvSpPr>
        <p:spPr>
          <a:xfrm>
            <a:off x="10794173" y="5234017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22]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4384DDC9-1599-4223-AFAB-6C05DFACAD20}"/>
              </a:ext>
            </a:extLst>
          </p:cNvPr>
          <p:cNvSpPr txBox="1"/>
          <p:nvPr/>
        </p:nvSpPr>
        <p:spPr>
          <a:xfrm>
            <a:off x="11467687" y="2912283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3]</a:t>
            </a:r>
          </a:p>
        </p:txBody>
      </p:sp>
    </p:spTree>
    <p:extLst>
      <p:ext uri="{BB962C8B-B14F-4D97-AF65-F5344CB8AC3E}">
        <p14:creationId xmlns:p14="http://schemas.microsoft.com/office/powerpoint/2010/main" val="236193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/>
              <a:t>Cluster Removal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12886D7A-D4E7-495E-908F-E15497B16D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200" b="1" dirty="0"/>
                  <a:t>Outliers</a:t>
                </a:r>
                <a:r>
                  <a:rPr lang="en-GB" sz="2200" dirty="0"/>
                  <a:t> are similar to </a:t>
                </a:r>
                <a:r>
                  <a:rPr lang="en-GB" sz="2200" b="1" dirty="0"/>
                  <a:t>cyclical and periodic events, which contain large information</a:t>
                </a:r>
                <a:r>
                  <a:rPr lang="sl-SI" sz="2200" b="1" dirty="0"/>
                  <a:t> </a:t>
                </a:r>
                <a14:m>
                  <m:oMath xmlns:m="http://schemas.openxmlformats.org/officeDocument/2006/math">
                    <m:r>
                      <a:rPr lang="sl-SI" sz="2200" b="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l-SI" sz="2200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sl-SI" sz="2200" b="0" i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GB" sz="2200" dirty="0" err="1"/>
                  <a:t>seful</a:t>
                </a:r>
                <a:r>
                  <a:rPr lang="en-GB" sz="2200" dirty="0"/>
                  <a:t> information might be discarded [20]. </a:t>
                </a:r>
              </a:p>
              <a:p>
                <a:r>
                  <a:rPr lang="en-GB" sz="2200" b="1" dirty="0"/>
                  <a:t>age of clusters</a:t>
                </a:r>
                <a:r>
                  <a:rPr lang="en-GB" sz="2200" dirty="0"/>
                  <a:t> [3,12], </a:t>
                </a:r>
              </a:p>
              <a:p>
                <a:r>
                  <a:rPr lang="en-GB" sz="2200" b="1" dirty="0"/>
                  <a:t>utility</a:t>
                </a:r>
                <a:r>
                  <a:rPr lang="en-GB" sz="2200" b="1" i="1" dirty="0"/>
                  <a:t>, </a:t>
                </a:r>
                <a:r>
                  <a:rPr lang="en-GB" sz="2200" b="1" dirty="0"/>
                  <a:t>accumulated activation, rare activations, insignificance </a:t>
                </a:r>
                <a:r>
                  <a:rPr lang="en-GB" sz="2200" dirty="0"/>
                  <a:t>[10</a:t>
                </a:r>
                <a:r>
                  <a:rPr lang="en-GB" sz="22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GB" sz="2200" dirty="0"/>
                  <a:t>12, 28, </a:t>
                </a:r>
                <a:r>
                  <a:rPr lang="en-GB" sz="22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29</a:t>
                </a:r>
                <a:r>
                  <a:rPr lang="en-GB" sz="2200" dirty="0"/>
                  <a:t>], </a:t>
                </a:r>
              </a:p>
              <a:p>
                <a:r>
                  <a:rPr lang="en-GB" sz="2200" b="1" dirty="0"/>
                  <a:t>number of samples </a:t>
                </a:r>
                <a:r>
                  <a:rPr lang="en-GB" sz="2200" dirty="0"/>
                  <a:t>belonging to clusters [3,20] </a:t>
                </a:r>
                <a:r>
                  <a:rPr lang="sl-SI" sz="2200" dirty="0" err="1"/>
                  <a:t>etc</a:t>
                </a:r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12886D7A-D4E7-495E-908F-E15497B16D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4"/>
                <a:stretch>
                  <a:fillRect l="-754" t="-17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23A8F151-452F-BCB2-5E4C-4CB8B2E9F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448" y="4264279"/>
            <a:ext cx="1962150" cy="733425"/>
          </a:xfrm>
          <a:prstGeom prst="rect">
            <a:avLst/>
          </a:prstGeom>
        </p:spPr>
      </p:pic>
      <p:pic>
        <p:nvPicPr>
          <p:cNvPr id="1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0D85C5E3-0541-C014-3431-26CA34DCE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546" y="4343588"/>
            <a:ext cx="1962150" cy="676275"/>
          </a:xfrm>
          <a:prstGeom prst="rect">
            <a:avLst/>
          </a:prstGeom>
        </p:spPr>
      </p:pic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B9DA66A-564E-2D20-A8D6-D37DE2BC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E658395-0858-4046-BAB6-178FB2A7F14B}" type="slidenum">
              <a:rPr lang="sl-SI" smtClean="0"/>
              <a:t>16</a:t>
            </a:fld>
            <a:endParaRPr lang="sl-SI" dirty="0"/>
          </a:p>
        </p:txBody>
      </p:sp>
      <p:pic>
        <p:nvPicPr>
          <p:cNvPr id="20" name="Slika 8">
            <a:extLst>
              <a:ext uri="{FF2B5EF4-FFF2-40B4-BE49-F238E27FC236}">
                <a16:creationId xmlns:a16="http://schemas.microsoft.com/office/drawing/2014/main" id="{2141B192-1F6E-DE1B-D6DC-288A8A2689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6950" y="4278768"/>
            <a:ext cx="3009900" cy="666750"/>
          </a:xfrm>
          <a:prstGeom prst="rect">
            <a:avLst/>
          </a:prstGeom>
        </p:spPr>
      </p:pic>
      <p:sp>
        <p:nvSpPr>
          <p:cNvPr id="21" name="PoljeZBesedilom 10">
            <a:extLst>
              <a:ext uri="{FF2B5EF4-FFF2-40B4-BE49-F238E27FC236}">
                <a16:creationId xmlns:a16="http://schemas.microsoft.com/office/drawing/2014/main" id="{62CDC8C5-4793-33EE-5750-7304B59348C2}"/>
              </a:ext>
            </a:extLst>
          </p:cNvPr>
          <p:cNvSpPr txBox="1"/>
          <p:nvPr/>
        </p:nvSpPr>
        <p:spPr>
          <a:xfrm>
            <a:off x="99219" y="5528189"/>
            <a:ext cx="10664031" cy="127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Rong, H. J., Sundararajan, N., Huang, G. bin,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</p:txBody>
      </p:sp>
      <p:sp>
        <p:nvSpPr>
          <p:cNvPr id="22" name="PoljeZBesedilom 12">
            <a:extLst>
              <a:ext uri="{FF2B5EF4-FFF2-40B4-BE49-F238E27FC236}">
                <a16:creationId xmlns:a16="http://schemas.microsoft.com/office/drawing/2014/main" id="{17BE4F0E-8B86-1291-DB6A-37D9F35DF5A5}"/>
              </a:ext>
            </a:extLst>
          </p:cNvPr>
          <p:cNvSpPr txBox="1"/>
          <p:nvPr/>
        </p:nvSpPr>
        <p:spPr>
          <a:xfrm>
            <a:off x="8642350" y="4625107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28]</a:t>
            </a:r>
          </a:p>
        </p:txBody>
      </p:sp>
      <p:sp>
        <p:nvSpPr>
          <p:cNvPr id="23" name="PoljeZBesedilom 13">
            <a:extLst>
              <a:ext uri="{FF2B5EF4-FFF2-40B4-BE49-F238E27FC236}">
                <a16:creationId xmlns:a16="http://schemas.microsoft.com/office/drawing/2014/main" id="{FE5D8E7B-861F-2670-C939-8BBC58EC2960}"/>
              </a:ext>
            </a:extLst>
          </p:cNvPr>
          <p:cNvSpPr txBox="1"/>
          <p:nvPr/>
        </p:nvSpPr>
        <p:spPr>
          <a:xfrm>
            <a:off x="4997598" y="4678568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8]</a:t>
            </a:r>
          </a:p>
        </p:txBody>
      </p:sp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sl-SI" sz="3600" dirty="0" err="1"/>
              <a:t>Consequent</a:t>
            </a:r>
            <a:r>
              <a:rPr lang="sl-SI" sz="3600" dirty="0"/>
              <a:t> Parameter</a:t>
            </a:r>
            <a:br>
              <a:rPr lang="sl-SI" sz="3600" dirty="0"/>
            </a:br>
            <a:r>
              <a:rPr lang="sl-SI" sz="3600" dirty="0" err="1"/>
              <a:t>Optimization</a:t>
            </a:r>
            <a:r>
              <a:rPr lang="sl-SI" sz="3600" dirty="0"/>
              <a:t>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FF9CEB20-11ED-49A7-A1FC-827249F25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280863"/>
                <a:ext cx="9532111" cy="29400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sl-SI" sz="1800" b="1" dirty="0" err="1"/>
                  <a:t>Local</a:t>
                </a:r>
                <a:r>
                  <a:rPr lang="sl-SI" sz="1800" b="1" dirty="0"/>
                  <a:t> </a:t>
                </a:r>
                <a:r>
                  <a:rPr lang="sl-SI" sz="1800" b="1" dirty="0" err="1"/>
                  <a:t>optimization</a:t>
                </a:r>
                <a:r>
                  <a:rPr lang="sl-SI" sz="1800" b="1" dirty="0"/>
                  <a:t>, </a:t>
                </a:r>
                <a:r>
                  <a:rPr lang="sl-SI" sz="1800" dirty="0" err="1"/>
                  <a:t>where</a:t>
                </a:r>
                <a:r>
                  <a:rPr lang="sl-SI" sz="1800" dirty="0"/>
                  <a:t> </a:t>
                </a:r>
                <a:r>
                  <a:rPr lang="sl-SI" sz="1800" dirty="0" err="1"/>
                  <a:t>only</a:t>
                </a:r>
                <a:r>
                  <a:rPr lang="sl-SI" sz="1800" dirty="0"/>
                  <a:t> </a:t>
                </a:r>
                <a:r>
                  <a:rPr lang="sl-SI" sz="1800" dirty="0" err="1"/>
                  <a:t>parameters</a:t>
                </a:r>
                <a:r>
                  <a:rPr lang="sl-SI" sz="1800" dirty="0"/>
                  <a:t> </a:t>
                </a:r>
                <a:r>
                  <a:rPr lang="sl-SI" sz="1800" dirty="0" err="1"/>
                  <a:t>of</a:t>
                </a:r>
                <a:r>
                  <a:rPr lang="sl-SI" sz="1800" dirty="0"/>
                  <a:t> </a:t>
                </a:r>
                <a:r>
                  <a:rPr lang="sl-SI" sz="1800" dirty="0" err="1"/>
                  <a:t>the</a:t>
                </a:r>
                <a:r>
                  <a:rPr lang="sl-SI" sz="1800" dirty="0"/>
                  <a:t> </a:t>
                </a:r>
                <a:r>
                  <a:rPr lang="sl-SI" sz="1800" dirty="0" err="1"/>
                  <a:t>winning</a:t>
                </a:r>
                <a:r>
                  <a:rPr lang="sl-SI" sz="1800" dirty="0"/>
                  <a:t> rule are </a:t>
                </a:r>
                <a:r>
                  <a:rPr lang="sl-SI" sz="1800" dirty="0" err="1"/>
                  <a:t>updated</a:t>
                </a:r>
                <a:r>
                  <a:rPr lang="sl-SI" sz="1800" dirty="0"/>
                  <a:t> [30] </a:t>
                </a:r>
                <a14:m>
                  <m:oMath xmlns:m="http://schemas.openxmlformats.org/officeDocument/2006/math">
                    <m:r>
                      <a:rPr lang="sl-SI" sz="18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800" dirty="0"/>
                  <a:t>better </a:t>
                </a:r>
                <a:r>
                  <a:rPr lang="sl-SI" sz="1800" dirty="0" err="1"/>
                  <a:t>robustness</a:t>
                </a:r>
                <a:r>
                  <a:rPr lang="sl-SI" sz="1800" dirty="0"/>
                  <a:t> </a:t>
                </a:r>
                <a:r>
                  <a:rPr lang="sl-SI" sz="1800" dirty="0" err="1"/>
                  <a:t>and</a:t>
                </a:r>
                <a:r>
                  <a:rPr lang="sl-SI" sz="1800" dirty="0"/>
                  <a:t> </a:t>
                </a:r>
                <a:r>
                  <a:rPr lang="sl-SI" sz="1800" dirty="0" err="1"/>
                  <a:t>interpretability</a:t>
                </a:r>
                <a:r>
                  <a:rPr lang="sl-SI" sz="1800" dirty="0"/>
                  <a:t> </a:t>
                </a:r>
                <a:r>
                  <a:rPr lang="sl-SI" sz="1800" dirty="0" err="1"/>
                  <a:t>of</a:t>
                </a:r>
                <a:r>
                  <a:rPr lang="sl-SI" sz="1800" dirty="0"/>
                  <a:t> </a:t>
                </a:r>
                <a:r>
                  <a:rPr lang="sl-SI" sz="1800" dirty="0" err="1"/>
                  <a:t>local</a:t>
                </a:r>
                <a:r>
                  <a:rPr lang="sl-SI" sz="1800" dirty="0"/>
                  <a:t> </a:t>
                </a:r>
                <a:r>
                  <a:rPr lang="sl-SI" sz="1800" dirty="0" err="1"/>
                  <a:t>linear</a:t>
                </a:r>
                <a:r>
                  <a:rPr lang="sl-SI" sz="1800" dirty="0"/>
                  <a:t> </a:t>
                </a:r>
                <a:r>
                  <a:rPr lang="sl-SI" sz="1800" dirty="0" err="1"/>
                  <a:t>models</a:t>
                </a:r>
                <a:r>
                  <a:rPr lang="sl-SI" sz="1800" dirty="0"/>
                  <a:t>.</a:t>
                </a:r>
              </a:p>
              <a:p>
                <a:r>
                  <a:rPr lang="en-US" sz="1800" dirty="0"/>
                  <a:t>fuzzy weighted recursive least squares </a:t>
                </a:r>
                <a:r>
                  <a:rPr lang="sl-SI" sz="1800" dirty="0"/>
                  <a:t>[10]</a:t>
                </a:r>
              </a:p>
              <a:p>
                <a:r>
                  <a:rPr lang="sl-SI" sz="1800" dirty="0"/>
                  <a:t>m</a:t>
                </a:r>
                <a:r>
                  <a:rPr lang="en-US" sz="1800" dirty="0" err="1"/>
                  <a:t>ulti</a:t>
                </a:r>
                <a:r>
                  <a:rPr lang="en-US" sz="1800" dirty="0"/>
                  <a:t>-innovation</a:t>
                </a:r>
                <a:r>
                  <a:rPr lang="sl-SI" sz="1800" dirty="0"/>
                  <a:t> [31],</a:t>
                </a:r>
              </a:p>
              <a:p>
                <a:r>
                  <a:rPr lang="sl-SI" sz="1800" dirty="0" err="1"/>
                  <a:t>maximum</a:t>
                </a:r>
                <a:r>
                  <a:rPr lang="sl-SI" sz="1800" dirty="0"/>
                  <a:t> </a:t>
                </a:r>
                <a:r>
                  <a:rPr lang="sl-SI" sz="1800" dirty="0" err="1"/>
                  <a:t>correntropy</a:t>
                </a:r>
                <a:r>
                  <a:rPr lang="sl-SI" sz="1800" dirty="0"/>
                  <a:t> </a:t>
                </a:r>
                <a:r>
                  <a:rPr lang="sl-SI" sz="1800" dirty="0" err="1"/>
                  <a:t>criterion</a:t>
                </a:r>
                <a:r>
                  <a:rPr lang="sl-SI" sz="1800" dirty="0"/>
                  <a:t> [31,</a:t>
                </a:r>
                <a:r>
                  <a:rPr lang="sl-SI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32</a:t>
                </a:r>
                <a:r>
                  <a:rPr lang="sl-SI" sz="1800" dirty="0"/>
                  <a:t>],</a:t>
                </a:r>
              </a:p>
              <a:p>
                <a:r>
                  <a:rPr lang="en-US" sz="1800" dirty="0"/>
                  <a:t>Kalman</a:t>
                </a:r>
                <a:r>
                  <a:rPr lang="sl-SI" sz="1800" dirty="0"/>
                  <a:t>ov</a:t>
                </a:r>
                <a:r>
                  <a:rPr lang="en-US" sz="1800" dirty="0"/>
                  <a:t> filter</a:t>
                </a:r>
                <a:r>
                  <a:rPr lang="sl-SI" sz="1800" dirty="0"/>
                  <a:t>,</a:t>
                </a:r>
              </a:p>
              <a:p>
                <a:r>
                  <a:rPr lang="en-US" sz="1800" dirty="0"/>
                  <a:t>Stochastic gradient </a:t>
                </a:r>
                <a:r>
                  <a:rPr lang="sl-SI" sz="1800" dirty="0" err="1"/>
                  <a:t>descent</a:t>
                </a:r>
                <a:r>
                  <a:rPr lang="sl-SI" sz="1800" dirty="0"/>
                  <a:t>, </a:t>
                </a:r>
                <a:r>
                  <a:rPr lang="sl-SI" sz="1800" dirty="0" err="1"/>
                  <a:t>etc</a:t>
                </a:r>
                <a:r>
                  <a:rPr lang="sl-SI" sz="1800" dirty="0"/>
                  <a:t>.</a:t>
                </a:r>
                <a:endParaRPr lang="sl-SI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sl-SI" sz="14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FF9CEB20-11ED-49A7-A1FC-827249F25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280863"/>
                <a:ext cx="9532111" cy="2940066"/>
              </a:xfrm>
              <a:blipFill>
                <a:blip r:embed="rId4"/>
                <a:stretch>
                  <a:fillRect l="-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206" y="688511"/>
            <a:ext cx="4812979" cy="119683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7A2B-CAEA-4161-89BE-2C3A49F1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17</a:t>
            </a:fld>
            <a:endParaRPr lang="sl-SI"/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7BDBCDF1-8F7D-4AF8-9E1B-038AAD58F273}"/>
              </a:ext>
            </a:extLst>
          </p:cNvPr>
          <p:cNvSpPr txBox="1"/>
          <p:nvPr/>
        </p:nvSpPr>
        <p:spPr>
          <a:xfrm>
            <a:off x="173736" y="6031914"/>
            <a:ext cx="12691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Nelles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O. (2001). Nonlinear System Identification. Nonlinear System Identification.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(2021).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Improving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robustness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recursive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consequent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parameters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545,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H. J.,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Chen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B.,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P. K.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Correntropy-Based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26(3), 1324–1338. </a:t>
            </a:r>
          </a:p>
        </p:txBody>
      </p:sp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l-SI" sz="5000" dirty="0" err="1"/>
              <a:t>Evolving</a:t>
            </a:r>
            <a:r>
              <a:rPr lang="sl-SI" sz="5000" dirty="0"/>
              <a:t> </a:t>
            </a:r>
            <a:r>
              <a:rPr lang="sl-SI" sz="5000" dirty="0" err="1"/>
              <a:t>Ensemble</a:t>
            </a:r>
            <a:endParaRPr lang="sl-SI" sz="5000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l-SI" sz="1400" dirty="0"/>
                  <a:t>Učenje </a:t>
                </a:r>
                <a:r>
                  <a:rPr lang="sl-SI" sz="1400" b="1" dirty="0"/>
                  <a:t>več</a:t>
                </a:r>
                <a:r>
                  <a:rPr lang="sl-SI" sz="1400" dirty="0"/>
                  <a:t> različnih </a:t>
                </a:r>
                <a:r>
                  <a:rPr lang="sl-SI" sz="1400" dirty="0" err="1"/>
                  <a:t>samorazvijajočih</a:t>
                </a:r>
                <a:r>
                  <a:rPr lang="sl-SI" sz="1400" dirty="0"/>
                  <a:t> se modelov </a:t>
                </a:r>
                <a:r>
                  <a:rPr lang="sl-SI" sz="1400" b="1" dirty="0"/>
                  <a:t>na istem problemu z različnimi parametri </a:t>
                </a:r>
                <a:r>
                  <a:rPr lang="en-US" sz="1400" dirty="0"/>
                  <a:t>[</a:t>
                </a:r>
                <a:r>
                  <a:rPr lang="sl-SI" sz="1400" dirty="0"/>
                  <a:t>6</a:t>
                </a:r>
                <a:r>
                  <a:rPr lang="en-US" sz="1400" dirty="0"/>
                  <a:t>, </a:t>
                </a:r>
                <a:r>
                  <a:rPr lang="sl-SI" sz="1400" dirty="0"/>
                  <a:t>29]</a:t>
                </a:r>
                <a14:m>
                  <m:oMath xmlns:m="http://schemas.openxmlformats.org/officeDocument/2006/math">
                    <m:r>
                      <a:rPr lang="sl-SI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l-SI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400" dirty="0" err="1"/>
                  <a:t>Ensemble</a:t>
                </a:r>
                <a:r>
                  <a:rPr lang="sl-SI" sz="1400" dirty="0"/>
                  <a:t> </a:t>
                </a:r>
                <a:r>
                  <a:rPr lang="sl-SI" sz="1400" dirty="0" err="1"/>
                  <a:t>learning</a:t>
                </a:r>
                <a:r>
                  <a:rPr lang="sl-SI" sz="1400" dirty="0"/>
                  <a:t>. </a:t>
                </a:r>
              </a:p>
              <a:p>
                <a:pPr marL="0" indent="0">
                  <a:buNone/>
                </a:pPr>
                <a:r>
                  <a:rPr lang="sl-SI" sz="1400" dirty="0"/>
                  <a:t>Posamezni </a:t>
                </a:r>
                <a:r>
                  <a:rPr lang="sl-SI" sz="1400" dirty="0" err="1"/>
                  <a:t>samorazvijajoči</a:t>
                </a:r>
                <a:r>
                  <a:rPr lang="sl-SI" sz="1400" dirty="0"/>
                  <a:t> se mode li v ansamblu se lahko razlikujejo po: </a:t>
                </a:r>
                <a:r>
                  <a:rPr lang="sl-SI" sz="1400" b="1" dirty="0"/>
                  <a:t>strukturi</a:t>
                </a:r>
                <a:r>
                  <a:rPr lang="sl-SI" sz="1400" dirty="0"/>
                  <a:t>, </a:t>
                </a:r>
                <a:r>
                  <a:rPr lang="sl-SI" sz="1400" b="1" dirty="0"/>
                  <a:t>številu</a:t>
                </a:r>
                <a:r>
                  <a:rPr lang="sl-SI" sz="1400" dirty="0"/>
                  <a:t> </a:t>
                </a:r>
                <a:r>
                  <a:rPr lang="sl-SI" sz="1400" b="1" dirty="0"/>
                  <a:t>parametrov</a:t>
                </a:r>
                <a:r>
                  <a:rPr lang="sl-SI" sz="1400" dirty="0"/>
                  <a:t>, </a:t>
                </a:r>
                <a:r>
                  <a:rPr lang="sl-SI" sz="1400" b="1" dirty="0"/>
                  <a:t>omejitvah</a:t>
                </a:r>
                <a:r>
                  <a:rPr lang="sl-SI" sz="1400" dirty="0"/>
                  <a:t> (</a:t>
                </a:r>
                <a:r>
                  <a:rPr lang="sl-SI" sz="1400" dirty="0" err="1"/>
                  <a:t>constraints</a:t>
                </a:r>
                <a:r>
                  <a:rPr lang="sl-SI" sz="1400" dirty="0"/>
                  <a:t>), </a:t>
                </a:r>
                <a:r>
                  <a:rPr lang="sl-SI" sz="1400" b="1" dirty="0" err="1"/>
                  <a:t>kriterijski</a:t>
                </a:r>
                <a:r>
                  <a:rPr lang="sl-SI" sz="1400" dirty="0"/>
                  <a:t> </a:t>
                </a:r>
                <a:r>
                  <a:rPr lang="sl-SI" sz="1400" b="1" dirty="0"/>
                  <a:t>funkciji</a:t>
                </a:r>
                <a:r>
                  <a:rPr lang="sl-SI" sz="1400" dirty="0"/>
                  <a:t>, </a:t>
                </a:r>
                <a:r>
                  <a:rPr lang="sl-SI" sz="1400" b="1" dirty="0"/>
                  <a:t>tipu </a:t>
                </a:r>
                <a:r>
                  <a:rPr lang="sl-SI" sz="1400" b="1" dirty="0" err="1"/>
                  <a:t>samorazvijajočega</a:t>
                </a:r>
                <a:r>
                  <a:rPr lang="sl-SI" sz="1400" b="1" dirty="0"/>
                  <a:t> se modela</a:t>
                </a:r>
                <a:r>
                  <a:rPr lang="sl-SI" sz="1400" dirty="0"/>
                  <a:t>. 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Extreme Learning Machines (ELMs) (2009)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(naključna inicializacija parametrov in strukture)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Parsimonious ensemble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pENsemble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(2018)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(model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removal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and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Fuzzy-set-Based evolving Models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FBeM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5) (različni parametri in strukture informacijskih granul)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optimal evolving granular experts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eOGS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(2019) [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29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uses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multiple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aggregation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functions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sl-SI" sz="1400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ultilayer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ensemble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evolving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fuzzy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inference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system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MEEFIS (2019) [33]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samorazvijajoči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se modeli kot gradniki omrežja)</a:t>
                </a:r>
              </a:p>
              <a:p>
                <a:pPr marL="0" indent="0">
                  <a:buNone/>
                </a:pPr>
                <a:endParaRPr lang="sl-SI" sz="10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4"/>
                <a:stretch>
                  <a:fillRect l="-265" t="-8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3AEBCE64-73E8-4850-89A4-FE6B5C3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634174"/>
            <a:ext cx="4014216" cy="2819987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163352"/>
            <a:ext cx="3995928" cy="200795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B686-6407-4456-82EF-81F1ABA5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18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3C3C4-EA77-41CB-8F60-0C8EDAFB11B7}"/>
              </a:ext>
            </a:extLst>
          </p:cNvPr>
          <p:cNvSpPr txBox="1"/>
          <p:nvPr/>
        </p:nvSpPr>
        <p:spPr>
          <a:xfrm>
            <a:off x="164592" y="6319499"/>
            <a:ext cx="1185976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Gu, X. (2021). Multilayer Ensemble Evolving Fuzzy Inference System. IEEE Transactions on Fuzzy Systems, 29(8), 2425–2431.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293B-59F5-473D-A065-7B9CF5C22F3B}"/>
              </a:ext>
            </a:extLst>
          </p:cNvPr>
          <p:cNvSpPr txBox="1"/>
          <p:nvPr/>
        </p:nvSpPr>
        <p:spPr>
          <a:xfrm>
            <a:off x="11347704" y="600197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217FF-7527-4896-90C6-653058EBE4FF}"/>
              </a:ext>
            </a:extLst>
          </p:cNvPr>
          <p:cNvSpPr txBox="1"/>
          <p:nvPr/>
        </p:nvSpPr>
        <p:spPr>
          <a:xfrm>
            <a:off x="11423904" y="227604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3800" dirty="0"/>
              <a:t>Evolving Systems Open Issues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 i="1" dirty="0"/>
              <a:t>Managing missing data</a:t>
            </a:r>
            <a:r>
              <a:rPr lang="en-GB" sz="2200" b="1" dirty="0"/>
              <a:t> and </a:t>
            </a:r>
            <a:r>
              <a:rPr lang="en-GB" sz="2200" b="1" i="1" dirty="0"/>
              <a:t>outliers,</a:t>
            </a:r>
            <a:endParaRPr lang="en-GB" sz="2200" b="1" dirty="0"/>
          </a:p>
          <a:p>
            <a:r>
              <a:rPr lang="en-GB" sz="2200" b="1" dirty="0"/>
              <a:t>Theorems for long term convergence,</a:t>
            </a:r>
          </a:p>
          <a:p>
            <a:r>
              <a:rPr lang="en-GB" sz="2200" b="1" dirty="0"/>
              <a:t>Design of Experiments,</a:t>
            </a:r>
          </a:p>
          <a:p>
            <a:r>
              <a:rPr lang="en-GB" sz="2200" b="1" i="1" dirty="0"/>
              <a:t>Workflow,</a:t>
            </a:r>
            <a:endParaRPr lang="en-GB" sz="2200" b="1" dirty="0"/>
          </a:p>
          <a:p>
            <a:r>
              <a:rPr lang="en-GB" sz="2200" b="1" i="1" dirty="0"/>
              <a:t>Online performance metrics,</a:t>
            </a:r>
            <a:endParaRPr lang="en-GB" sz="2200" b="1" dirty="0"/>
          </a:p>
          <a:p>
            <a:r>
              <a:rPr lang="en-GB" sz="2200" b="1" i="1" dirty="0"/>
              <a:t>Parallelization,</a:t>
            </a:r>
            <a:endParaRPr lang="en-GB" sz="2200" b="1" dirty="0"/>
          </a:p>
          <a:p>
            <a:r>
              <a:rPr lang="en-GB" sz="2200" b="1" dirty="0"/>
              <a:t>Soft sensors,</a:t>
            </a:r>
          </a:p>
          <a:p>
            <a:r>
              <a:rPr lang="en-GB" sz="2200" b="1" dirty="0"/>
              <a:t>Feature selection</a:t>
            </a:r>
            <a:r>
              <a:rPr lang="sl-SI" sz="2200" b="1" dirty="0"/>
              <a:t>, </a:t>
            </a:r>
            <a:r>
              <a:rPr lang="sl-SI" sz="2200" b="1" dirty="0" err="1"/>
              <a:t>etc</a:t>
            </a:r>
            <a:r>
              <a:rPr lang="sl-SI" sz="2200" b="1" dirty="0"/>
              <a:t>.</a:t>
            </a:r>
            <a:endParaRPr lang="en-GB" sz="2200" b="1" dirty="0"/>
          </a:p>
          <a:p>
            <a:endParaRPr lang="en-GB" sz="2200" b="1" i="1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32FD3291-7A37-4F24-90A6-C0C9C0FE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B62C-88D6-4645-930B-4E81DFD1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en-GB" smtClean="0"/>
              <a:t>19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1943-C082-4EEA-A448-1BFE4DCC071B}"/>
              </a:ext>
            </a:extLst>
          </p:cNvPr>
          <p:cNvSpPr txBox="1"/>
          <p:nvPr/>
        </p:nvSpPr>
        <p:spPr>
          <a:xfrm>
            <a:off x="236421" y="6113659"/>
            <a:ext cx="112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</a:p>
          <a:p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[34] Škrjanc, I., Iglesias, J.,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Sanchis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F. (2019). Evolving fuzzy and neuro-fuzzy approaches in clustering, regression, identification, and classification: A Survey.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Information Sciences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GB" sz="900" i="1" dirty="0">
                <a:solidFill>
                  <a:schemeClr val="bg1">
                    <a:lumMod val="50000"/>
                  </a:schemeClr>
                </a:solidFill>
              </a:rPr>
              <a:t>490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</a:rPr>
              <a:t>, 344–368</a:t>
            </a:r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65125"/>
            <a:ext cx="5254752" cy="1776484"/>
          </a:xfrm>
        </p:spPr>
        <p:txBody>
          <a:bodyPr anchor="b">
            <a:normAutofit/>
          </a:bodyPr>
          <a:lstStyle/>
          <a:p>
            <a:r>
              <a:rPr lang="sl-SI" sz="4600" dirty="0"/>
              <a:t>Adaptiranje filtra </a:t>
            </a:r>
            <a:r>
              <a:rPr lang="sl-SI" sz="4600"/>
              <a:t>z intervalom </a:t>
            </a:r>
            <a:r>
              <a:rPr lang="sl-SI" sz="4600" dirty="0"/>
              <a:t>zaupanja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18952-D35D-497A-8FC7-BAB88B34E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6" y="686733"/>
            <a:ext cx="3532036" cy="522966"/>
          </a:xfrm>
          <a:prstGeom prst="rect">
            <a:avLst/>
          </a:pr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34DCAF6-D811-4BAD-B565-AED2BC4F1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592131"/>
            <a:ext cx="4454652" cy="34969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31CC7E-121E-4541-BB99-C70CD605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20</a:t>
            </a:fld>
            <a:endParaRPr lang="sl-SI"/>
          </a:p>
        </p:txBody>
      </p:sp>
      <p:pic>
        <p:nvPicPr>
          <p:cNvPr id="17" name="Slika 4">
            <a:extLst>
              <a:ext uri="{FF2B5EF4-FFF2-40B4-BE49-F238E27FC236}">
                <a16:creationId xmlns:a16="http://schemas.microsoft.com/office/drawing/2014/main" id="{EE89B95C-39D8-427F-A9E8-A93DEA761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80621F9-EF07-4C21-A82F-9480BF7F1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17448" y="5721851"/>
            <a:ext cx="3429000" cy="638175"/>
          </a:xfrm>
          <a:prstGeom prst="rect">
            <a:avLst/>
          </a:prstGeom>
        </p:spPr>
      </p:pic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AE611F5A-ECCA-44F7-9198-67E064EA7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48" y="2814607"/>
            <a:ext cx="4454652" cy="28416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DDB5E-2213-43D9-89CC-F295E5570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2521" y="1285051"/>
            <a:ext cx="3408045" cy="5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F5DA5A8-19A2-4A07-8852-61DABF4B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92" y="3093215"/>
            <a:ext cx="4169664" cy="3304457"/>
          </a:xfrm>
          <a:prstGeom prst="rect">
            <a:avLst/>
          </a:prstGeom>
        </p:spPr>
      </p:pic>
      <p:pic>
        <p:nvPicPr>
          <p:cNvPr id="16" name="Picture 15" descr="Chart, pie chart&#10;&#10;Description automatically generated">
            <a:extLst>
              <a:ext uri="{FF2B5EF4-FFF2-40B4-BE49-F238E27FC236}">
                <a16:creationId xmlns:a16="http://schemas.microsoft.com/office/drawing/2014/main" id="{7169D02A-738F-4A1D-841C-7AD1C268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948" y="502272"/>
            <a:ext cx="3099816" cy="2324862"/>
          </a:xfrm>
          <a:prstGeom prst="rect">
            <a:avLst/>
          </a:prstGeom>
        </p:spPr>
      </p:pic>
      <p:pic>
        <p:nvPicPr>
          <p:cNvPr id="6" name="Content Placeholder 5" descr="A picture containing text, sky, screenshot&#10;&#10;Description automatically generated">
            <a:extLst>
              <a:ext uri="{FF2B5EF4-FFF2-40B4-BE49-F238E27FC236}">
                <a16:creationId xmlns:a16="http://schemas.microsoft.com/office/drawing/2014/main" id="{11273977-0306-4732-886E-2D7878917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69" y="3109773"/>
            <a:ext cx="4250284" cy="3283344"/>
          </a:xfrm>
          <a:prstGeom prst="rect">
            <a:avLst/>
          </a:prstGeom>
        </p:spPr>
      </p:pic>
      <p:pic>
        <p:nvPicPr>
          <p:cNvPr id="29" name="Slika 4">
            <a:extLst>
              <a:ext uri="{FF2B5EF4-FFF2-40B4-BE49-F238E27FC236}">
                <a16:creationId xmlns:a16="http://schemas.microsoft.com/office/drawing/2014/main" id="{E6DFB3EB-3544-4EC3-A94E-5B07BA933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05CD9C-FBAB-4107-9DB6-EF4CBDC9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21</a:t>
            </a:fld>
            <a:endParaRPr lang="sl-SI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B9EAAC1-1378-43B9-A00C-895749E30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534" y="721545"/>
            <a:ext cx="3785616" cy="189280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1"/>
            <a:ext cx="4436745" cy="1967628"/>
          </a:xfrm>
        </p:spPr>
        <p:txBody>
          <a:bodyPr anchor="b">
            <a:noAutofit/>
          </a:bodyPr>
          <a:lstStyle/>
          <a:p>
            <a:r>
              <a:rPr lang="sl-SI" sz="4000" dirty="0"/>
              <a:t>Hevristično zaporedje </a:t>
            </a:r>
            <a:r>
              <a:rPr lang="sl-SI" sz="4000" dirty="0" err="1"/>
              <a:t>štopničastih</a:t>
            </a:r>
            <a:r>
              <a:rPr lang="sl-SI" sz="4000" dirty="0"/>
              <a:t> vzbujanj </a:t>
            </a:r>
          </a:p>
        </p:txBody>
      </p:sp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AF285-9A60-469C-BA60-D5A69C68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 err="1"/>
              <a:t>Ploskovni</a:t>
            </a:r>
            <a:r>
              <a:rPr lang="en-US" sz="5400" dirty="0"/>
              <a:t> </a:t>
            </a:r>
            <a:r>
              <a:rPr lang="en-US" sz="5400" dirty="0" err="1"/>
              <a:t>toplotni</a:t>
            </a:r>
            <a:r>
              <a:rPr lang="en-US" sz="5400" dirty="0"/>
              <a:t> </a:t>
            </a:r>
            <a:r>
              <a:rPr lang="en-US" sz="5400" dirty="0" err="1"/>
              <a:t>izmenjevalec</a:t>
            </a: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A9DFFE1D-79CC-48BE-85BF-92527321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237" y="3526956"/>
            <a:ext cx="3758184" cy="3025337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75EB5119-B4C8-40B2-A5DA-311D2C0CB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7" y="3545747"/>
            <a:ext cx="3758184" cy="3006546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DB77E753-C938-4351-A2F6-4A61CAD6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674" y="3526956"/>
            <a:ext cx="3758184" cy="29783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C146-EB87-4B8B-9909-1330629F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6738694-986F-45B7-B7F7-D4F61B9DF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FA8AF-E164-4459-8996-D7A261CCA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329" y="2096298"/>
            <a:ext cx="4981575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E21BD4-0FA1-494D-8FC8-A2AD494C0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026" y="2611126"/>
            <a:ext cx="287655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757207-0570-4430-99CF-01CB4D72D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3622" y="2649226"/>
            <a:ext cx="1924050" cy="381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8D1F5E-A68D-4C93-B678-7A709EBA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691" y="1680924"/>
            <a:ext cx="3504045" cy="159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4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8519</Words>
  <Application>Microsoft Office PowerPoint</Application>
  <PresentationFormat>Widescreen</PresentationFormat>
  <Paragraphs>418</Paragraphs>
  <Slides>22</Slides>
  <Notes>22</Notes>
  <HiddenSlides>12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CMR12</vt:lpstr>
      <vt:lpstr>CMR17</vt:lpstr>
      <vt:lpstr>Times New Roman</vt:lpstr>
      <vt:lpstr>Officeova tema</vt:lpstr>
      <vt:lpstr>PowerPoint Presentation</vt:lpstr>
      <vt:lpstr>Evolving (Intelligent) Systems</vt:lpstr>
      <vt:lpstr>Evolving (Intelligent) Systems</vt:lpstr>
      <vt:lpstr>Data Streams</vt:lpstr>
      <vt:lpstr>Evolving Fuzzy Systems</vt:lpstr>
      <vt:lpstr>Evolving Neuro-Fuzzy Models</vt:lpstr>
      <vt:lpstr>Transparency and Interpretability</vt:lpstr>
      <vt:lpstr>Clustering and Granulation</vt:lpstr>
      <vt:lpstr>Clustering Methods</vt:lpstr>
      <vt:lpstr>Cluster Addition</vt:lpstr>
      <vt:lpstr>Merging, Splitting and Removal</vt:lpstr>
      <vt:lpstr>Merging Conditions</vt:lpstr>
      <vt:lpstr>Merging</vt:lpstr>
      <vt:lpstr>Razcep Rojev</vt:lpstr>
      <vt:lpstr>Cluster Splitting</vt:lpstr>
      <vt:lpstr>Cluster Removal</vt:lpstr>
      <vt:lpstr>Consequent Parameter Optimization </vt:lpstr>
      <vt:lpstr>Evolving Ensemble</vt:lpstr>
      <vt:lpstr>Evolving Systems Open Issues</vt:lpstr>
      <vt:lpstr>Adaptiranje filtra z intervalom zaupanja</vt:lpstr>
      <vt:lpstr>Hevristično zaporedje štopničastih vzbujanj </vt:lpstr>
      <vt:lpstr>Ploskovni toplotni izmenjevalec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37</cp:revision>
  <dcterms:created xsi:type="dcterms:W3CDTF">2022-03-16T16:17:31Z</dcterms:created>
  <dcterms:modified xsi:type="dcterms:W3CDTF">2022-05-17T08:11:15Z</dcterms:modified>
</cp:coreProperties>
</file>